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317" r:id="rId6"/>
    <p:sldId id="314" r:id="rId7"/>
    <p:sldId id="313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2" r:id="rId16"/>
    <p:sldId id="315" r:id="rId17"/>
    <p:sldId id="316" r:id="rId18"/>
    <p:sldId id="270" r:id="rId19"/>
    <p:sldId id="272" r:id="rId20"/>
    <p:sldId id="274" r:id="rId21"/>
    <p:sldId id="273" r:id="rId22"/>
  </p:sldIdLst>
  <p:sldSz cx="9144000" cy="5143500" type="screen16x9"/>
  <p:notesSz cx="6858000" cy="9144000"/>
  <p:embeddedFontLst>
    <p:embeddedFont>
      <p:font typeface="Anaheim" panose="020B0604020202020204" charset="0"/>
      <p:regular r:id="rId24"/>
      <p:bold r:id="rId25"/>
    </p:embeddedFont>
    <p:embeddedFont>
      <p:font typeface="Bahnschrift SemiBold SemiConden" panose="020B0502040204020203" pitchFamily="34" charset="0"/>
      <p:bold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Constantia" panose="02030602050306030303" pitchFamily="18" charset="0"/>
      <p:regular r:id="rId31"/>
      <p:bold r:id="rId32"/>
      <p:italic r:id="rId33"/>
      <p:boldItalic r:id="rId34"/>
    </p:embeddedFon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Karu Italic" panose="00000500000000000000" pitchFamily="2" charset="0"/>
      <p:italic r:id="rId39"/>
    </p:embeddedFont>
    <p:embeddedFont>
      <p:font typeface="Karu Light" panose="00000400000000000000" pitchFamily="50" charset="0"/>
      <p:regular r:id="rId40"/>
    </p:embeddedFont>
    <p:embeddedFont>
      <p:font typeface="Karu Medium Italic" panose="00000600000000000000" pitchFamily="2" charset="0"/>
      <p:italic r:id="rId41"/>
    </p:embeddedFont>
    <p:embeddedFont>
      <p:font typeface="Lato" panose="020F0502020204030203" pitchFamily="34" charset="0"/>
      <p:regular r:id="rId42"/>
      <p:bold r:id="rId43"/>
      <p:italic r:id="rId44"/>
      <p:boldItalic r:id="rId45"/>
    </p:embeddedFont>
    <p:embeddedFont>
      <p:font typeface="Lato Bold" panose="020F0502020204030203" charset="0"/>
      <p:bold r:id="rId46"/>
    </p:embeddedFont>
    <p:embeddedFont>
      <p:font typeface="Maven Pro" panose="020B0604020202020204" charset="0"/>
      <p:regular r:id="rId47"/>
      <p:bold r:id="rId48"/>
    </p:embeddedFont>
    <p:embeddedFont>
      <p:font typeface="MuseoModerno Medium" panose="020B0604020202020204" charset="0"/>
      <p:regular r:id="rId49"/>
      <p:bold r:id="rId50"/>
      <p:italic r:id="rId51"/>
      <p:boldItalic r:id="rId52"/>
    </p:embeddedFont>
    <p:embeddedFont>
      <p:font typeface="Nunito Light" pitchFamily="2" charset="0"/>
      <p:regular r:id="rId53"/>
      <p:italic r:id="rId54"/>
    </p:embeddedFont>
    <p:embeddedFont>
      <p:font typeface="Redhawk" pitchFamily="50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C4D880-A486-4EE6-9CC9-56A503C4C844}">
  <a:tblStyle styleId="{C5C4D880-A486-4EE6-9CC9-56A503C4C8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font" Target="fonts/font27.fntdata"/><Relationship Id="rId55" Type="http://schemas.openxmlformats.org/officeDocument/2006/relationships/font" Target="fonts/font3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font" Target="fonts/font3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54" Type="http://schemas.openxmlformats.org/officeDocument/2006/relationships/font" Target="fonts/font3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font" Target="fonts/font2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>
          <a:extLst>
            <a:ext uri="{FF2B5EF4-FFF2-40B4-BE49-F238E27FC236}">
              <a16:creationId xmlns:a16="http://schemas.microsoft.com/office/drawing/2014/main" id="{EFA5CEFA-FCEB-41B3-121B-95CAA3D3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54dda1946d_6_257:notes">
            <a:extLst>
              <a:ext uri="{FF2B5EF4-FFF2-40B4-BE49-F238E27FC236}">
                <a16:creationId xmlns:a16="http://schemas.microsoft.com/office/drawing/2014/main" id="{C8C5AC2B-7084-B833-7161-6BE734BD7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54dda1946d_6_257:notes">
            <a:extLst>
              <a:ext uri="{FF2B5EF4-FFF2-40B4-BE49-F238E27FC236}">
                <a16:creationId xmlns:a16="http://schemas.microsoft.com/office/drawing/2014/main" id="{40A1C4B0-088E-24B9-4D3B-CC7ADA4E3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61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>
          <a:extLst>
            <a:ext uri="{FF2B5EF4-FFF2-40B4-BE49-F238E27FC236}">
              <a16:creationId xmlns:a16="http://schemas.microsoft.com/office/drawing/2014/main" id="{3858D83B-112D-1295-0CD4-36879982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4072739ea5_12_0:notes">
            <a:extLst>
              <a:ext uri="{FF2B5EF4-FFF2-40B4-BE49-F238E27FC236}">
                <a16:creationId xmlns:a16="http://schemas.microsoft.com/office/drawing/2014/main" id="{8C769698-5C44-5D6F-C793-CC2AB7091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4072739ea5_12_0:notes">
            <a:extLst>
              <a:ext uri="{FF2B5EF4-FFF2-40B4-BE49-F238E27FC236}">
                <a16:creationId xmlns:a16="http://schemas.microsoft.com/office/drawing/2014/main" id="{333AE244-21A1-FDA3-A9F4-D337D513D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961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>
          <a:extLst>
            <a:ext uri="{FF2B5EF4-FFF2-40B4-BE49-F238E27FC236}">
              <a16:creationId xmlns:a16="http://schemas.microsoft.com/office/drawing/2014/main" id="{D3F95EDD-D370-BE17-D671-C1BA1EE5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54dda1946d_6_308:notes">
            <a:extLst>
              <a:ext uri="{FF2B5EF4-FFF2-40B4-BE49-F238E27FC236}">
                <a16:creationId xmlns:a16="http://schemas.microsoft.com/office/drawing/2014/main" id="{37ED9D65-EAF5-6977-391C-BF5EB9A09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54dda1946d_6_308:notes">
            <a:extLst>
              <a:ext uri="{FF2B5EF4-FFF2-40B4-BE49-F238E27FC236}">
                <a16:creationId xmlns:a16="http://schemas.microsoft.com/office/drawing/2014/main" id="{75468378-5AAF-0A18-EC0E-B6F03D976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856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1" name="Google Shape;2601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2" name="Google Shape;2802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Google Shape;278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2" name="Google Shape;278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45" name="Google Shape;45;p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348675" y="539500"/>
            <a:ext cx="40821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5" hasCustomPrompt="1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6" hasCustomPrompt="1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9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3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4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5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6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7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8" hasCustomPrompt="1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9" hasCustomPrompt="1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0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1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4277865" y="3942200"/>
            <a:ext cx="4152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4277850" y="1104750"/>
            <a:ext cx="4152900" cy="28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20000" y="1368875"/>
            <a:ext cx="37245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720000" y="3664925"/>
            <a:ext cx="3724500" cy="9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>
            <a:spLocks noGrp="1"/>
          </p:cNvSpPr>
          <p:nvPr>
            <p:ph type="pic" idx="2"/>
          </p:nvPr>
        </p:nvSpPr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1090250" y="1619588"/>
            <a:ext cx="2824500" cy="11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1090250" y="2815313"/>
            <a:ext cx="2824500" cy="11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1"/>
          </p:nvPr>
        </p:nvSpPr>
        <p:spPr>
          <a:xfrm>
            <a:off x="4929774" y="3158975"/>
            <a:ext cx="26904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2"/>
          </p:nvPr>
        </p:nvSpPr>
        <p:spPr>
          <a:xfrm>
            <a:off x="1523825" y="3158975"/>
            <a:ext cx="26904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3"/>
          </p:nvPr>
        </p:nvSpPr>
        <p:spPr>
          <a:xfrm>
            <a:off x="1523825" y="2600075"/>
            <a:ext cx="2690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4"/>
          </p:nvPr>
        </p:nvSpPr>
        <p:spPr>
          <a:xfrm>
            <a:off x="4929776" y="2600075"/>
            <a:ext cx="2690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9" name="Google Shape;119;p19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20" name="Google Shape;120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26" name="Google Shape;126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2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825400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2"/>
          </p:nvPr>
        </p:nvSpPr>
        <p:spPr>
          <a:xfrm>
            <a:off x="3450744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3"/>
          </p:nvPr>
        </p:nvSpPr>
        <p:spPr>
          <a:xfrm>
            <a:off x="6076094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4"/>
          </p:nvPr>
        </p:nvSpPr>
        <p:spPr>
          <a:xfrm>
            <a:off x="825400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5"/>
          </p:nvPr>
        </p:nvSpPr>
        <p:spPr>
          <a:xfrm>
            <a:off x="3450747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6"/>
          </p:nvPr>
        </p:nvSpPr>
        <p:spPr>
          <a:xfrm>
            <a:off x="6076094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43" name="Google Shape;143;p21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44" name="Google Shape;144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21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150" name="Google Shape;150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2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4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5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6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7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8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1"/>
          </p:nvPr>
        </p:nvSpPr>
        <p:spPr>
          <a:xfrm>
            <a:off x="914600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2"/>
          </p:nvPr>
        </p:nvSpPr>
        <p:spPr>
          <a:xfrm>
            <a:off x="3523194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3"/>
          </p:nvPr>
        </p:nvSpPr>
        <p:spPr>
          <a:xfrm>
            <a:off x="914600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4"/>
          </p:nvPr>
        </p:nvSpPr>
        <p:spPr>
          <a:xfrm>
            <a:off x="3523194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5"/>
          </p:nvPr>
        </p:nvSpPr>
        <p:spPr>
          <a:xfrm>
            <a:off x="6131788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6"/>
          </p:nvPr>
        </p:nvSpPr>
        <p:spPr>
          <a:xfrm>
            <a:off x="6131788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7"/>
          </p:nvPr>
        </p:nvSpPr>
        <p:spPr>
          <a:xfrm>
            <a:off x="918719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8"/>
          </p:nvPr>
        </p:nvSpPr>
        <p:spPr>
          <a:xfrm>
            <a:off x="3527313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9"/>
          </p:nvPr>
        </p:nvSpPr>
        <p:spPr>
          <a:xfrm>
            <a:off x="6135907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13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14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ubTitle" idx="15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5" name="Google Shape;185;p23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86" name="Google Shape;186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23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92" name="Google Shape;192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>
            <a:spLocks noGrp="1"/>
          </p:cNvSpPr>
          <p:nvPr>
            <p:ph type="title" hasCustomPrompt="1"/>
          </p:nvPr>
        </p:nvSpPr>
        <p:spPr>
          <a:xfrm>
            <a:off x="713225" y="539500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>
            <a:spLocks noGrp="1"/>
          </p:cNvSpPr>
          <p:nvPr>
            <p:ph type="subTitle" idx="1"/>
          </p:nvPr>
        </p:nvSpPr>
        <p:spPr>
          <a:xfrm>
            <a:off x="713225" y="1308396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984059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5"/>
          <p:cNvSpPr txBox="1">
            <a:spLocks noGrp="1"/>
          </p:cNvSpPr>
          <p:nvPr>
            <p:ph type="subTitle" idx="3"/>
          </p:nvPr>
        </p:nvSpPr>
        <p:spPr>
          <a:xfrm>
            <a:off x="713225" y="2752951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428594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5"/>
          </p:nvPr>
        </p:nvSpPr>
        <p:spPr>
          <a:xfrm>
            <a:off x="713225" y="4197499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 hasCustomPrompt="1"/>
          </p:nvPr>
        </p:nvSpPr>
        <p:spPr>
          <a:xfrm>
            <a:off x="1249075" y="1301725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>
            <a:spLocks noGrp="1"/>
          </p:cNvSpPr>
          <p:nvPr>
            <p:ph type="subTitle" idx="1"/>
          </p:nvPr>
        </p:nvSpPr>
        <p:spPr>
          <a:xfrm>
            <a:off x="829225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ubTitle" idx="2"/>
          </p:nvPr>
        </p:nvSpPr>
        <p:spPr>
          <a:xfrm>
            <a:off x="829225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438" y="130172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6"/>
          <p:cNvSpPr txBox="1">
            <a:spLocks noGrp="1"/>
          </p:cNvSpPr>
          <p:nvPr>
            <p:ph type="subTitle" idx="4"/>
          </p:nvPr>
        </p:nvSpPr>
        <p:spPr>
          <a:xfrm>
            <a:off x="3452701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5"/>
          </p:nvPr>
        </p:nvSpPr>
        <p:spPr>
          <a:xfrm>
            <a:off x="3452704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 idx="6" hasCustomPrompt="1"/>
          </p:nvPr>
        </p:nvSpPr>
        <p:spPr>
          <a:xfrm>
            <a:off x="6496625" y="130172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7"/>
          </p:nvPr>
        </p:nvSpPr>
        <p:spPr>
          <a:xfrm>
            <a:off x="6076177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subTitle" idx="8"/>
          </p:nvPr>
        </p:nvSpPr>
        <p:spPr>
          <a:xfrm>
            <a:off x="6076182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6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40" name="Google Shape;240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46" name="Google Shape;246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1" r:id="rId17"/>
    <p:sldLayoutId id="2147483672" r:id="rId18"/>
    <p:sldLayoutId id="2147483678" r:id="rId19"/>
    <p:sldLayoutId id="2147483679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e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ctrTitle"/>
          </p:nvPr>
        </p:nvSpPr>
        <p:spPr>
          <a:xfrm>
            <a:off x="875917" y="542692"/>
            <a:ext cx="4104102" cy="1300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Redhawk" pitchFamily="50" charset="0"/>
              </a:rPr>
              <a:t>Face Recognition </a:t>
            </a:r>
            <a:br>
              <a:rPr lang="en-IN" sz="2800" dirty="0">
                <a:latin typeface="Redhawk" pitchFamily="50" charset="0"/>
              </a:rPr>
            </a:br>
            <a:r>
              <a:rPr lang="en-IN" sz="2800" dirty="0">
                <a:latin typeface="Redhawk" pitchFamily="50" charset="0"/>
              </a:rPr>
              <a:t>with </a:t>
            </a:r>
            <a:br>
              <a:rPr lang="en-IN" sz="2800" dirty="0">
                <a:latin typeface="Redhawk" pitchFamily="50" charset="0"/>
              </a:rPr>
            </a:br>
            <a:r>
              <a:rPr lang="en-IN" sz="2800" dirty="0">
                <a:latin typeface="Redhawk" pitchFamily="50" charset="0"/>
              </a:rPr>
              <a:t>Attendance System</a:t>
            </a:r>
            <a:endParaRPr sz="2800" dirty="0">
              <a:latin typeface="Redhawk" pitchFamily="50" charset="0"/>
            </a:endParaRPr>
          </a:p>
        </p:txBody>
      </p:sp>
      <p:sp>
        <p:nvSpPr>
          <p:cNvPr id="348" name="Google Shape;348;p37"/>
          <p:cNvSpPr txBox="1">
            <a:spLocks noGrp="1"/>
          </p:cNvSpPr>
          <p:nvPr>
            <p:ph type="subTitle" idx="1"/>
          </p:nvPr>
        </p:nvSpPr>
        <p:spPr>
          <a:xfrm>
            <a:off x="909368" y="1894380"/>
            <a:ext cx="4037195" cy="7219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Karu Medium Italic" panose="00000600000000000000" pitchFamily="2" charset="0"/>
              </a:rPr>
              <a:t>Seminar On Summer Internship And Research Experience</a:t>
            </a:r>
            <a:endParaRPr dirty="0">
              <a:latin typeface="Karu Medium Italic" panose="00000600000000000000" pitchFamily="2" charset="0"/>
            </a:endParaRPr>
          </a:p>
        </p:txBody>
      </p:sp>
      <p:grpSp>
        <p:nvGrpSpPr>
          <p:cNvPr id="349" name="Google Shape;349;p37"/>
          <p:cNvGrpSpPr/>
          <p:nvPr/>
        </p:nvGrpSpPr>
        <p:grpSpPr>
          <a:xfrm>
            <a:off x="713225" y="4473700"/>
            <a:ext cx="1009703" cy="130500"/>
            <a:chOff x="5461400" y="616025"/>
            <a:chExt cx="1009703" cy="130500"/>
          </a:xfrm>
        </p:grpSpPr>
        <p:sp>
          <p:nvSpPr>
            <p:cNvPr id="350" name="Google Shape;350;p3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37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56" name="Google Shape;356;p3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7"/>
          <p:cNvGrpSpPr/>
          <p:nvPr/>
        </p:nvGrpSpPr>
        <p:grpSpPr>
          <a:xfrm>
            <a:off x="5297655" y="942953"/>
            <a:ext cx="3572387" cy="3257593"/>
            <a:chOff x="4184875" y="456475"/>
            <a:chExt cx="2059725" cy="1878225"/>
          </a:xfrm>
        </p:grpSpPr>
        <p:sp>
          <p:nvSpPr>
            <p:cNvPr id="362" name="Google Shape;362;p37"/>
            <p:cNvSpPr/>
            <p:nvPr/>
          </p:nvSpPr>
          <p:spPr>
            <a:xfrm>
              <a:off x="4184875" y="545375"/>
              <a:ext cx="2059725" cy="1685325"/>
            </a:xfrm>
            <a:custGeom>
              <a:avLst/>
              <a:gdLst/>
              <a:ahLst/>
              <a:cxnLst/>
              <a:rect l="l" t="t" r="r" b="b"/>
              <a:pathLst>
                <a:path w="82389" h="67413" extrusionOk="0">
                  <a:moveTo>
                    <a:pt x="46320" y="1"/>
                  </a:moveTo>
                  <a:cubicBezTo>
                    <a:pt x="36850" y="1"/>
                    <a:pt x="27340" y="2706"/>
                    <a:pt x="19084" y="4883"/>
                  </a:cubicBezTo>
                  <a:cubicBezTo>
                    <a:pt x="6887" y="8101"/>
                    <a:pt x="0" y="17947"/>
                    <a:pt x="2076" y="28610"/>
                  </a:cubicBezTo>
                  <a:cubicBezTo>
                    <a:pt x="4150" y="39273"/>
                    <a:pt x="14269" y="39197"/>
                    <a:pt x="23138" y="49145"/>
                  </a:cubicBezTo>
                  <a:cubicBezTo>
                    <a:pt x="32008" y="59091"/>
                    <a:pt x="32857" y="63055"/>
                    <a:pt x="45743" y="66667"/>
                  </a:cubicBezTo>
                  <a:cubicBezTo>
                    <a:pt x="47543" y="67171"/>
                    <a:pt x="49380" y="67412"/>
                    <a:pt x="51223" y="67412"/>
                  </a:cubicBezTo>
                  <a:cubicBezTo>
                    <a:pt x="62579" y="67412"/>
                    <a:pt x="74120" y="58262"/>
                    <a:pt x="77944" y="45243"/>
                  </a:cubicBezTo>
                  <a:cubicBezTo>
                    <a:pt x="82389" y="30109"/>
                    <a:pt x="77932" y="19689"/>
                    <a:pt x="77932" y="19689"/>
                  </a:cubicBezTo>
                  <a:cubicBezTo>
                    <a:pt x="77932" y="19689"/>
                    <a:pt x="73217" y="7108"/>
                    <a:pt x="59718" y="2203"/>
                  </a:cubicBezTo>
                  <a:cubicBezTo>
                    <a:pt x="55355" y="618"/>
                    <a:pt x="50842" y="1"/>
                    <a:pt x="46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4923300" y="1162900"/>
              <a:ext cx="81775" cy="1067250"/>
            </a:xfrm>
            <a:custGeom>
              <a:avLst/>
              <a:gdLst/>
              <a:ahLst/>
              <a:cxnLst/>
              <a:rect l="l" t="t" r="r" b="b"/>
              <a:pathLst>
                <a:path w="3271" h="42690" extrusionOk="0">
                  <a:moveTo>
                    <a:pt x="3270" y="0"/>
                  </a:moveTo>
                  <a:cubicBezTo>
                    <a:pt x="1466" y="2"/>
                    <a:pt x="4" y="1464"/>
                    <a:pt x="1" y="3270"/>
                  </a:cubicBezTo>
                  <a:lnTo>
                    <a:pt x="1" y="42689"/>
                  </a:lnTo>
                  <a:lnTo>
                    <a:pt x="641" y="42689"/>
                  </a:lnTo>
                  <a:lnTo>
                    <a:pt x="641" y="3270"/>
                  </a:lnTo>
                  <a:cubicBezTo>
                    <a:pt x="642" y="1818"/>
                    <a:pt x="1819" y="640"/>
                    <a:pt x="3270" y="639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5050725" y="488750"/>
              <a:ext cx="81750" cy="1694450"/>
            </a:xfrm>
            <a:custGeom>
              <a:avLst/>
              <a:gdLst/>
              <a:ahLst/>
              <a:cxnLst/>
              <a:rect l="l" t="t" r="r" b="b"/>
              <a:pathLst>
                <a:path w="3270" h="67778" extrusionOk="0">
                  <a:moveTo>
                    <a:pt x="3270" y="0"/>
                  </a:moveTo>
                  <a:cubicBezTo>
                    <a:pt x="1465" y="3"/>
                    <a:pt x="2" y="1467"/>
                    <a:pt x="0" y="3271"/>
                  </a:cubicBezTo>
                  <a:lnTo>
                    <a:pt x="0" y="67778"/>
                  </a:lnTo>
                  <a:lnTo>
                    <a:pt x="641" y="67778"/>
                  </a:lnTo>
                  <a:lnTo>
                    <a:pt x="641" y="3271"/>
                  </a:lnTo>
                  <a:cubicBezTo>
                    <a:pt x="642" y="1819"/>
                    <a:pt x="1818" y="642"/>
                    <a:pt x="3270" y="640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5544850" y="1122425"/>
              <a:ext cx="111975" cy="1161400"/>
            </a:xfrm>
            <a:custGeom>
              <a:avLst/>
              <a:gdLst/>
              <a:ahLst/>
              <a:cxnLst/>
              <a:rect l="l" t="t" r="r" b="b"/>
              <a:pathLst>
                <a:path w="4479" h="46456" extrusionOk="0">
                  <a:moveTo>
                    <a:pt x="1" y="1"/>
                  </a:moveTo>
                  <a:lnTo>
                    <a:pt x="1" y="639"/>
                  </a:lnTo>
                  <a:lnTo>
                    <a:pt x="806" y="639"/>
                  </a:lnTo>
                  <a:cubicBezTo>
                    <a:pt x="2480" y="642"/>
                    <a:pt x="3836" y="1999"/>
                    <a:pt x="3839" y="3672"/>
                  </a:cubicBezTo>
                  <a:lnTo>
                    <a:pt x="3839" y="46456"/>
                  </a:lnTo>
                  <a:lnTo>
                    <a:pt x="4478" y="46456"/>
                  </a:lnTo>
                  <a:lnTo>
                    <a:pt x="4478" y="3672"/>
                  </a:lnTo>
                  <a:cubicBezTo>
                    <a:pt x="4475" y="1646"/>
                    <a:pt x="2833" y="4"/>
                    <a:pt x="8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5023700" y="682675"/>
              <a:ext cx="349025" cy="911850"/>
            </a:xfrm>
            <a:custGeom>
              <a:avLst/>
              <a:gdLst/>
              <a:ahLst/>
              <a:cxnLst/>
              <a:rect l="l" t="t" r="r" b="b"/>
              <a:pathLst>
                <a:path w="13961" h="36474" extrusionOk="0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5020950" y="680025"/>
              <a:ext cx="354425" cy="917250"/>
            </a:xfrm>
            <a:custGeom>
              <a:avLst/>
              <a:gdLst/>
              <a:ahLst/>
              <a:cxnLst/>
              <a:rect l="l" t="t" r="r" b="b"/>
              <a:pathLst>
                <a:path w="14177" h="36690" extrusionOk="0">
                  <a:moveTo>
                    <a:pt x="12739" y="214"/>
                  </a:moveTo>
                  <a:cubicBezTo>
                    <a:pt x="13415" y="215"/>
                    <a:pt x="13963" y="763"/>
                    <a:pt x="13963" y="1437"/>
                  </a:cubicBezTo>
                  <a:lnTo>
                    <a:pt x="13963" y="35251"/>
                  </a:lnTo>
                  <a:cubicBezTo>
                    <a:pt x="13962" y="35927"/>
                    <a:pt x="13415" y="36475"/>
                    <a:pt x="12739" y="36475"/>
                  </a:cubicBezTo>
                  <a:lnTo>
                    <a:pt x="1437" y="36475"/>
                  </a:lnTo>
                  <a:cubicBezTo>
                    <a:pt x="761" y="36475"/>
                    <a:pt x="215" y="35927"/>
                    <a:pt x="213" y="35251"/>
                  </a:cubicBezTo>
                  <a:lnTo>
                    <a:pt x="213" y="1446"/>
                  </a:lnTo>
                  <a:cubicBezTo>
                    <a:pt x="215" y="770"/>
                    <a:pt x="761" y="224"/>
                    <a:pt x="1437" y="223"/>
                  </a:cubicBezTo>
                  <a:lnTo>
                    <a:pt x="12739" y="214"/>
                  </a:lnTo>
                  <a:close/>
                  <a:moveTo>
                    <a:pt x="1437" y="1"/>
                  </a:moveTo>
                  <a:cubicBezTo>
                    <a:pt x="645" y="4"/>
                    <a:pt x="2" y="645"/>
                    <a:pt x="0" y="1437"/>
                  </a:cubicBezTo>
                  <a:lnTo>
                    <a:pt x="0" y="35251"/>
                  </a:lnTo>
                  <a:cubicBezTo>
                    <a:pt x="2" y="36045"/>
                    <a:pt x="645" y="36687"/>
                    <a:pt x="1437" y="36690"/>
                  </a:cubicBezTo>
                  <a:lnTo>
                    <a:pt x="12739" y="36690"/>
                  </a:lnTo>
                  <a:cubicBezTo>
                    <a:pt x="13533" y="36688"/>
                    <a:pt x="14176" y="36045"/>
                    <a:pt x="14176" y="35251"/>
                  </a:cubicBezTo>
                  <a:lnTo>
                    <a:pt x="14176" y="1437"/>
                  </a:lnTo>
                  <a:cubicBezTo>
                    <a:pt x="14176" y="644"/>
                    <a:pt x="13533" y="2"/>
                    <a:pt x="127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5023700" y="682675"/>
              <a:ext cx="349025" cy="911850"/>
            </a:xfrm>
            <a:custGeom>
              <a:avLst/>
              <a:gdLst/>
              <a:ahLst/>
              <a:cxnLst/>
              <a:rect l="l" t="t" r="r" b="b"/>
              <a:pathLst>
                <a:path w="13961" h="36474" extrusionOk="0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4651575" y="2141725"/>
              <a:ext cx="93125" cy="121950"/>
            </a:xfrm>
            <a:custGeom>
              <a:avLst/>
              <a:gdLst/>
              <a:ahLst/>
              <a:cxnLst/>
              <a:rect l="l" t="t" r="r" b="b"/>
              <a:pathLst>
                <a:path w="3725" h="4878" extrusionOk="0">
                  <a:moveTo>
                    <a:pt x="1863" y="0"/>
                  </a:moveTo>
                  <a:cubicBezTo>
                    <a:pt x="834" y="0"/>
                    <a:pt x="0" y="834"/>
                    <a:pt x="0" y="1863"/>
                  </a:cubicBezTo>
                  <a:lnTo>
                    <a:pt x="0" y="2600"/>
                  </a:lnTo>
                  <a:lnTo>
                    <a:pt x="641" y="2600"/>
                  </a:lnTo>
                  <a:lnTo>
                    <a:pt x="641" y="1863"/>
                  </a:lnTo>
                  <a:cubicBezTo>
                    <a:pt x="641" y="1187"/>
                    <a:pt x="1187" y="640"/>
                    <a:pt x="1863" y="640"/>
                  </a:cubicBezTo>
                  <a:cubicBezTo>
                    <a:pt x="2538" y="640"/>
                    <a:pt x="3084" y="1187"/>
                    <a:pt x="3084" y="1863"/>
                  </a:cubicBezTo>
                  <a:lnTo>
                    <a:pt x="3084" y="4878"/>
                  </a:lnTo>
                  <a:lnTo>
                    <a:pt x="3724" y="4878"/>
                  </a:lnTo>
                  <a:lnTo>
                    <a:pt x="3724" y="1863"/>
                  </a:lnTo>
                  <a:cubicBezTo>
                    <a:pt x="3724" y="834"/>
                    <a:pt x="2891" y="0"/>
                    <a:pt x="18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5665950" y="2141675"/>
              <a:ext cx="93150" cy="122000"/>
            </a:xfrm>
            <a:custGeom>
              <a:avLst/>
              <a:gdLst/>
              <a:ahLst/>
              <a:cxnLst/>
              <a:rect l="l" t="t" r="r" b="b"/>
              <a:pathLst>
                <a:path w="3726" h="4880" extrusionOk="0">
                  <a:moveTo>
                    <a:pt x="1864" y="1"/>
                  </a:moveTo>
                  <a:cubicBezTo>
                    <a:pt x="1863" y="1"/>
                    <a:pt x="1862" y="1"/>
                    <a:pt x="1862" y="1"/>
                  </a:cubicBezTo>
                  <a:cubicBezTo>
                    <a:pt x="833" y="2"/>
                    <a:pt x="0" y="836"/>
                    <a:pt x="2" y="1865"/>
                  </a:cubicBezTo>
                  <a:lnTo>
                    <a:pt x="2" y="4880"/>
                  </a:lnTo>
                  <a:lnTo>
                    <a:pt x="642" y="4880"/>
                  </a:lnTo>
                  <a:lnTo>
                    <a:pt x="642" y="1860"/>
                  </a:lnTo>
                  <a:cubicBezTo>
                    <a:pt x="642" y="1187"/>
                    <a:pt x="1189" y="641"/>
                    <a:pt x="1862" y="641"/>
                  </a:cubicBezTo>
                  <a:cubicBezTo>
                    <a:pt x="1863" y="641"/>
                    <a:pt x="1864" y="641"/>
                    <a:pt x="1864" y="641"/>
                  </a:cubicBezTo>
                  <a:cubicBezTo>
                    <a:pt x="2540" y="641"/>
                    <a:pt x="3085" y="1189"/>
                    <a:pt x="3085" y="1865"/>
                  </a:cubicBezTo>
                  <a:lnTo>
                    <a:pt x="3085" y="2602"/>
                  </a:lnTo>
                  <a:lnTo>
                    <a:pt x="3726" y="2602"/>
                  </a:lnTo>
                  <a:lnTo>
                    <a:pt x="3726" y="1860"/>
                  </a:lnTo>
                  <a:cubicBezTo>
                    <a:pt x="3724" y="834"/>
                    <a:pt x="2890" y="1"/>
                    <a:pt x="18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5759775" y="2143250"/>
              <a:ext cx="93200" cy="120425"/>
            </a:xfrm>
            <a:custGeom>
              <a:avLst/>
              <a:gdLst/>
              <a:ahLst/>
              <a:cxnLst/>
              <a:rect l="l" t="t" r="r" b="b"/>
              <a:pathLst>
                <a:path w="3728" h="4817" extrusionOk="0">
                  <a:moveTo>
                    <a:pt x="1862" y="1"/>
                  </a:moveTo>
                  <a:cubicBezTo>
                    <a:pt x="862" y="1"/>
                    <a:pt x="36" y="795"/>
                    <a:pt x="1" y="1802"/>
                  </a:cubicBezTo>
                  <a:lnTo>
                    <a:pt x="1" y="4817"/>
                  </a:lnTo>
                  <a:lnTo>
                    <a:pt x="641" y="4817"/>
                  </a:lnTo>
                  <a:lnTo>
                    <a:pt x="641" y="1802"/>
                  </a:lnTo>
                  <a:cubicBezTo>
                    <a:pt x="668" y="1165"/>
                    <a:pt x="1177" y="655"/>
                    <a:pt x="1813" y="629"/>
                  </a:cubicBezTo>
                  <a:cubicBezTo>
                    <a:pt x="1830" y="628"/>
                    <a:pt x="1846" y="628"/>
                    <a:pt x="1863" y="628"/>
                  </a:cubicBezTo>
                  <a:cubicBezTo>
                    <a:pt x="2517" y="628"/>
                    <a:pt x="3060" y="1143"/>
                    <a:pt x="3087" y="1802"/>
                  </a:cubicBezTo>
                  <a:lnTo>
                    <a:pt x="3087" y="2539"/>
                  </a:lnTo>
                  <a:lnTo>
                    <a:pt x="3728" y="2539"/>
                  </a:lnTo>
                  <a:lnTo>
                    <a:pt x="3728" y="1802"/>
                  </a:lnTo>
                  <a:cubicBezTo>
                    <a:pt x="3693" y="821"/>
                    <a:pt x="2907" y="35"/>
                    <a:pt x="1928" y="2"/>
                  </a:cubicBezTo>
                  <a:cubicBezTo>
                    <a:pt x="1906" y="1"/>
                    <a:pt x="1884" y="1"/>
                    <a:pt x="18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554500" y="2143250"/>
              <a:ext cx="93150" cy="120425"/>
            </a:xfrm>
            <a:custGeom>
              <a:avLst/>
              <a:gdLst/>
              <a:ahLst/>
              <a:cxnLst/>
              <a:rect l="l" t="t" r="r" b="b"/>
              <a:pathLst>
                <a:path w="3726" h="4817" extrusionOk="0">
                  <a:moveTo>
                    <a:pt x="1860" y="1"/>
                  </a:moveTo>
                  <a:cubicBezTo>
                    <a:pt x="862" y="1"/>
                    <a:pt x="34" y="795"/>
                    <a:pt x="0" y="1802"/>
                  </a:cubicBezTo>
                  <a:lnTo>
                    <a:pt x="0" y="2539"/>
                  </a:lnTo>
                  <a:lnTo>
                    <a:pt x="641" y="2539"/>
                  </a:lnTo>
                  <a:lnTo>
                    <a:pt x="641" y="1802"/>
                  </a:lnTo>
                  <a:cubicBezTo>
                    <a:pt x="667" y="1165"/>
                    <a:pt x="1177" y="655"/>
                    <a:pt x="1812" y="629"/>
                  </a:cubicBezTo>
                  <a:cubicBezTo>
                    <a:pt x="1829" y="628"/>
                    <a:pt x="1846" y="628"/>
                    <a:pt x="1862" y="628"/>
                  </a:cubicBezTo>
                  <a:cubicBezTo>
                    <a:pt x="2516" y="628"/>
                    <a:pt x="3059" y="1143"/>
                    <a:pt x="3087" y="1802"/>
                  </a:cubicBezTo>
                  <a:lnTo>
                    <a:pt x="3087" y="4817"/>
                  </a:lnTo>
                  <a:lnTo>
                    <a:pt x="3726" y="4817"/>
                  </a:lnTo>
                  <a:lnTo>
                    <a:pt x="3726" y="1802"/>
                  </a:lnTo>
                  <a:cubicBezTo>
                    <a:pt x="3693" y="821"/>
                    <a:pt x="2907" y="35"/>
                    <a:pt x="1926" y="2"/>
                  </a:cubicBezTo>
                  <a:cubicBezTo>
                    <a:pt x="1904" y="1"/>
                    <a:pt x="1882" y="1"/>
                    <a:pt x="1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486150" y="2221975"/>
              <a:ext cx="1424225" cy="109975"/>
            </a:xfrm>
            <a:custGeom>
              <a:avLst/>
              <a:gdLst/>
              <a:ahLst/>
              <a:cxnLst/>
              <a:rect l="l" t="t" r="r" b="b"/>
              <a:pathLst>
                <a:path w="56969" h="4399" extrusionOk="0">
                  <a:moveTo>
                    <a:pt x="1" y="0"/>
                  </a:moveTo>
                  <a:lnTo>
                    <a:pt x="1" y="4399"/>
                  </a:lnTo>
                  <a:lnTo>
                    <a:pt x="56969" y="4399"/>
                  </a:lnTo>
                  <a:lnTo>
                    <a:pt x="5696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4483475" y="2219300"/>
              <a:ext cx="1429500" cy="115400"/>
            </a:xfrm>
            <a:custGeom>
              <a:avLst/>
              <a:gdLst/>
              <a:ahLst/>
              <a:cxnLst/>
              <a:rect l="l" t="t" r="r" b="b"/>
              <a:pathLst>
                <a:path w="57180" h="4616" extrusionOk="0">
                  <a:moveTo>
                    <a:pt x="56967" y="213"/>
                  </a:moveTo>
                  <a:lnTo>
                    <a:pt x="56967" y="4401"/>
                  </a:lnTo>
                  <a:lnTo>
                    <a:pt x="213" y="4401"/>
                  </a:lnTo>
                  <a:lnTo>
                    <a:pt x="212" y="213"/>
                  </a:lnTo>
                  <a:close/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4509"/>
                  </a:lnTo>
                  <a:cubicBezTo>
                    <a:pt x="0" y="4568"/>
                    <a:pt x="48" y="4616"/>
                    <a:pt x="108" y="4616"/>
                  </a:cubicBezTo>
                  <a:lnTo>
                    <a:pt x="57074" y="4616"/>
                  </a:lnTo>
                  <a:cubicBezTo>
                    <a:pt x="57129" y="4616"/>
                    <a:pt x="57175" y="4573"/>
                    <a:pt x="57180" y="4518"/>
                  </a:cubicBezTo>
                  <a:lnTo>
                    <a:pt x="57180" y="107"/>
                  </a:lnTo>
                  <a:cubicBezTo>
                    <a:pt x="57180" y="48"/>
                    <a:pt x="57132" y="0"/>
                    <a:pt x="570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4532300" y="2189925"/>
              <a:ext cx="53675" cy="33550"/>
            </a:xfrm>
            <a:custGeom>
              <a:avLst/>
              <a:gdLst/>
              <a:ahLst/>
              <a:cxnLst/>
              <a:rect l="l" t="t" r="r" b="b"/>
              <a:pathLst>
                <a:path w="2147" h="1342" extrusionOk="0">
                  <a:moveTo>
                    <a:pt x="1" y="0"/>
                  </a:moveTo>
                  <a:lnTo>
                    <a:pt x="1" y="1342"/>
                  </a:lnTo>
                  <a:lnTo>
                    <a:pt x="2147" y="1342"/>
                  </a:lnTo>
                  <a:lnTo>
                    <a:pt x="21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4632925" y="2189925"/>
              <a:ext cx="53675" cy="33550"/>
            </a:xfrm>
            <a:custGeom>
              <a:avLst/>
              <a:gdLst/>
              <a:ahLst/>
              <a:cxnLst/>
              <a:rect l="l" t="t" r="r" b="b"/>
              <a:pathLst>
                <a:path w="2147" h="1342" extrusionOk="0">
                  <a:moveTo>
                    <a:pt x="1" y="0"/>
                  </a:moveTo>
                  <a:lnTo>
                    <a:pt x="1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719250" y="2189925"/>
              <a:ext cx="53625" cy="33550"/>
            </a:xfrm>
            <a:custGeom>
              <a:avLst/>
              <a:gdLst/>
              <a:ahLst/>
              <a:cxnLst/>
              <a:rect l="l" t="t" r="r" b="b"/>
              <a:pathLst>
                <a:path w="2145" h="1342" extrusionOk="0">
                  <a:moveTo>
                    <a:pt x="0" y="0"/>
                  </a:moveTo>
                  <a:lnTo>
                    <a:pt x="0" y="1342"/>
                  </a:lnTo>
                  <a:lnTo>
                    <a:pt x="2145" y="1342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5819800" y="2189925"/>
              <a:ext cx="53650" cy="33550"/>
            </a:xfrm>
            <a:custGeom>
              <a:avLst/>
              <a:gdLst/>
              <a:ahLst/>
              <a:cxnLst/>
              <a:rect l="l" t="t" r="r" b="b"/>
              <a:pathLst>
                <a:path w="2146" h="1342" extrusionOk="0">
                  <a:moveTo>
                    <a:pt x="0" y="0"/>
                  </a:moveTo>
                  <a:lnTo>
                    <a:pt x="0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5151375" y="1601450"/>
              <a:ext cx="93750" cy="179275"/>
            </a:xfrm>
            <a:custGeom>
              <a:avLst/>
              <a:gdLst/>
              <a:ahLst/>
              <a:cxnLst/>
              <a:rect l="l" t="t" r="r" b="b"/>
              <a:pathLst>
                <a:path w="3750" h="7171" extrusionOk="0">
                  <a:moveTo>
                    <a:pt x="0" y="1"/>
                  </a:moveTo>
                  <a:lnTo>
                    <a:pt x="0" y="7170"/>
                  </a:lnTo>
                  <a:lnTo>
                    <a:pt x="3749" y="7170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5148725" y="1598775"/>
              <a:ext cx="99050" cy="184650"/>
            </a:xfrm>
            <a:custGeom>
              <a:avLst/>
              <a:gdLst/>
              <a:ahLst/>
              <a:cxnLst/>
              <a:rect l="l" t="t" r="r" b="b"/>
              <a:pathLst>
                <a:path w="3962" h="7386" extrusionOk="0">
                  <a:moveTo>
                    <a:pt x="3747" y="214"/>
                  </a:moveTo>
                  <a:lnTo>
                    <a:pt x="3747" y="7173"/>
                  </a:lnTo>
                  <a:lnTo>
                    <a:pt x="214" y="7173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7279"/>
                  </a:lnTo>
                  <a:cubicBezTo>
                    <a:pt x="1" y="7338"/>
                    <a:pt x="48" y="7386"/>
                    <a:pt x="108" y="7386"/>
                  </a:cubicBezTo>
                  <a:lnTo>
                    <a:pt x="3854" y="7386"/>
                  </a:lnTo>
                  <a:cubicBezTo>
                    <a:pt x="3914" y="7386"/>
                    <a:pt x="3961" y="7338"/>
                    <a:pt x="3961" y="7279"/>
                  </a:cubicBezTo>
                  <a:lnTo>
                    <a:pt x="3961" y="108"/>
                  </a:lnTo>
                  <a:cubicBezTo>
                    <a:pt x="3961" y="48"/>
                    <a:pt x="3914" y="1"/>
                    <a:pt x="38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5127725" y="1682950"/>
              <a:ext cx="141075" cy="179275"/>
            </a:xfrm>
            <a:custGeom>
              <a:avLst/>
              <a:gdLst/>
              <a:ahLst/>
              <a:cxnLst/>
              <a:rect l="l" t="t" r="r" b="b"/>
              <a:pathLst>
                <a:path w="5643" h="7171" extrusionOk="0">
                  <a:moveTo>
                    <a:pt x="1" y="0"/>
                  </a:moveTo>
                  <a:lnTo>
                    <a:pt x="1" y="7171"/>
                  </a:lnTo>
                  <a:lnTo>
                    <a:pt x="5642" y="7171"/>
                  </a:lnTo>
                  <a:lnTo>
                    <a:pt x="56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125050" y="1680250"/>
              <a:ext cx="146400" cy="184625"/>
            </a:xfrm>
            <a:custGeom>
              <a:avLst/>
              <a:gdLst/>
              <a:ahLst/>
              <a:cxnLst/>
              <a:rect l="l" t="t" r="r" b="b"/>
              <a:pathLst>
                <a:path w="5856" h="7385" extrusionOk="0">
                  <a:moveTo>
                    <a:pt x="5641" y="214"/>
                  </a:moveTo>
                  <a:lnTo>
                    <a:pt x="5641" y="7172"/>
                  </a:lnTo>
                  <a:lnTo>
                    <a:pt x="203" y="7172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7279"/>
                  </a:lnTo>
                  <a:cubicBezTo>
                    <a:pt x="1" y="7337"/>
                    <a:pt x="48" y="7385"/>
                    <a:pt x="108" y="7385"/>
                  </a:cubicBezTo>
                  <a:lnTo>
                    <a:pt x="5748" y="7385"/>
                  </a:lnTo>
                  <a:cubicBezTo>
                    <a:pt x="5808" y="7385"/>
                    <a:pt x="5855" y="7337"/>
                    <a:pt x="5855" y="7279"/>
                  </a:cubicBezTo>
                  <a:lnTo>
                    <a:pt x="5855" y="107"/>
                  </a:lnTo>
                  <a:cubicBezTo>
                    <a:pt x="5855" y="49"/>
                    <a:pt x="5806" y="1"/>
                    <a:pt x="57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5101450" y="1825500"/>
              <a:ext cx="193550" cy="378925"/>
            </a:xfrm>
            <a:custGeom>
              <a:avLst/>
              <a:gdLst/>
              <a:ahLst/>
              <a:cxnLst/>
              <a:rect l="l" t="t" r="r" b="b"/>
              <a:pathLst>
                <a:path w="7742" h="15157" extrusionOk="0">
                  <a:moveTo>
                    <a:pt x="1" y="1"/>
                  </a:moveTo>
                  <a:lnTo>
                    <a:pt x="1" y="15157"/>
                  </a:lnTo>
                  <a:lnTo>
                    <a:pt x="7742" y="15157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5098775" y="1823075"/>
              <a:ext cx="198975" cy="384025"/>
            </a:xfrm>
            <a:custGeom>
              <a:avLst/>
              <a:gdLst/>
              <a:ahLst/>
              <a:cxnLst/>
              <a:rect l="l" t="t" r="r" b="b"/>
              <a:pathLst>
                <a:path w="7959" h="15361" extrusionOk="0">
                  <a:moveTo>
                    <a:pt x="7741" y="205"/>
                  </a:moveTo>
                  <a:lnTo>
                    <a:pt x="7741" y="15148"/>
                  </a:lnTo>
                  <a:lnTo>
                    <a:pt x="213" y="15148"/>
                  </a:lnTo>
                  <a:lnTo>
                    <a:pt x="213" y="205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15255"/>
                  </a:lnTo>
                  <a:cubicBezTo>
                    <a:pt x="2" y="15313"/>
                    <a:pt x="48" y="15359"/>
                    <a:pt x="108" y="15361"/>
                  </a:cubicBezTo>
                  <a:lnTo>
                    <a:pt x="7855" y="15361"/>
                  </a:lnTo>
                  <a:cubicBezTo>
                    <a:pt x="7914" y="15358"/>
                    <a:pt x="7959" y="15307"/>
                    <a:pt x="7954" y="15248"/>
                  </a:cubicBezTo>
                  <a:lnTo>
                    <a:pt x="7954" y="107"/>
                  </a:lnTo>
                  <a:cubicBezTo>
                    <a:pt x="7954" y="49"/>
                    <a:pt x="7907" y="1"/>
                    <a:pt x="784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4820050" y="1391300"/>
              <a:ext cx="767750" cy="246350"/>
            </a:xfrm>
            <a:custGeom>
              <a:avLst/>
              <a:gdLst/>
              <a:ahLst/>
              <a:cxnLst/>
              <a:rect l="l" t="t" r="r" b="b"/>
              <a:pathLst>
                <a:path w="30710" h="9854" extrusionOk="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4817325" y="1388250"/>
              <a:ext cx="773125" cy="252300"/>
            </a:xfrm>
            <a:custGeom>
              <a:avLst/>
              <a:gdLst/>
              <a:ahLst/>
              <a:cxnLst/>
              <a:rect l="l" t="t" r="r" b="b"/>
              <a:pathLst>
                <a:path w="30925" h="10092" extrusionOk="0">
                  <a:moveTo>
                    <a:pt x="29785" y="270"/>
                  </a:moveTo>
                  <a:cubicBezTo>
                    <a:pt x="30104" y="393"/>
                    <a:pt x="30638" y="670"/>
                    <a:pt x="30707" y="1032"/>
                  </a:cubicBezTo>
                  <a:cubicBezTo>
                    <a:pt x="30303" y="1845"/>
                    <a:pt x="30058" y="2726"/>
                    <a:pt x="29982" y="3630"/>
                  </a:cubicBezTo>
                  <a:cubicBezTo>
                    <a:pt x="29952" y="4632"/>
                    <a:pt x="29986" y="5636"/>
                    <a:pt x="30085" y="6635"/>
                  </a:cubicBezTo>
                  <a:cubicBezTo>
                    <a:pt x="30184" y="7988"/>
                    <a:pt x="30289" y="9388"/>
                    <a:pt x="30015" y="9663"/>
                  </a:cubicBezTo>
                  <a:cubicBezTo>
                    <a:pt x="29832" y="9809"/>
                    <a:pt x="28234" y="9869"/>
                    <a:pt x="25874" y="9869"/>
                  </a:cubicBezTo>
                  <a:cubicBezTo>
                    <a:pt x="22951" y="9869"/>
                    <a:pt x="18859" y="9777"/>
                    <a:pt x="14841" y="9641"/>
                  </a:cubicBezTo>
                  <a:cubicBezTo>
                    <a:pt x="11160" y="9777"/>
                    <a:pt x="7408" y="9869"/>
                    <a:pt x="4725" y="9869"/>
                  </a:cubicBezTo>
                  <a:cubicBezTo>
                    <a:pt x="2558" y="9869"/>
                    <a:pt x="1089" y="9809"/>
                    <a:pt x="916" y="9663"/>
                  </a:cubicBezTo>
                  <a:cubicBezTo>
                    <a:pt x="631" y="9388"/>
                    <a:pt x="742" y="7988"/>
                    <a:pt x="843" y="6635"/>
                  </a:cubicBezTo>
                  <a:cubicBezTo>
                    <a:pt x="940" y="5636"/>
                    <a:pt x="974" y="4632"/>
                    <a:pt x="946" y="3630"/>
                  </a:cubicBezTo>
                  <a:cubicBezTo>
                    <a:pt x="870" y="2726"/>
                    <a:pt x="625" y="1845"/>
                    <a:pt x="221" y="1032"/>
                  </a:cubicBezTo>
                  <a:cubicBezTo>
                    <a:pt x="293" y="670"/>
                    <a:pt x="824" y="393"/>
                    <a:pt x="1146" y="270"/>
                  </a:cubicBezTo>
                  <a:cubicBezTo>
                    <a:pt x="1216" y="1165"/>
                    <a:pt x="1344" y="2053"/>
                    <a:pt x="1531" y="2930"/>
                  </a:cubicBezTo>
                  <a:cubicBezTo>
                    <a:pt x="1920" y="4681"/>
                    <a:pt x="1595" y="7113"/>
                    <a:pt x="1595" y="7138"/>
                  </a:cubicBezTo>
                  <a:cubicBezTo>
                    <a:pt x="1591" y="7169"/>
                    <a:pt x="1601" y="7201"/>
                    <a:pt x="1622" y="7223"/>
                  </a:cubicBezTo>
                  <a:cubicBezTo>
                    <a:pt x="1642" y="7247"/>
                    <a:pt x="1671" y="7259"/>
                    <a:pt x="1703" y="7260"/>
                  </a:cubicBezTo>
                  <a:lnTo>
                    <a:pt x="29225" y="7260"/>
                  </a:lnTo>
                  <a:cubicBezTo>
                    <a:pt x="29255" y="7259"/>
                    <a:pt x="29285" y="7245"/>
                    <a:pt x="29306" y="7223"/>
                  </a:cubicBezTo>
                  <a:cubicBezTo>
                    <a:pt x="29325" y="7199"/>
                    <a:pt x="29336" y="7169"/>
                    <a:pt x="29331" y="7138"/>
                  </a:cubicBezTo>
                  <a:cubicBezTo>
                    <a:pt x="29327" y="7114"/>
                    <a:pt x="29008" y="4681"/>
                    <a:pt x="29395" y="2930"/>
                  </a:cubicBezTo>
                  <a:cubicBezTo>
                    <a:pt x="29584" y="2053"/>
                    <a:pt x="29715" y="1165"/>
                    <a:pt x="29785" y="270"/>
                  </a:cubicBezTo>
                  <a:close/>
                  <a:moveTo>
                    <a:pt x="1235" y="0"/>
                  </a:moveTo>
                  <a:cubicBezTo>
                    <a:pt x="1225" y="0"/>
                    <a:pt x="1215" y="2"/>
                    <a:pt x="1205" y="5"/>
                  </a:cubicBezTo>
                  <a:cubicBezTo>
                    <a:pt x="1159" y="20"/>
                    <a:pt x="78" y="365"/>
                    <a:pt x="2" y="1025"/>
                  </a:cubicBezTo>
                  <a:cubicBezTo>
                    <a:pt x="1" y="1045"/>
                    <a:pt x="5" y="1068"/>
                    <a:pt x="16" y="1086"/>
                  </a:cubicBezTo>
                  <a:cubicBezTo>
                    <a:pt x="412" y="1882"/>
                    <a:pt x="654" y="2744"/>
                    <a:pt x="732" y="3630"/>
                  </a:cubicBezTo>
                  <a:cubicBezTo>
                    <a:pt x="762" y="4626"/>
                    <a:pt x="727" y="5624"/>
                    <a:pt x="631" y="6616"/>
                  </a:cubicBezTo>
                  <a:cubicBezTo>
                    <a:pt x="499" y="8386"/>
                    <a:pt x="435" y="9486"/>
                    <a:pt x="765" y="9814"/>
                  </a:cubicBezTo>
                  <a:cubicBezTo>
                    <a:pt x="964" y="10015"/>
                    <a:pt x="2693" y="10083"/>
                    <a:pt x="4939" y="10083"/>
                  </a:cubicBezTo>
                  <a:cubicBezTo>
                    <a:pt x="8160" y="10083"/>
                    <a:pt x="12448" y="9943"/>
                    <a:pt x="14841" y="9863"/>
                  </a:cubicBezTo>
                  <a:cubicBezTo>
                    <a:pt x="17458" y="9952"/>
                    <a:pt x="22133" y="10092"/>
                    <a:pt x="25637" y="10092"/>
                  </a:cubicBezTo>
                  <a:cubicBezTo>
                    <a:pt x="28086" y="10092"/>
                    <a:pt x="29963" y="10024"/>
                    <a:pt x="30163" y="9823"/>
                  </a:cubicBezTo>
                  <a:cubicBezTo>
                    <a:pt x="30493" y="9491"/>
                    <a:pt x="30428" y="8389"/>
                    <a:pt x="30297" y="6624"/>
                  </a:cubicBezTo>
                  <a:cubicBezTo>
                    <a:pt x="30201" y="5631"/>
                    <a:pt x="30165" y="4635"/>
                    <a:pt x="30193" y="3638"/>
                  </a:cubicBezTo>
                  <a:cubicBezTo>
                    <a:pt x="30272" y="2753"/>
                    <a:pt x="30515" y="1890"/>
                    <a:pt x="30912" y="1095"/>
                  </a:cubicBezTo>
                  <a:cubicBezTo>
                    <a:pt x="30921" y="1075"/>
                    <a:pt x="30924" y="1053"/>
                    <a:pt x="30923" y="1032"/>
                  </a:cubicBezTo>
                  <a:cubicBezTo>
                    <a:pt x="30850" y="374"/>
                    <a:pt x="29767" y="28"/>
                    <a:pt x="29721" y="14"/>
                  </a:cubicBezTo>
                  <a:cubicBezTo>
                    <a:pt x="29715" y="11"/>
                    <a:pt x="29709" y="9"/>
                    <a:pt x="29703" y="9"/>
                  </a:cubicBezTo>
                  <a:cubicBezTo>
                    <a:pt x="29699" y="9"/>
                    <a:pt x="29694" y="8"/>
                    <a:pt x="29689" y="8"/>
                  </a:cubicBezTo>
                  <a:cubicBezTo>
                    <a:pt x="29636" y="8"/>
                    <a:pt x="29591" y="47"/>
                    <a:pt x="29583" y="100"/>
                  </a:cubicBezTo>
                  <a:cubicBezTo>
                    <a:pt x="29517" y="1032"/>
                    <a:pt x="29385" y="1958"/>
                    <a:pt x="29188" y="2872"/>
                  </a:cubicBezTo>
                  <a:cubicBezTo>
                    <a:pt x="28841" y="4436"/>
                    <a:pt x="29045" y="6514"/>
                    <a:pt x="29105" y="7035"/>
                  </a:cubicBezTo>
                  <a:lnTo>
                    <a:pt x="1822" y="7035"/>
                  </a:lnTo>
                  <a:cubicBezTo>
                    <a:pt x="1881" y="6514"/>
                    <a:pt x="2087" y="4436"/>
                    <a:pt x="1738" y="2872"/>
                  </a:cubicBezTo>
                  <a:cubicBezTo>
                    <a:pt x="1543" y="1960"/>
                    <a:pt x="1411" y="1032"/>
                    <a:pt x="1344" y="100"/>
                  </a:cubicBezTo>
                  <a:cubicBezTo>
                    <a:pt x="1344" y="92"/>
                    <a:pt x="1342" y="87"/>
                    <a:pt x="1341" y="79"/>
                  </a:cubicBezTo>
                  <a:cubicBezTo>
                    <a:pt x="1326" y="31"/>
                    <a:pt x="1283" y="0"/>
                    <a:pt x="12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4820050" y="1391300"/>
              <a:ext cx="767750" cy="246350"/>
            </a:xfrm>
            <a:custGeom>
              <a:avLst/>
              <a:gdLst/>
              <a:ahLst/>
              <a:cxnLst/>
              <a:rect l="l" t="t" r="r" b="b"/>
              <a:pathLst>
                <a:path w="30710" h="9854" extrusionOk="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4859875" y="1515575"/>
              <a:ext cx="688100" cy="51525"/>
            </a:xfrm>
            <a:custGeom>
              <a:avLst/>
              <a:gdLst/>
              <a:ahLst/>
              <a:cxnLst/>
              <a:rect l="l" t="t" r="r" b="b"/>
              <a:pathLst>
                <a:path w="27524" h="2061" extrusionOk="0">
                  <a:moveTo>
                    <a:pt x="8082" y="0"/>
                  </a:moveTo>
                  <a:cubicBezTo>
                    <a:pt x="4551" y="0"/>
                    <a:pt x="1820" y="40"/>
                    <a:pt x="1570" y="157"/>
                  </a:cubicBezTo>
                  <a:cubicBezTo>
                    <a:pt x="819" y="512"/>
                    <a:pt x="1" y="2060"/>
                    <a:pt x="1" y="2060"/>
                  </a:cubicBezTo>
                  <a:lnTo>
                    <a:pt x="27523" y="2060"/>
                  </a:lnTo>
                  <a:cubicBezTo>
                    <a:pt x="27081" y="299"/>
                    <a:pt x="25905" y="151"/>
                    <a:pt x="25523" y="151"/>
                  </a:cubicBezTo>
                  <a:cubicBezTo>
                    <a:pt x="25446" y="151"/>
                    <a:pt x="25402" y="157"/>
                    <a:pt x="25402" y="157"/>
                  </a:cubicBezTo>
                  <a:cubicBezTo>
                    <a:pt x="25402" y="157"/>
                    <a:pt x="15143" y="0"/>
                    <a:pt x="80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4857150" y="1512875"/>
              <a:ext cx="693775" cy="56975"/>
            </a:xfrm>
            <a:custGeom>
              <a:avLst/>
              <a:gdLst/>
              <a:ahLst/>
              <a:cxnLst/>
              <a:rect l="l" t="t" r="r" b="b"/>
              <a:pathLst>
                <a:path w="27751" h="2279" extrusionOk="0">
                  <a:moveTo>
                    <a:pt x="8446" y="222"/>
                  </a:moveTo>
                  <a:cubicBezTo>
                    <a:pt x="13428" y="222"/>
                    <a:pt x="20235" y="294"/>
                    <a:pt x="25521" y="374"/>
                  </a:cubicBezTo>
                  <a:cubicBezTo>
                    <a:pt x="25523" y="374"/>
                    <a:pt x="25561" y="370"/>
                    <a:pt x="25624" y="370"/>
                  </a:cubicBezTo>
                  <a:cubicBezTo>
                    <a:pt x="25961" y="370"/>
                    <a:pt x="27040" y="493"/>
                    <a:pt x="27489" y="2065"/>
                  </a:cubicBezTo>
                  <a:lnTo>
                    <a:pt x="291" y="2065"/>
                  </a:lnTo>
                  <a:cubicBezTo>
                    <a:pt x="518" y="1665"/>
                    <a:pt x="1162" y="633"/>
                    <a:pt x="1719" y="374"/>
                  </a:cubicBezTo>
                  <a:cubicBezTo>
                    <a:pt x="1959" y="263"/>
                    <a:pt x="4682" y="222"/>
                    <a:pt x="8446" y="222"/>
                  </a:cubicBezTo>
                  <a:close/>
                  <a:moveTo>
                    <a:pt x="8380" y="1"/>
                  </a:moveTo>
                  <a:cubicBezTo>
                    <a:pt x="4744" y="1"/>
                    <a:pt x="1909" y="44"/>
                    <a:pt x="1634" y="174"/>
                  </a:cubicBezTo>
                  <a:cubicBezTo>
                    <a:pt x="866" y="539"/>
                    <a:pt x="47" y="2056"/>
                    <a:pt x="14" y="2120"/>
                  </a:cubicBezTo>
                  <a:cubicBezTo>
                    <a:pt x="5" y="2135"/>
                    <a:pt x="2" y="2152"/>
                    <a:pt x="2" y="2170"/>
                  </a:cubicBezTo>
                  <a:cubicBezTo>
                    <a:pt x="1" y="2229"/>
                    <a:pt x="50" y="2278"/>
                    <a:pt x="110" y="2278"/>
                  </a:cubicBezTo>
                  <a:lnTo>
                    <a:pt x="27632" y="2278"/>
                  </a:lnTo>
                  <a:cubicBezTo>
                    <a:pt x="27635" y="2278"/>
                    <a:pt x="27638" y="2279"/>
                    <a:pt x="27641" y="2279"/>
                  </a:cubicBezTo>
                  <a:cubicBezTo>
                    <a:pt x="27673" y="2279"/>
                    <a:pt x="27704" y="2263"/>
                    <a:pt x="27723" y="2237"/>
                  </a:cubicBezTo>
                  <a:cubicBezTo>
                    <a:pt x="27743" y="2210"/>
                    <a:pt x="27750" y="2177"/>
                    <a:pt x="27743" y="2146"/>
                  </a:cubicBezTo>
                  <a:cubicBezTo>
                    <a:pt x="27284" y="306"/>
                    <a:pt x="26033" y="157"/>
                    <a:pt x="25639" y="157"/>
                  </a:cubicBezTo>
                  <a:cubicBezTo>
                    <a:pt x="25562" y="157"/>
                    <a:pt x="25518" y="162"/>
                    <a:pt x="25518" y="162"/>
                  </a:cubicBezTo>
                  <a:cubicBezTo>
                    <a:pt x="23996" y="139"/>
                    <a:pt x="14901" y="1"/>
                    <a:pt x="83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4722225" y="1351750"/>
              <a:ext cx="164625" cy="112750"/>
            </a:xfrm>
            <a:custGeom>
              <a:avLst/>
              <a:gdLst/>
              <a:ahLst/>
              <a:cxnLst/>
              <a:rect l="l" t="t" r="r" b="b"/>
              <a:pathLst>
                <a:path w="6585" h="4510" extrusionOk="0">
                  <a:moveTo>
                    <a:pt x="4075" y="0"/>
                  </a:moveTo>
                  <a:cubicBezTo>
                    <a:pt x="3716" y="0"/>
                    <a:pt x="3362" y="57"/>
                    <a:pt x="3053" y="193"/>
                  </a:cubicBezTo>
                  <a:cubicBezTo>
                    <a:pt x="1857" y="720"/>
                    <a:pt x="0" y="2578"/>
                    <a:pt x="730" y="3904"/>
                  </a:cubicBezTo>
                  <a:cubicBezTo>
                    <a:pt x="970" y="4339"/>
                    <a:pt x="1274" y="4510"/>
                    <a:pt x="1605" y="4510"/>
                  </a:cubicBezTo>
                  <a:cubicBezTo>
                    <a:pt x="2282" y="4510"/>
                    <a:pt x="3071" y="3795"/>
                    <a:pt x="3650" y="3172"/>
                  </a:cubicBezTo>
                  <a:cubicBezTo>
                    <a:pt x="4319" y="2451"/>
                    <a:pt x="5471" y="2371"/>
                    <a:pt x="5950" y="2371"/>
                  </a:cubicBezTo>
                  <a:cubicBezTo>
                    <a:pt x="6087" y="2371"/>
                    <a:pt x="6169" y="2377"/>
                    <a:pt x="6169" y="2377"/>
                  </a:cubicBezTo>
                  <a:cubicBezTo>
                    <a:pt x="6509" y="1944"/>
                    <a:pt x="6585" y="1362"/>
                    <a:pt x="6369" y="857"/>
                  </a:cubicBezTo>
                  <a:cubicBezTo>
                    <a:pt x="6171" y="463"/>
                    <a:pt x="5102" y="0"/>
                    <a:pt x="40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4732175" y="1349000"/>
              <a:ext cx="157625" cy="118175"/>
            </a:xfrm>
            <a:custGeom>
              <a:avLst/>
              <a:gdLst/>
              <a:ahLst/>
              <a:cxnLst/>
              <a:rect l="l" t="t" r="r" b="b"/>
              <a:pathLst>
                <a:path w="6305" h="4727" extrusionOk="0">
                  <a:moveTo>
                    <a:pt x="3630" y="209"/>
                  </a:moveTo>
                  <a:cubicBezTo>
                    <a:pt x="3645" y="209"/>
                    <a:pt x="3659" y="209"/>
                    <a:pt x="3673" y="209"/>
                  </a:cubicBezTo>
                  <a:cubicBezTo>
                    <a:pt x="4678" y="209"/>
                    <a:pt x="5710" y="683"/>
                    <a:pt x="5878" y="1009"/>
                  </a:cubicBezTo>
                  <a:cubicBezTo>
                    <a:pt x="6069" y="1460"/>
                    <a:pt x="6014" y="1978"/>
                    <a:pt x="5731" y="2379"/>
                  </a:cubicBezTo>
                  <a:cubicBezTo>
                    <a:pt x="5685" y="2376"/>
                    <a:pt x="5614" y="2372"/>
                    <a:pt x="5522" y="2372"/>
                  </a:cubicBezTo>
                  <a:cubicBezTo>
                    <a:pt x="5007" y="2372"/>
                    <a:pt x="3861" y="2471"/>
                    <a:pt x="3171" y="3209"/>
                  </a:cubicBezTo>
                  <a:cubicBezTo>
                    <a:pt x="2370" y="4075"/>
                    <a:pt x="1710" y="4513"/>
                    <a:pt x="1208" y="4513"/>
                  </a:cubicBezTo>
                  <a:cubicBezTo>
                    <a:pt x="1174" y="4513"/>
                    <a:pt x="1141" y="4510"/>
                    <a:pt x="1108" y="4506"/>
                  </a:cubicBezTo>
                  <a:cubicBezTo>
                    <a:pt x="803" y="4451"/>
                    <a:pt x="546" y="4246"/>
                    <a:pt x="426" y="3961"/>
                  </a:cubicBezTo>
                  <a:cubicBezTo>
                    <a:pt x="241" y="3601"/>
                    <a:pt x="222" y="3180"/>
                    <a:pt x="372" y="2805"/>
                  </a:cubicBezTo>
                  <a:cubicBezTo>
                    <a:pt x="709" y="1805"/>
                    <a:pt x="1843" y="777"/>
                    <a:pt x="2696" y="397"/>
                  </a:cubicBezTo>
                  <a:cubicBezTo>
                    <a:pt x="2992" y="273"/>
                    <a:pt x="3310" y="209"/>
                    <a:pt x="3630" y="209"/>
                  </a:cubicBezTo>
                  <a:close/>
                  <a:moveTo>
                    <a:pt x="3687" y="1"/>
                  </a:moveTo>
                  <a:cubicBezTo>
                    <a:pt x="3311" y="1"/>
                    <a:pt x="2940" y="62"/>
                    <a:pt x="2612" y="208"/>
                  </a:cubicBezTo>
                  <a:cubicBezTo>
                    <a:pt x="1714" y="611"/>
                    <a:pt x="526" y="1689"/>
                    <a:pt x="170" y="2743"/>
                  </a:cubicBezTo>
                  <a:cubicBezTo>
                    <a:pt x="0" y="3175"/>
                    <a:pt x="25" y="3661"/>
                    <a:pt x="240" y="4072"/>
                  </a:cubicBezTo>
                  <a:cubicBezTo>
                    <a:pt x="395" y="4417"/>
                    <a:pt x="710" y="4663"/>
                    <a:pt x="1082" y="4727"/>
                  </a:cubicBezTo>
                  <a:lnTo>
                    <a:pt x="1211" y="4727"/>
                  </a:lnTo>
                  <a:cubicBezTo>
                    <a:pt x="1779" y="4727"/>
                    <a:pt x="2475" y="4276"/>
                    <a:pt x="3334" y="3361"/>
                  </a:cubicBezTo>
                  <a:cubicBezTo>
                    <a:pt x="3978" y="2668"/>
                    <a:pt x="5111" y="2595"/>
                    <a:pt x="5569" y="2595"/>
                  </a:cubicBezTo>
                  <a:cubicBezTo>
                    <a:pt x="5691" y="2595"/>
                    <a:pt x="5766" y="2601"/>
                    <a:pt x="5770" y="2601"/>
                  </a:cubicBezTo>
                  <a:cubicBezTo>
                    <a:pt x="5772" y="2601"/>
                    <a:pt x="5774" y="2601"/>
                    <a:pt x="5775" y="2601"/>
                  </a:cubicBezTo>
                  <a:cubicBezTo>
                    <a:pt x="5805" y="2601"/>
                    <a:pt x="5832" y="2590"/>
                    <a:pt x="5853" y="2571"/>
                  </a:cubicBezTo>
                  <a:cubicBezTo>
                    <a:pt x="6222" y="2102"/>
                    <a:pt x="6304" y="1469"/>
                    <a:pt x="6066" y="922"/>
                  </a:cubicBezTo>
                  <a:cubicBezTo>
                    <a:pt x="5851" y="493"/>
                    <a:pt x="4753" y="1"/>
                    <a:pt x="36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4755250" y="1372325"/>
              <a:ext cx="131375" cy="92125"/>
            </a:xfrm>
            <a:custGeom>
              <a:avLst/>
              <a:gdLst/>
              <a:ahLst/>
              <a:cxnLst/>
              <a:rect l="l" t="t" r="r" b="b"/>
              <a:pathLst>
                <a:path w="5255" h="3685" extrusionOk="0">
                  <a:moveTo>
                    <a:pt x="4414" y="1"/>
                  </a:moveTo>
                  <a:cubicBezTo>
                    <a:pt x="3565" y="1"/>
                    <a:pt x="2633" y="534"/>
                    <a:pt x="1797" y="1554"/>
                  </a:cubicBezTo>
                  <a:cubicBezTo>
                    <a:pt x="1106" y="2408"/>
                    <a:pt x="441" y="3152"/>
                    <a:pt x="0" y="3637"/>
                  </a:cubicBezTo>
                  <a:cubicBezTo>
                    <a:pt x="93" y="3670"/>
                    <a:pt x="188" y="3685"/>
                    <a:pt x="287" y="3685"/>
                  </a:cubicBezTo>
                  <a:cubicBezTo>
                    <a:pt x="962" y="3685"/>
                    <a:pt x="1749" y="2975"/>
                    <a:pt x="2329" y="2358"/>
                  </a:cubicBezTo>
                  <a:cubicBezTo>
                    <a:pt x="3000" y="1628"/>
                    <a:pt x="4155" y="1548"/>
                    <a:pt x="4632" y="1548"/>
                  </a:cubicBezTo>
                  <a:cubicBezTo>
                    <a:pt x="4767" y="1548"/>
                    <a:pt x="4848" y="1554"/>
                    <a:pt x="4848" y="1554"/>
                  </a:cubicBezTo>
                  <a:cubicBezTo>
                    <a:pt x="5167" y="1146"/>
                    <a:pt x="5255" y="606"/>
                    <a:pt x="5082" y="119"/>
                  </a:cubicBezTo>
                  <a:cubicBezTo>
                    <a:pt x="4868" y="40"/>
                    <a:pt x="4644" y="1"/>
                    <a:pt x="4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4752425" y="1369700"/>
              <a:ext cx="137300" cy="97475"/>
            </a:xfrm>
            <a:custGeom>
              <a:avLst/>
              <a:gdLst/>
              <a:ahLst/>
              <a:cxnLst/>
              <a:rect l="l" t="t" r="r" b="b"/>
              <a:pathLst>
                <a:path w="5492" h="3899" extrusionOk="0">
                  <a:moveTo>
                    <a:pt x="4540" y="220"/>
                  </a:moveTo>
                  <a:cubicBezTo>
                    <a:pt x="4738" y="220"/>
                    <a:pt x="4931" y="251"/>
                    <a:pt x="5116" y="313"/>
                  </a:cubicBezTo>
                  <a:cubicBezTo>
                    <a:pt x="5243" y="736"/>
                    <a:pt x="5171" y="1193"/>
                    <a:pt x="4921" y="1557"/>
                  </a:cubicBezTo>
                  <a:cubicBezTo>
                    <a:pt x="4875" y="1553"/>
                    <a:pt x="4804" y="1550"/>
                    <a:pt x="4713" y="1550"/>
                  </a:cubicBezTo>
                  <a:cubicBezTo>
                    <a:pt x="4197" y="1550"/>
                    <a:pt x="3051" y="1649"/>
                    <a:pt x="2361" y="2389"/>
                  </a:cubicBezTo>
                  <a:cubicBezTo>
                    <a:pt x="1560" y="3253"/>
                    <a:pt x="902" y="3691"/>
                    <a:pt x="402" y="3691"/>
                  </a:cubicBezTo>
                  <a:cubicBezTo>
                    <a:pt x="372" y="3691"/>
                    <a:pt x="342" y="3689"/>
                    <a:pt x="313" y="3686"/>
                  </a:cubicBezTo>
                  <a:lnTo>
                    <a:pt x="313" y="3678"/>
                  </a:lnTo>
                  <a:cubicBezTo>
                    <a:pt x="756" y="3194"/>
                    <a:pt x="1359" y="2499"/>
                    <a:pt x="1998" y="1734"/>
                  </a:cubicBezTo>
                  <a:cubicBezTo>
                    <a:pt x="2793" y="759"/>
                    <a:pt x="3710" y="220"/>
                    <a:pt x="4540" y="220"/>
                  </a:cubicBezTo>
                  <a:close/>
                  <a:moveTo>
                    <a:pt x="4535" y="1"/>
                  </a:moveTo>
                  <a:cubicBezTo>
                    <a:pt x="3639" y="1"/>
                    <a:pt x="2667" y="560"/>
                    <a:pt x="1827" y="1594"/>
                  </a:cubicBezTo>
                  <a:cubicBezTo>
                    <a:pt x="1136" y="2435"/>
                    <a:pt x="460" y="3188"/>
                    <a:pt x="33" y="3672"/>
                  </a:cubicBezTo>
                  <a:cubicBezTo>
                    <a:pt x="9" y="3699"/>
                    <a:pt x="0" y="3735"/>
                    <a:pt x="7" y="3771"/>
                  </a:cubicBezTo>
                  <a:cubicBezTo>
                    <a:pt x="18" y="3805"/>
                    <a:pt x="43" y="3832"/>
                    <a:pt x="76" y="3845"/>
                  </a:cubicBezTo>
                  <a:cubicBezTo>
                    <a:pt x="182" y="3881"/>
                    <a:pt x="292" y="3899"/>
                    <a:pt x="402" y="3899"/>
                  </a:cubicBezTo>
                  <a:cubicBezTo>
                    <a:pt x="969" y="3899"/>
                    <a:pt x="1666" y="3446"/>
                    <a:pt x="2527" y="2527"/>
                  </a:cubicBezTo>
                  <a:cubicBezTo>
                    <a:pt x="3172" y="1833"/>
                    <a:pt x="4309" y="1760"/>
                    <a:pt x="4765" y="1760"/>
                  </a:cubicBezTo>
                  <a:cubicBezTo>
                    <a:pt x="4885" y="1760"/>
                    <a:pt x="4958" y="1765"/>
                    <a:pt x="4961" y="1765"/>
                  </a:cubicBezTo>
                  <a:cubicBezTo>
                    <a:pt x="4965" y="1765"/>
                    <a:pt x="4968" y="1766"/>
                    <a:pt x="4972" y="1766"/>
                  </a:cubicBezTo>
                  <a:cubicBezTo>
                    <a:pt x="4999" y="1766"/>
                    <a:pt x="5025" y="1755"/>
                    <a:pt x="5045" y="1735"/>
                  </a:cubicBezTo>
                  <a:cubicBezTo>
                    <a:pt x="5394" y="1299"/>
                    <a:pt x="5491" y="711"/>
                    <a:pt x="5301" y="184"/>
                  </a:cubicBezTo>
                  <a:cubicBezTo>
                    <a:pt x="5290" y="156"/>
                    <a:pt x="5268" y="133"/>
                    <a:pt x="5238" y="124"/>
                  </a:cubicBezTo>
                  <a:cubicBezTo>
                    <a:pt x="5012" y="42"/>
                    <a:pt x="4776" y="1"/>
                    <a:pt x="453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5520925" y="1351575"/>
              <a:ext cx="164625" cy="112925"/>
            </a:xfrm>
            <a:custGeom>
              <a:avLst/>
              <a:gdLst/>
              <a:ahLst/>
              <a:cxnLst/>
              <a:rect l="l" t="t" r="r" b="b"/>
              <a:pathLst>
                <a:path w="6585" h="4517" extrusionOk="0">
                  <a:moveTo>
                    <a:pt x="2511" y="1"/>
                  </a:moveTo>
                  <a:cubicBezTo>
                    <a:pt x="1484" y="1"/>
                    <a:pt x="416" y="466"/>
                    <a:pt x="219" y="860"/>
                  </a:cubicBezTo>
                  <a:cubicBezTo>
                    <a:pt x="0" y="1366"/>
                    <a:pt x="78" y="1951"/>
                    <a:pt x="417" y="2384"/>
                  </a:cubicBezTo>
                  <a:cubicBezTo>
                    <a:pt x="417" y="2384"/>
                    <a:pt x="499" y="2378"/>
                    <a:pt x="636" y="2378"/>
                  </a:cubicBezTo>
                  <a:cubicBezTo>
                    <a:pt x="1115" y="2378"/>
                    <a:pt x="2268" y="2458"/>
                    <a:pt x="2938" y="3179"/>
                  </a:cubicBezTo>
                  <a:cubicBezTo>
                    <a:pt x="3517" y="3802"/>
                    <a:pt x="4306" y="4517"/>
                    <a:pt x="4982" y="4517"/>
                  </a:cubicBezTo>
                  <a:cubicBezTo>
                    <a:pt x="5313" y="4517"/>
                    <a:pt x="5617" y="4346"/>
                    <a:pt x="5856" y="3911"/>
                  </a:cubicBezTo>
                  <a:cubicBezTo>
                    <a:pt x="6585" y="2585"/>
                    <a:pt x="4729" y="727"/>
                    <a:pt x="3535" y="196"/>
                  </a:cubicBezTo>
                  <a:cubicBezTo>
                    <a:pt x="3225" y="58"/>
                    <a:pt x="2870" y="1"/>
                    <a:pt x="25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5518475" y="1348800"/>
              <a:ext cx="157650" cy="118375"/>
            </a:xfrm>
            <a:custGeom>
              <a:avLst/>
              <a:gdLst/>
              <a:ahLst/>
              <a:cxnLst/>
              <a:rect l="l" t="t" r="r" b="b"/>
              <a:pathLst>
                <a:path w="6306" h="4735" extrusionOk="0">
                  <a:moveTo>
                    <a:pt x="2616" y="217"/>
                  </a:moveTo>
                  <a:cubicBezTo>
                    <a:pt x="2957" y="217"/>
                    <a:pt x="3295" y="272"/>
                    <a:pt x="3594" y="405"/>
                  </a:cubicBezTo>
                  <a:cubicBezTo>
                    <a:pt x="4448" y="785"/>
                    <a:pt x="5578" y="1804"/>
                    <a:pt x="5926" y="2820"/>
                  </a:cubicBezTo>
                  <a:cubicBezTo>
                    <a:pt x="6075" y="3194"/>
                    <a:pt x="6056" y="3615"/>
                    <a:pt x="5873" y="3975"/>
                  </a:cubicBezTo>
                  <a:cubicBezTo>
                    <a:pt x="5750" y="4261"/>
                    <a:pt x="5494" y="4467"/>
                    <a:pt x="5188" y="4522"/>
                  </a:cubicBezTo>
                  <a:cubicBezTo>
                    <a:pt x="5156" y="4526"/>
                    <a:pt x="5124" y="4527"/>
                    <a:pt x="5091" y="4527"/>
                  </a:cubicBezTo>
                  <a:cubicBezTo>
                    <a:pt x="4589" y="4527"/>
                    <a:pt x="3926" y="4091"/>
                    <a:pt x="3125" y="3225"/>
                  </a:cubicBezTo>
                  <a:cubicBezTo>
                    <a:pt x="2429" y="2476"/>
                    <a:pt x="1260" y="2388"/>
                    <a:pt x="758" y="2388"/>
                  </a:cubicBezTo>
                  <a:lnTo>
                    <a:pt x="565" y="2387"/>
                  </a:lnTo>
                  <a:cubicBezTo>
                    <a:pt x="282" y="1986"/>
                    <a:pt x="225" y="1468"/>
                    <a:pt x="417" y="1017"/>
                  </a:cubicBezTo>
                  <a:cubicBezTo>
                    <a:pt x="582" y="689"/>
                    <a:pt x="1613" y="217"/>
                    <a:pt x="2616" y="217"/>
                  </a:cubicBezTo>
                  <a:close/>
                  <a:moveTo>
                    <a:pt x="2615" y="1"/>
                  </a:moveTo>
                  <a:cubicBezTo>
                    <a:pt x="1548" y="1"/>
                    <a:pt x="453" y="495"/>
                    <a:pt x="238" y="923"/>
                  </a:cubicBezTo>
                  <a:cubicBezTo>
                    <a:pt x="0" y="1471"/>
                    <a:pt x="82" y="2104"/>
                    <a:pt x="451" y="2571"/>
                  </a:cubicBezTo>
                  <a:cubicBezTo>
                    <a:pt x="471" y="2591"/>
                    <a:pt x="495" y="2602"/>
                    <a:pt x="522" y="2602"/>
                  </a:cubicBezTo>
                  <a:cubicBezTo>
                    <a:pt x="526" y="2602"/>
                    <a:pt x="530" y="2602"/>
                    <a:pt x="535" y="2601"/>
                  </a:cubicBezTo>
                  <a:cubicBezTo>
                    <a:pt x="538" y="2601"/>
                    <a:pt x="610" y="2596"/>
                    <a:pt x="731" y="2596"/>
                  </a:cubicBezTo>
                  <a:cubicBezTo>
                    <a:pt x="1186" y="2596"/>
                    <a:pt x="2324" y="2669"/>
                    <a:pt x="2968" y="3363"/>
                  </a:cubicBezTo>
                  <a:cubicBezTo>
                    <a:pt x="3824" y="4285"/>
                    <a:pt x="4519" y="4735"/>
                    <a:pt x="5088" y="4735"/>
                  </a:cubicBezTo>
                  <a:cubicBezTo>
                    <a:pt x="5124" y="4735"/>
                    <a:pt x="5168" y="4732"/>
                    <a:pt x="5222" y="4729"/>
                  </a:cubicBezTo>
                  <a:cubicBezTo>
                    <a:pt x="5594" y="4663"/>
                    <a:pt x="5910" y="4418"/>
                    <a:pt x="6065" y="4074"/>
                  </a:cubicBezTo>
                  <a:cubicBezTo>
                    <a:pt x="6279" y="3661"/>
                    <a:pt x="6306" y="3177"/>
                    <a:pt x="6135" y="2746"/>
                  </a:cubicBezTo>
                  <a:cubicBezTo>
                    <a:pt x="5779" y="1702"/>
                    <a:pt x="4591" y="607"/>
                    <a:pt x="3693" y="210"/>
                  </a:cubicBezTo>
                  <a:cubicBezTo>
                    <a:pt x="3363" y="62"/>
                    <a:pt x="2991" y="1"/>
                    <a:pt x="26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5521225" y="1372325"/>
              <a:ext cx="131375" cy="92125"/>
            </a:xfrm>
            <a:custGeom>
              <a:avLst/>
              <a:gdLst/>
              <a:ahLst/>
              <a:cxnLst/>
              <a:rect l="l" t="t" r="r" b="b"/>
              <a:pathLst>
                <a:path w="5255" h="3685" extrusionOk="0">
                  <a:moveTo>
                    <a:pt x="841" y="1"/>
                  </a:moveTo>
                  <a:cubicBezTo>
                    <a:pt x="611" y="1"/>
                    <a:pt x="387" y="40"/>
                    <a:pt x="173" y="119"/>
                  </a:cubicBezTo>
                  <a:cubicBezTo>
                    <a:pt x="0" y="606"/>
                    <a:pt x="87" y="1148"/>
                    <a:pt x="405" y="1554"/>
                  </a:cubicBezTo>
                  <a:cubicBezTo>
                    <a:pt x="405" y="1554"/>
                    <a:pt x="486" y="1548"/>
                    <a:pt x="621" y="1548"/>
                  </a:cubicBezTo>
                  <a:cubicBezTo>
                    <a:pt x="1098" y="1548"/>
                    <a:pt x="2254" y="1628"/>
                    <a:pt x="2926" y="2358"/>
                  </a:cubicBezTo>
                  <a:cubicBezTo>
                    <a:pt x="3506" y="2975"/>
                    <a:pt x="4292" y="3685"/>
                    <a:pt x="4968" y="3685"/>
                  </a:cubicBezTo>
                  <a:cubicBezTo>
                    <a:pt x="5066" y="3685"/>
                    <a:pt x="5162" y="3670"/>
                    <a:pt x="5255" y="3637"/>
                  </a:cubicBezTo>
                  <a:cubicBezTo>
                    <a:pt x="4814" y="3152"/>
                    <a:pt x="4149" y="2408"/>
                    <a:pt x="3458" y="1554"/>
                  </a:cubicBezTo>
                  <a:cubicBezTo>
                    <a:pt x="2621" y="534"/>
                    <a:pt x="1689" y="1"/>
                    <a:pt x="8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5518325" y="1369700"/>
              <a:ext cx="137075" cy="97475"/>
            </a:xfrm>
            <a:custGeom>
              <a:avLst/>
              <a:gdLst/>
              <a:ahLst/>
              <a:cxnLst/>
              <a:rect l="l" t="t" r="r" b="b"/>
              <a:pathLst>
                <a:path w="5483" h="3899" extrusionOk="0">
                  <a:moveTo>
                    <a:pt x="952" y="219"/>
                  </a:moveTo>
                  <a:cubicBezTo>
                    <a:pt x="1778" y="219"/>
                    <a:pt x="2688" y="752"/>
                    <a:pt x="3490" y="1734"/>
                  </a:cubicBezTo>
                  <a:cubicBezTo>
                    <a:pt x="4122" y="2507"/>
                    <a:pt x="4734" y="3203"/>
                    <a:pt x="5171" y="3686"/>
                  </a:cubicBezTo>
                  <a:cubicBezTo>
                    <a:pt x="5142" y="3689"/>
                    <a:pt x="5112" y="3691"/>
                    <a:pt x="5081" y="3691"/>
                  </a:cubicBezTo>
                  <a:cubicBezTo>
                    <a:pt x="4580" y="3691"/>
                    <a:pt x="3925" y="3253"/>
                    <a:pt x="3121" y="2389"/>
                  </a:cubicBezTo>
                  <a:cubicBezTo>
                    <a:pt x="2424" y="1640"/>
                    <a:pt x="1257" y="1552"/>
                    <a:pt x="754" y="1552"/>
                  </a:cubicBezTo>
                  <a:lnTo>
                    <a:pt x="566" y="1557"/>
                  </a:lnTo>
                  <a:cubicBezTo>
                    <a:pt x="316" y="1193"/>
                    <a:pt x="244" y="736"/>
                    <a:pt x="372" y="313"/>
                  </a:cubicBezTo>
                  <a:cubicBezTo>
                    <a:pt x="559" y="250"/>
                    <a:pt x="753" y="219"/>
                    <a:pt x="952" y="219"/>
                  </a:cubicBezTo>
                  <a:close/>
                  <a:moveTo>
                    <a:pt x="955" y="1"/>
                  </a:moveTo>
                  <a:cubicBezTo>
                    <a:pt x="715" y="1"/>
                    <a:pt x="479" y="42"/>
                    <a:pt x="253" y="124"/>
                  </a:cubicBezTo>
                  <a:cubicBezTo>
                    <a:pt x="225" y="133"/>
                    <a:pt x="201" y="156"/>
                    <a:pt x="191" y="184"/>
                  </a:cubicBezTo>
                  <a:cubicBezTo>
                    <a:pt x="0" y="711"/>
                    <a:pt x="97" y="1298"/>
                    <a:pt x="447" y="1735"/>
                  </a:cubicBezTo>
                  <a:cubicBezTo>
                    <a:pt x="466" y="1755"/>
                    <a:pt x="491" y="1766"/>
                    <a:pt x="517" y="1766"/>
                  </a:cubicBezTo>
                  <a:cubicBezTo>
                    <a:pt x="522" y="1766"/>
                    <a:pt x="526" y="1766"/>
                    <a:pt x="530" y="1765"/>
                  </a:cubicBezTo>
                  <a:cubicBezTo>
                    <a:pt x="534" y="1765"/>
                    <a:pt x="606" y="1760"/>
                    <a:pt x="727" y="1760"/>
                  </a:cubicBezTo>
                  <a:cubicBezTo>
                    <a:pt x="1182" y="1760"/>
                    <a:pt x="2318" y="1833"/>
                    <a:pt x="2963" y="2527"/>
                  </a:cubicBezTo>
                  <a:cubicBezTo>
                    <a:pt x="3816" y="3446"/>
                    <a:pt x="4513" y="3899"/>
                    <a:pt x="5080" y="3899"/>
                  </a:cubicBezTo>
                  <a:cubicBezTo>
                    <a:pt x="5191" y="3899"/>
                    <a:pt x="5301" y="3881"/>
                    <a:pt x="5405" y="3845"/>
                  </a:cubicBezTo>
                  <a:cubicBezTo>
                    <a:pt x="5439" y="3833"/>
                    <a:pt x="5465" y="3805"/>
                    <a:pt x="5474" y="3771"/>
                  </a:cubicBezTo>
                  <a:cubicBezTo>
                    <a:pt x="5482" y="3736"/>
                    <a:pt x="5474" y="3699"/>
                    <a:pt x="5450" y="3672"/>
                  </a:cubicBezTo>
                  <a:cubicBezTo>
                    <a:pt x="5013" y="3188"/>
                    <a:pt x="4345" y="2435"/>
                    <a:pt x="3654" y="1594"/>
                  </a:cubicBezTo>
                  <a:cubicBezTo>
                    <a:pt x="2811" y="560"/>
                    <a:pt x="1847" y="1"/>
                    <a:pt x="9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4805075" y="2152700"/>
              <a:ext cx="786300" cy="179250"/>
            </a:xfrm>
            <a:custGeom>
              <a:avLst/>
              <a:gdLst/>
              <a:ahLst/>
              <a:cxnLst/>
              <a:rect l="l" t="t" r="r" b="b"/>
              <a:pathLst>
                <a:path w="31452" h="7170" extrusionOk="0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4802400" y="2150050"/>
              <a:ext cx="791700" cy="184650"/>
            </a:xfrm>
            <a:custGeom>
              <a:avLst/>
              <a:gdLst/>
              <a:ahLst/>
              <a:cxnLst/>
              <a:rect l="l" t="t" r="r" b="b"/>
              <a:pathLst>
                <a:path w="31668" h="7386" extrusionOk="0">
                  <a:moveTo>
                    <a:pt x="31454" y="214"/>
                  </a:moveTo>
                  <a:lnTo>
                    <a:pt x="31454" y="7171"/>
                  </a:lnTo>
                  <a:lnTo>
                    <a:pt x="212" y="7171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lnTo>
                    <a:pt x="1" y="7279"/>
                  </a:lnTo>
                  <a:cubicBezTo>
                    <a:pt x="2" y="7337"/>
                    <a:pt x="48" y="7384"/>
                    <a:pt x="108" y="7386"/>
                  </a:cubicBezTo>
                  <a:lnTo>
                    <a:pt x="31560" y="7386"/>
                  </a:lnTo>
                  <a:cubicBezTo>
                    <a:pt x="31615" y="7384"/>
                    <a:pt x="31661" y="7343"/>
                    <a:pt x="31667" y="7288"/>
                  </a:cubicBezTo>
                  <a:lnTo>
                    <a:pt x="31667" y="106"/>
                  </a:lnTo>
                  <a:cubicBezTo>
                    <a:pt x="31667" y="48"/>
                    <a:pt x="31620" y="1"/>
                    <a:pt x="315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4805075" y="2152700"/>
              <a:ext cx="786300" cy="179250"/>
            </a:xfrm>
            <a:custGeom>
              <a:avLst/>
              <a:gdLst/>
              <a:ahLst/>
              <a:cxnLst/>
              <a:rect l="l" t="t" r="r" b="b"/>
              <a:pathLst>
                <a:path w="31452" h="7170" extrusionOk="0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711400" y="2221975"/>
              <a:ext cx="973675" cy="109975"/>
            </a:xfrm>
            <a:custGeom>
              <a:avLst/>
              <a:gdLst/>
              <a:ahLst/>
              <a:cxnLst/>
              <a:rect l="l" t="t" r="r" b="b"/>
              <a:pathLst>
                <a:path w="38947" h="4399" extrusionOk="0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4708700" y="2219300"/>
              <a:ext cx="979050" cy="115400"/>
            </a:xfrm>
            <a:custGeom>
              <a:avLst/>
              <a:gdLst/>
              <a:ahLst/>
              <a:cxnLst/>
              <a:rect l="l" t="t" r="r" b="b"/>
              <a:pathLst>
                <a:path w="39162" h="4616" extrusionOk="0">
                  <a:moveTo>
                    <a:pt x="38948" y="213"/>
                  </a:moveTo>
                  <a:lnTo>
                    <a:pt x="38948" y="4401"/>
                  </a:lnTo>
                  <a:lnTo>
                    <a:pt x="215" y="4401"/>
                  </a:lnTo>
                  <a:lnTo>
                    <a:pt x="215" y="213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7"/>
                  </a:cubicBezTo>
                  <a:lnTo>
                    <a:pt x="1" y="4509"/>
                  </a:lnTo>
                  <a:cubicBezTo>
                    <a:pt x="1" y="4568"/>
                    <a:pt x="49" y="4616"/>
                    <a:pt x="108" y="4616"/>
                  </a:cubicBezTo>
                  <a:lnTo>
                    <a:pt x="39054" y="4616"/>
                  </a:lnTo>
                  <a:cubicBezTo>
                    <a:pt x="39111" y="4616"/>
                    <a:pt x="39157" y="4573"/>
                    <a:pt x="39161" y="4518"/>
                  </a:cubicBezTo>
                  <a:lnTo>
                    <a:pt x="39161" y="107"/>
                  </a:lnTo>
                  <a:cubicBezTo>
                    <a:pt x="39161" y="48"/>
                    <a:pt x="39114" y="0"/>
                    <a:pt x="390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4711400" y="2221975"/>
              <a:ext cx="973675" cy="109975"/>
            </a:xfrm>
            <a:custGeom>
              <a:avLst/>
              <a:gdLst/>
              <a:ahLst/>
              <a:cxnLst/>
              <a:rect l="l" t="t" r="r" b="b"/>
              <a:pathLst>
                <a:path w="38947" h="4399" extrusionOk="0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5037875" y="1345025"/>
              <a:ext cx="328450" cy="198550"/>
            </a:xfrm>
            <a:custGeom>
              <a:avLst/>
              <a:gdLst/>
              <a:ahLst/>
              <a:cxnLst/>
              <a:rect l="l" t="t" r="r" b="b"/>
              <a:pathLst>
                <a:path w="13138" h="7942" extrusionOk="0">
                  <a:moveTo>
                    <a:pt x="1317" y="1"/>
                  </a:moveTo>
                  <a:cubicBezTo>
                    <a:pt x="590" y="1"/>
                    <a:pt x="1" y="589"/>
                    <a:pt x="1" y="1315"/>
                  </a:cubicBezTo>
                  <a:lnTo>
                    <a:pt x="1" y="7941"/>
                  </a:lnTo>
                  <a:lnTo>
                    <a:pt x="13137" y="7941"/>
                  </a:lnTo>
                  <a:lnTo>
                    <a:pt x="13137" y="1315"/>
                  </a:lnTo>
                  <a:cubicBezTo>
                    <a:pt x="13137" y="589"/>
                    <a:pt x="12548" y="1"/>
                    <a:pt x="1182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5035225" y="1342350"/>
              <a:ext cx="333775" cy="203825"/>
            </a:xfrm>
            <a:custGeom>
              <a:avLst/>
              <a:gdLst/>
              <a:ahLst/>
              <a:cxnLst/>
              <a:rect l="l" t="t" r="r" b="b"/>
              <a:pathLst>
                <a:path w="13351" h="8153" extrusionOk="0">
                  <a:moveTo>
                    <a:pt x="11927" y="213"/>
                  </a:moveTo>
                  <a:cubicBezTo>
                    <a:pt x="12594" y="215"/>
                    <a:pt x="13136" y="755"/>
                    <a:pt x="13136" y="1422"/>
                  </a:cubicBezTo>
                  <a:lnTo>
                    <a:pt x="13136" y="7939"/>
                  </a:lnTo>
                  <a:lnTo>
                    <a:pt x="215" y="7939"/>
                  </a:lnTo>
                  <a:lnTo>
                    <a:pt x="215" y="1422"/>
                  </a:lnTo>
                  <a:cubicBezTo>
                    <a:pt x="215" y="755"/>
                    <a:pt x="757" y="213"/>
                    <a:pt x="1424" y="213"/>
                  </a:cubicBezTo>
                  <a:close/>
                  <a:moveTo>
                    <a:pt x="11928" y="0"/>
                  </a:moveTo>
                  <a:cubicBezTo>
                    <a:pt x="11928" y="0"/>
                    <a:pt x="11927" y="0"/>
                    <a:pt x="11926" y="0"/>
                  </a:cubicBezTo>
                  <a:lnTo>
                    <a:pt x="1423" y="0"/>
                  </a:lnTo>
                  <a:cubicBezTo>
                    <a:pt x="637" y="0"/>
                    <a:pt x="1" y="638"/>
                    <a:pt x="1" y="1422"/>
                  </a:cubicBezTo>
                  <a:lnTo>
                    <a:pt x="1" y="8047"/>
                  </a:lnTo>
                  <a:cubicBezTo>
                    <a:pt x="1" y="8105"/>
                    <a:pt x="49" y="8152"/>
                    <a:pt x="107" y="8152"/>
                  </a:cubicBezTo>
                  <a:lnTo>
                    <a:pt x="13243" y="8152"/>
                  </a:lnTo>
                  <a:cubicBezTo>
                    <a:pt x="13303" y="8152"/>
                    <a:pt x="13351" y="8105"/>
                    <a:pt x="13351" y="8047"/>
                  </a:cubicBezTo>
                  <a:lnTo>
                    <a:pt x="13351" y="1421"/>
                  </a:lnTo>
                  <a:cubicBezTo>
                    <a:pt x="13349" y="636"/>
                    <a:pt x="12712" y="0"/>
                    <a:pt x="1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4947900" y="782025"/>
              <a:ext cx="512275" cy="581225"/>
            </a:xfrm>
            <a:custGeom>
              <a:avLst/>
              <a:gdLst/>
              <a:ahLst/>
              <a:cxnLst/>
              <a:rect l="l" t="t" r="r" b="b"/>
              <a:pathLst>
                <a:path w="20491" h="23249" extrusionOk="0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1706" y="16350"/>
                    <a:pt x="2528" y="17224"/>
                  </a:cubicBezTo>
                  <a:cubicBezTo>
                    <a:pt x="3348" y="18100"/>
                    <a:pt x="5782" y="18828"/>
                    <a:pt x="5782" y="18828"/>
                  </a:cubicBezTo>
                  <a:lnTo>
                    <a:pt x="5782" y="23249"/>
                  </a:lnTo>
                  <a:lnTo>
                    <a:pt x="14710" y="23249"/>
                  </a:lnTo>
                  <a:lnTo>
                    <a:pt x="14710" y="18828"/>
                  </a:lnTo>
                  <a:cubicBezTo>
                    <a:pt x="14710" y="18828"/>
                    <a:pt x="17140" y="18098"/>
                    <a:pt x="17965" y="17224"/>
                  </a:cubicBezTo>
                  <a:cubicBezTo>
                    <a:pt x="18790" y="1635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4944750" y="779475"/>
              <a:ext cx="518425" cy="586450"/>
            </a:xfrm>
            <a:custGeom>
              <a:avLst/>
              <a:gdLst/>
              <a:ahLst/>
              <a:cxnLst/>
              <a:rect l="l" t="t" r="r" b="b"/>
              <a:pathLst>
                <a:path w="20737" h="23458" extrusionOk="0">
                  <a:moveTo>
                    <a:pt x="10737" y="201"/>
                  </a:moveTo>
                  <a:lnTo>
                    <a:pt x="20500" y="3691"/>
                  </a:lnTo>
                  <a:cubicBezTo>
                    <a:pt x="20019" y="7312"/>
                    <a:pt x="18667" y="16555"/>
                    <a:pt x="18013" y="17246"/>
                  </a:cubicBezTo>
                  <a:cubicBezTo>
                    <a:pt x="17224" y="18087"/>
                    <a:pt x="14839" y="18820"/>
                    <a:pt x="14815" y="18820"/>
                  </a:cubicBezTo>
                  <a:cubicBezTo>
                    <a:pt x="14763" y="18829"/>
                    <a:pt x="14726" y="18876"/>
                    <a:pt x="14730" y="18930"/>
                  </a:cubicBezTo>
                  <a:lnTo>
                    <a:pt x="14730" y="23245"/>
                  </a:lnTo>
                  <a:lnTo>
                    <a:pt x="6005" y="23245"/>
                  </a:lnTo>
                  <a:lnTo>
                    <a:pt x="6005" y="23243"/>
                  </a:lnTo>
                  <a:lnTo>
                    <a:pt x="5996" y="18921"/>
                  </a:lnTo>
                  <a:cubicBezTo>
                    <a:pt x="5996" y="18873"/>
                    <a:pt x="5965" y="18832"/>
                    <a:pt x="5920" y="18820"/>
                  </a:cubicBezTo>
                  <a:cubicBezTo>
                    <a:pt x="5905" y="18812"/>
                    <a:pt x="3517" y="18098"/>
                    <a:pt x="2722" y="17246"/>
                  </a:cubicBezTo>
                  <a:cubicBezTo>
                    <a:pt x="2068" y="16555"/>
                    <a:pt x="716" y="7315"/>
                    <a:pt x="236" y="3689"/>
                  </a:cubicBezTo>
                  <a:lnTo>
                    <a:pt x="9415" y="201"/>
                  </a:lnTo>
                  <a:close/>
                  <a:moveTo>
                    <a:pt x="10782" y="0"/>
                  </a:moveTo>
                  <a:cubicBezTo>
                    <a:pt x="10776" y="0"/>
                    <a:pt x="10770" y="1"/>
                    <a:pt x="10764" y="3"/>
                  </a:cubicBezTo>
                  <a:lnTo>
                    <a:pt x="9354" y="3"/>
                  </a:lnTo>
                  <a:lnTo>
                    <a:pt x="75" y="3530"/>
                  </a:lnTo>
                  <a:cubicBezTo>
                    <a:pt x="29" y="3546"/>
                    <a:pt x="0" y="3594"/>
                    <a:pt x="6" y="3642"/>
                  </a:cubicBezTo>
                  <a:cubicBezTo>
                    <a:pt x="81" y="4179"/>
                    <a:pt x="1726" y="16512"/>
                    <a:pt x="2566" y="17401"/>
                  </a:cubicBezTo>
                  <a:cubicBezTo>
                    <a:pt x="3330" y="18208"/>
                    <a:pt x="5366" y="18875"/>
                    <a:pt x="5792" y="19009"/>
                  </a:cubicBezTo>
                  <a:lnTo>
                    <a:pt x="5792" y="23351"/>
                  </a:lnTo>
                  <a:cubicBezTo>
                    <a:pt x="5792" y="23410"/>
                    <a:pt x="5840" y="23458"/>
                    <a:pt x="5899" y="23458"/>
                  </a:cubicBezTo>
                  <a:lnTo>
                    <a:pt x="14840" y="23458"/>
                  </a:lnTo>
                  <a:cubicBezTo>
                    <a:pt x="14900" y="23458"/>
                    <a:pt x="14948" y="23410"/>
                    <a:pt x="14948" y="23351"/>
                  </a:cubicBezTo>
                  <a:lnTo>
                    <a:pt x="14948" y="19009"/>
                  </a:lnTo>
                  <a:cubicBezTo>
                    <a:pt x="15374" y="18875"/>
                    <a:pt x="17410" y="18208"/>
                    <a:pt x="18171" y="17401"/>
                  </a:cubicBezTo>
                  <a:cubicBezTo>
                    <a:pt x="19024" y="16512"/>
                    <a:pt x="20661" y="4169"/>
                    <a:pt x="20731" y="3642"/>
                  </a:cubicBezTo>
                  <a:cubicBezTo>
                    <a:pt x="20737" y="3592"/>
                    <a:pt x="20707" y="3546"/>
                    <a:pt x="20661" y="3530"/>
                  </a:cubicBezTo>
                  <a:lnTo>
                    <a:pt x="10800" y="3"/>
                  </a:lnTo>
                  <a:cubicBezTo>
                    <a:pt x="10794" y="1"/>
                    <a:pt x="10788" y="0"/>
                    <a:pt x="107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5092225" y="1179200"/>
              <a:ext cx="223425" cy="184050"/>
            </a:xfrm>
            <a:custGeom>
              <a:avLst/>
              <a:gdLst/>
              <a:ahLst/>
              <a:cxnLst/>
              <a:rect l="l" t="t" r="r" b="b"/>
              <a:pathLst>
                <a:path w="8937" h="7362" extrusionOk="0">
                  <a:moveTo>
                    <a:pt x="4455" y="1"/>
                  </a:moveTo>
                  <a:cubicBezTo>
                    <a:pt x="4115" y="1"/>
                    <a:pt x="3774" y="104"/>
                    <a:pt x="3483" y="311"/>
                  </a:cubicBezTo>
                  <a:lnTo>
                    <a:pt x="0" y="2941"/>
                  </a:lnTo>
                  <a:lnTo>
                    <a:pt x="0" y="7362"/>
                  </a:lnTo>
                  <a:lnTo>
                    <a:pt x="8937" y="7362"/>
                  </a:lnTo>
                  <a:lnTo>
                    <a:pt x="8937" y="2941"/>
                  </a:lnTo>
                  <a:lnTo>
                    <a:pt x="5505" y="370"/>
                  </a:lnTo>
                  <a:cubicBezTo>
                    <a:pt x="5198" y="124"/>
                    <a:pt x="4827" y="1"/>
                    <a:pt x="44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5089550" y="1176625"/>
              <a:ext cx="228800" cy="189300"/>
            </a:xfrm>
            <a:custGeom>
              <a:avLst/>
              <a:gdLst/>
              <a:ahLst/>
              <a:cxnLst/>
              <a:rect l="l" t="t" r="r" b="b"/>
              <a:pathLst>
                <a:path w="9152" h="7572" extrusionOk="0">
                  <a:moveTo>
                    <a:pt x="4556" y="209"/>
                  </a:moveTo>
                  <a:cubicBezTo>
                    <a:pt x="4905" y="209"/>
                    <a:pt x="5253" y="324"/>
                    <a:pt x="5541" y="553"/>
                  </a:cubicBezTo>
                  <a:lnTo>
                    <a:pt x="8938" y="3093"/>
                  </a:lnTo>
                  <a:lnTo>
                    <a:pt x="8938" y="7359"/>
                  </a:lnTo>
                  <a:lnTo>
                    <a:pt x="213" y="7359"/>
                  </a:lnTo>
                  <a:lnTo>
                    <a:pt x="213" y="7357"/>
                  </a:lnTo>
                  <a:lnTo>
                    <a:pt x="213" y="3093"/>
                  </a:lnTo>
                  <a:lnTo>
                    <a:pt x="3645" y="498"/>
                  </a:lnTo>
                  <a:cubicBezTo>
                    <a:pt x="3919" y="305"/>
                    <a:pt x="4237" y="209"/>
                    <a:pt x="4556" y="209"/>
                  </a:cubicBezTo>
                  <a:close/>
                  <a:moveTo>
                    <a:pt x="4555" y="0"/>
                  </a:moveTo>
                  <a:cubicBezTo>
                    <a:pt x="4193" y="0"/>
                    <a:pt x="3830" y="110"/>
                    <a:pt x="3519" y="330"/>
                  </a:cubicBezTo>
                  <a:lnTo>
                    <a:pt x="40" y="2959"/>
                  </a:lnTo>
                  <a:cubicBezTo>
                    <a:pt x="15" y="2980"/>
                    <a:pt x="0" y="3011"/>
                    <a:pt x="0" y="3044"/>
                  </a:cubicBezTo>
                  <a:lnTo>
                    <a:pt x="0" y="7465"/>
                  </a:lnTo>
                  <a:cubicBezTo>
                    <a:pt x="0" y="7524"/>
                    <a:pt x="48" y="7572"/>
                    <a:pt x="107" y="7572"/>
                  </a:cubicBezTo>
                  <a:lnTo>
                    <a:pt x="9044" y="7572"/>
                  </a:lnTo>
                  <a:cubicBezTo>
                    <a:pt x="9104" y="7572"/>
                    <a:pt x="9151" y="7524"/>
                    <a:pt x="9151" y="7465"/>
                  </a:cubicBezTo>
                  <a:lnTo>
                    <a:pt x="9151" y="3044"/>
                  </a:lnTo>
                  <a:cubicBezTo>
                    <a:pt x="9151" y="3011"/>
                    <a:pt x="9135" y="2980"/>
                    <a:pt x="9108" y="2959"/>
                  </a:cubicBezTo>
                  <a:lnTo>
                    <a:pt x="5670" y="389"/>
                  </a:lnTo>
                  <a:cubicBezTo>
                    <a:pt x="5345" y="130"/>
                    <a:pt x="4951" y="0"/>
                    <a:pt x="4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4947900" y="782025"/>
              <a:ext cx="512275" cy="323800"/>
            </a:xfrm>
            <a:custGeom>
              <a:avLst/>
              <a:gdLst/>
              <a:ahLst/>
              <a:cxnLst/>
              <a:rect l="l" t="t" r="r" b="b"/>
              <a:pathLst>
                <a:path w="20491" h="12952" extrusionOk="0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427" y="6680"/>
                    <a:pt x="940" y="9963"/>
                  </a:cubicBezTo>
                  <a:lnTo>
                    <a:pt x="2475" y="12079"/>
                  </a:lnTo>
                  <a:cubicBezTo>
                    <a:pt x="2873" y="12625"/>
                    <a:pt x="3507" y="12950"/>
                    <a:pt x="4182" y="12951"/>
                  </a:cubicBezTo>
                  <a:lnTo>
                    <a:pt x="16579" y="12951"/>
                  </a:lnTo>
                  <a:cubicBezTo>
                    <a:pt x="17293" y="12951"/>
                    <a:pt x="17960" y="12589"/>
                    <a:pt x="18350" y="11989"/>
                  </a:cubicBezTo>
                  <a:lnTo>
                    <a:pt x="19513" y="10200"/>
                  </a:lnTo>
                  <a:cubicBezTo>
                    <a:pt x="20052" y="683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4944925" y="779325"/>
              <a:ext cx="518250" cy="329175"/>
            </a:xfrm>
            <a:custGeom>
              <a:avLst/>
              <a:gdLst/>
              <a:ahLst/>
              <a:cxnLst/>
              <a:rect l="l" t="t" r="r" b="b"/>
              <a:pathLst>
                <a:path w="20730" h="13167" extrusionOk="0">
                  <a:moveTo>
                    <a:pt x="10739" y="214"/>
                  </a:moveTo>
                  <a:lnTo>
                    <a:pt x="20502" y="3706"/>
                  </a:lnTo>
                  <a:cubicBezTo>
                    <a:pt x="20430" y="4245"/>
                    <a:pt x="20022" y="7246"/>
                    <a:pt x="19539" y="10267"/>
                  </a:cubicBezTo>
                  <a:lnTo>
                    <a:pt x="18388" y="12039"/>
                  </a:lnTo>
                  <a:cubicBezTo>
                    <a:pt x="18018" y="12608"/>
                    <a:pt x="17385" y="12952"/>
                    <a:pt x="16706" y="12952"/>
                  </a:cubicBezTo>
                  <a:cubicBezTo>
                    <a:pt x="16705" y="12952"/>
                    <a:pt x="16704" y="12952"/>
                    <a:pt x="16702" y="12952"/>
                  </a:cubicBezTo>
                  <a:lnTo>
                    <a:pt x="4305" y="12952"/>
                  </a:lnTo>
                  <a:cubicBezTo>
                    <a:pt x="3662" y="12952"/>
                    <a:pt x="3059" y="12644"/>
                    <a:pt x="2681" y="12123"/>
                  </a:cubicBezTo>
                  <a:lnTo>
                    <a:pt x="1161" y="10031"/>
                  </a:lnTo>
                  <a:cubicBezTo>
                    <a:pt x="684" y="7096"/>
                    <a:pt x="307" y="4225"/>
                    <a:pt x="237" y="3704"/>
                  </a:cubicBezTo>
                  <a:lnTo>
                    <a:pt x="9417" y="214"/>
                  </a:lnTo>
                  <a:close/>
                  <a:moveTo>
                    <a:pt x="10775" y="0"/>
                  </a:moveTo>
                  <a:cubicBezTo>
                    <a:pt x="10769" y="0"/>
                    <a:pt x="10763" y="0"/>
                    <a:pt x="10757" y="1"/>
                  </a:cubicBezTo>
                  <a:lnTo>
                    <a:pt x="9353" y="1"/>
                  </a:lnTo>
                  <a:lnTo>
                    <a:pt x="75" y="3528"/>
                  </a:lnTo>
                  <a:cubicBezTo>
                    <a:pt x="29" y="3546"/>
                    <a:pt x="1" y="3592"/>
                    <a:pt x="7" y="3642"/>
                  </a:cubicBezTo>
                  <a:cubicBezTo>
                    <a:pt x="11" y="3674"/>
                    <a:pt x="431" y="6834"/>
                    <a:pt x="946" y="10083"/>
                  </a:cubicBezTo>
                  <a:cubicBezTo>
                    <a:pt x="949" y="10101"/>
                    <a:pt x="955" y="10118"/>
                    <a:pt x="964" y="10135"/>
                  </a:cubicBezTo>
                  <a:lnTo>
                    <a:pt x="2499" y="12249"/>
                  </a:lnTo>
                  <a:cubicBezTo>
                    <a:pt x="2918" y="12824"/>
                    <a:pt x="3586" y="13163"/>
                    <a:pt x="4296" y="13166"/>
                  </a:cubicBezTo>
                  <a:lnTo>
                    <a:pt x="16693" y="13166"/>
                  </a:lnTo>
                  <a:cubicBezTo>
                    <a:pt x="16696" y="13166"/>
                    <a:pt x="16699" y="13166"/>
                    <a:pt x="16702" y="13166"/>
                  </a:cubicBezTo>
                  <a:cubicBezTo>
                    <a:pt x="17455" y="13166"/>
                    <a:pt x="18155" y="12784"/>
                    <a:pt x="18563" y="12151"/>
                  </a:cubicBezTo>
                  <a:lnTo>
                    <a:pt x="19731" y="10360"/>
                  </a:lnTo>
                  <a:cubicBezTo>
                    <a:pt x="19738" y="10348"/>
                    <a:pt x="19744" y="10333"/>
                    <a:pt x="19745" y="10319"/>
                  </a:cubicBezTo>
                  <a:cubicBezTo>
                    <a:pt x="20280" y="6987"/>
                    <a:pt x="20724" y="3676"/>
                    <a:pt x="20724" y="3642"/>
                  </a:cubicBezTo>
                  <a:cubicBezTo>
                    <a:pt x="20730" y="3592"/>
                    <a:pt x="20700" y="3545"/>
                    <a:pt x="20654" y="3528"/>
                  </a:cubicBezTo>
                  <a:lnTo>
                    <a:pt x="10793" y="1"/>
                  </a:lnTo>
                  <a:cubicBezTo>
                    <a:pt x="10787" y="0"/>
                    <a:pt x="10781" y="0"/>
                    <a:pt x="107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5141550" y="960925"/>
              <a:ext cx="118975" cy="119025"/>
            </a:xfrm>
            <a:custGeom>
              <a:avLst/>
              <a:gdLst/>
              <a:ahLst/>
              <a:cxnLst/>
              <a:rect l="l" t="t" r="r" b="b"/>
              <a:pathLst>
                <a:path w="4759" h="4761" extrusionOk="0">
                  <a:moveTo>
                    <a:pt x="2380" y="0"/>
                  </a:moveTo>
                  <a:cubicBezTo>
                    <a:pt x="1065" y="0"/>
                    <a:pt x="0" y="1066"/>
                    <a:pt x="0" y="2381"/>
                  </a:cubicBezTo>
                  <a:cubicBezTo>
                    <a:pt x="0" y="3696"/>
                    <a:pt x="1065" y="4760"/>
                    <a:pt x="2380" y="4760"/>
                  </a:cubicBezTo>
                  <a:cubicBezTo>
                    <a:pt x="3694" y="4760"/>
                    <a:pt x="4759" y="3696"/>
                    <a:pt x="4759" y="2381"/>
                  </a:cubicBezTo>
                  <a:cubicBezTo>
                    <a:pt x="4759" y="1066"/>
                    <a:pt x="3694" y="0"/>
                    <a:pt x="23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5138875" y="958275"/>
              <a:ext cx="124350" cy="124350"/>
            </a:xfrm>
            <a:custGeom>
              <a:avLst/>
              <a:gdLst/>
              <a:ahLst/>
              <a:cxnLst/>
              <a:rect l="l" t="t" r="r" b="b"/>
              <a:pathLst>
                <a:path w="4974" h="4974" extrusionOk="0">
                  <a:moveTo>
                    <a:pt x="2493" y="213"/>
                  </a:moveTo>
                  <a:cubicBezTo>
                    <a:pt x="3749" y="218"/>
                    <a:pt x="4765" y="1241"/>
                    <a:pt x="4760" y="2497"/>
                  </a:cubicBezTo>
                  <a:cubicBezTo>
                    <a:pt x="4754" y="3748"/>
                    <a:pt x="3737" y="4761"/>
                    <a:pt x="2487" y="4761"/>
                  </a:cubicBezTo>
                  <a:cubicBezTo>
                    <a:pt x="1231" y="4761"/>
                    <a:pt x="213" y="3742"/>
                    <a:pt x="213" y="2487"/>
                  </a:cubicBezTo>
                  <a:cubicBezTo>
                    <a:pt x="213" y="1232"/>
                    <a:pt x="1231" y="213"/>
                    <a:pt x="2487" y="213"/>
                  </a:cubicBezTo>
                  <a:close/>
                  <a:moveTo>
                    <a:pt x="2487" y="0"/>
                  </a:moveTo>
                  <a:cubicBezTo>
                    <a:pt x="1114" y="0"/>
                    <a:pt x="0" y="1114"/>
                    <a:pt x="0" y="2487"/>
                  </a:cubicBezTo>
                  <a:cubicBezTo>
                    <a:pt x="0" y="3860"/>
                    <a:pt x="1114" y="4974"/>
                    <a:pt x="2487" y="4974"/>
                  </a:cubicBezTo>
                  <a:cubicBezTo>
                    <a:pt x="3855" y="4972"/>
                    <a:pt x="4966" y="3866"/>
                    <a:pt x="4973" y="2497"/>
                  </a:cubicBezTo>
                  <a:lnTo>
                    <a:pt x="4973" y="2487"/>
                  </a:lnTo>
                  <a:cubicBezTo>
                    <a:pt x="4973" y="1114"/>
                    <a:pt x="3859" y="0"/>
                    <a:pt x="24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5173075" y="992775"/>
              <a:ext cx="55925" cy="55900"/>
            </a:xfrm>
            <a:custGeom>
              <a:avLst/>
              <a:gdLst/>
              <a:ahLst/>
              <a:cxnLst/>
              <a:rect l="l" t="t" r="r" b="b"/>
              <a:pathLst>
                <a:path w="2237" h="2236" extrusionOk="0">
                  <a:moveTo>
                    <a:pt x="1119" y="1"/>
                  </a:moveTo>
                  <a:cubicBezTo>
                    <a:pt x="501" y="1"/>
                    <a:pt x="0" y="501"/>
                    <a:pt x="0" y="1117"/>
                  </a:cubicBezTo>
                  <a:cubicBezTo>
                    <a:pt x="0" y="1735"/>
                    <a:pt x="501" y="2236"/>
                    <a:pt x="1119" y="2236"/>
                  </a:cubicBezTo>
                  <a:cubicBezTo>
                    <a:pt x="1735" y="2234"/>
                    <a:pt x="2235" y="1734"/>
                    <a:pt x="2237" y="1117"/>
                  </a:cubicBezTo>
                  <a:cubicBezTo>
                    <a:pt x="2237" y="501"/>
                    <a:pt x="1737" y="1"/>
                    <a:pt x="1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5170425" y="989850"/>
              <a:ext cx="61225" cy="61200"/>
            </a:xfrm>
            <a:custGeom>
              <a:avLst/>
              <a:gdLst/>
              <a:ahLst/>
              <a:cxnLst/>
              <a:rect l="l" t="t" r="r" b="b"/>
              <a:pathLst>
                <a:path w="2449" h="2448" extrusionOk="0">
                  <a:moveTo>
                    <a:pt x="1225" y="213"/>
                  </a:moveTo>
                  <a:cubicBezTo>
                    <a:pt x="1783" y="214"/>
                    <a:pt x="2234" y="666"/>
                    <a:pt x="2236" y="1224"/>
                  </a:cubicBezTo>
                  <a:cubicBezTo>
                    <a:pt x="2236" y="1782"/>
                    <a:pt x="1783" y="2235"/>
                    <a:pt x="1225" y="2235"/>
                  </a:cubicBezTo>
                  <a:cubicBezTo>
                    <a:pt x="666" y="2235"/>
                    <a:pt x="214" y="1782"/>
                    <a:pt x="214" y="1224"/>
                  </a:cubicBezTo>
                  <a:cubicBezTo>
                    <a:pt x="214" y="666"/>
                    <a:pt x="666" y="213"/>
                    <a:pt x="1225" y="213"/>
                  </a:cubicBezTo>
                  <a:close/>
                  <a:moveTo>
                    <a:pt x="1225" y="0"/>
                  </a:moveTo>
                  <a:cubicBezTo>
                    <a:pt x="549" y="0"/>
                    <a:pt x="1" y="548"/>
                    <a:pt x="1" y="1224"/>
                  </a:cubicBezTo>
                  <a:cubicBezTo>
                    <a:pt x="1" y="1900"/>
                    <a:pt x="549" y="2448"/>
                    <a:pt x="1225" y="2448"/>
                  </a:cubicBezTo>
                  <a:cubicBezTo>
                    <a:pt x="1901" y="2446"/>
                    <a:pt x="2447" y="1900"/>
                    <a:pt x="2448" y="1224"/>
                  </a:cubicBezTo>
                  <a:cubicBezTo>
                    <a:pt x="2448" y="548"/>
                    <a:pt x="1901" y="0"/>
                    <a:pt x="12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947675" y="804625"/>
              <a:ext cx="191175" cy="197750"/>
            </a:xfrm>
            <a:custGeom>
              <a:avLst/>
              <a:gdLst/>
              <a:ahLst/>
              <a:cxnLst/>
              <a:rect l="l" t="t" r="r" b="b"/>
              <a:pathLst>
                <a:path w="7647" h="7910" extrusionOk="0">
                  <a:moveTo>
                    <a:pt x="6849" y="0"/>
                  </a:moveTo>
                  <a:lnTo>
                    <a:pt x="1" y="2624"/>
                  </a:lnTo>
                  <a:lnTo>
                    <a:pt x="2986" y="6857"/>
                  </a:lnTo>
                  <a:cubicBezTo>
                    <a:pt x="3459" y="7527"/>
                    <a:pt x="4222" y="7909"/>
                    <a:pt x="5017" y="7909"/>
                  </a:cubicBezTo>
                  <a:cubicBezTo>
                    <a:pt x="5223" y="7909"/>
                    <a:pt x="5431" y="7883"/>
                    <a:pt x="5637" y="7830"/>
                  </a:cubicBezTo>
                  <a:cubicBezTo>
                    <a:pt x="6853" y="7521"/>
                    <a:pt x="7647" y="6352"/>
                    <a:pt x="7489" y="5107"/>
                  </a:cubicBezTo>
                  <a:lnTo>
                    <a:pt x="68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4945000" y="801875"/>
              <a:ext cx="197050" cy="203150"/>
            </a:xfrm>
            <a:custGeom>
              <a:avLst/>
              <a:gdLst/>
              <a:ahLst/>
              <a:cxnLst/>
              <a:rect l="l" t="t" r="r" b="b"/>
              <a:pathLst>
                <a:path w="7882" h="8126" extrusionOk="0">
                  <a:moveTo>
                    <a:pt x="6859" y="258"/>
                  </a:moveTo>
                  <a:lnTo>
                    <a:pt x="7499" y="5231"/>
                  </a:lnTo>
                  <a:cubicBezTo>
                    <a:pt x="7609" y="6103"/>
                    <a:pt x="7228" y="6967"/>
                    <a:pt x="6510" y="7474"/>
                  </a:cubicBezTo>
                  <a:cubicBezTo>
                    <a:pt x="6092" y="7770"/>
                    <a:pt x="5612" y="7912"/>
                    <a:pt x="5136" y="7912"/>
                  </a:cubicBezTo>
                  <a:cubicBezTo>
                    <a:pt x="4389" y="7912"/>
                    <a:pt x="3652" y="7561"/>
                    <a:pt x="3187" y="6904"/>
                  </a:cubicBezTo>
                  <a:lnTo>
                    <a:pt x="273" y="2783"/>
                  </a:lnTo>
                  <a:lnTo>
                    <a:pt x="275" y="2783"/>
                  </a:lnTo>
                  <a:lnTo>
                    <a:pt x="6859" y="258"/>
                  </a:lnTo>
                  <a:close/>
                  <a:moveTo>
                    <a:pt x="6961" y="0"/>
                  </a:moveTo>
                  <a:cubicBezTo>
                    <a:pt x="6945" y="0"/>
                    <a:pt x="6929" y="4"/>
                    <a:pt x="6915" y="10"/>
                  </a:cubicBezTo>
                  <a:lnTo>
                    <a:pt x="74" y="2632"/>
                  </a:lnTo>
                  <a:cubicBezTo>
                    <a:pt x="44" y="2646"/>
                    <a:pt x="22" y="2671"/>
                    <a:pt x="10" y="2701"/>
                  </a:cubicBezTo>
                  <a:cubicBezTo>
                    <a:pt x="1" y="2734"/>
                    <a:pt x="7" y="2768"/>
                    <a:pt x="25" y="2795"/>
                  </a:cubicBezTo>
                  <a:lnTo>
                    <a:pt x="3010" y="7028"/>
                  </a:lnTo>
                  <a:cubicBezTo>
                    <a:pt x="3500" y="7716"/>
                    <a:pt x="4293" y="8125"/>
                    <a:pt x="5137" y="8125"/>
                  </a:cubicBezTo>
                  <a:cubicBezTo>
                    <a:pt x="5139" y="8125"/>
                    <a:pt x="5140" y="8125"/>
                    <a:pt x="5142" y="8125"/>
                  </a:cubicBezTo>
                  <a:lnTo>
                    <a:pt x="5143" y="8124"/>
                  </a:lnTo>
                  <a:lnTo>
                    <a:pt x="5139" y="8116"/>
                  </a:lnTo>
                  <a:cubicBezTo>
                    <a:pt x="5246" y="8115"/>
                    <a:pt x="5355" y="8109"/>
                    <a:pt x="5462" y="8094"/>
                  </a:cubicBezTo>
                  <a:cubicBezTo>
                    <a:pt x="6881" y="7911"/>
                    <a:pt x="7882" y="6612"/>
                    <a:pt x="7697" y="5195"/>
                  </a:cubicBezTo>
                  <a:lnTo>
                    <a:pt x="7058" y="86"/>
                  </a:lnTo>
                  <a:cubicBezTo>
                    <a:pt x="7054" y="55"/>
                    <a:pt x="7034" y="27"/>
                    <a:pt x="7006" y="10"/>
                  </a:cubicBezTo>
                  <a:cubicBezTo>
                    <a:pt x="6992" y="4"/>
                    <a:pt x="6976" y="0"/>
                    <a:pt x="69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5268525" y="807025"/>
              <a:ext cx="191300" cy="195350"/>
            </a:xfrm>
            <a:custGeom>
              <a:avLst/>
              <a:gdLst/>
              <a:ahLst/>
              <a:cxnLst/>
              <a:rect l="l" t="t" r="r" b="b"/>
              <a:pathLst>
                <a:path w="7652" h="7814" extrusionOk="0">
                  <a:moveTo>
                    <a:pt x="672" y="1"/>
                  </a:moveTo>
                  <a:lnTo>
                    <a:pt x="158" y="5011"/>
                  </a:lnTo>
                  <a:cubicBezTo>
                    <a:pt x="0" y="6257"/>
                    <a:pt x="797" y="7426"/>
                    <a:pt x="2013" y="7734"/>
                  </a:cubicBezTo>
                  <a:cubicBezTo>
                    <a:pt x="2219" y="7787"/>
                    <a:pt x="2428" y="7813"/>
                    <a:pt x="2634" y="7813"/>
                  </a:cubicBezTo>
                  <a:cubicBezTo>
                    <a:pt x="3430" y="7813"/>
                    <a:pt x="4193" y="7431"/>
                    <a:pt x="4666" y="6761"/>
                  </a:cubicBezTo>
                  <a:lnTo>
                    <a:pt x="7652" y="2528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5269400" y="804375"/>
              <a:ext cx="193675" cy="200650"/>
            </a:xfrm>
            <a:custGeom>
              <a:avLst/>
              <a:gdLst/>
              <a:ahLst/>
              <a:cxnLst/>
              <a:rect l="l" t="t" r="r" b="b"/>
              <a:pathLst>
                <a:path w="7747" h="8026" extrusionOk="0">
                  <a:moveTo>
                    <a:pt x="727" y="253"/>
                  </a:moveTo>
                  <a:lnTo>
                    <a:pt x="7451" y="2683"/>
                  </a:lnTo>
                  <a:lnTo>
                    <a:pt x="4538" y="6804"/>
                  </a:lnTo>
                  <a:cubicBezTo>
                    <a:pt x="4087" y="7443"/>
                    <a:pt x="3357" y="7815"/>
                    <a:pt x="2588" y="7815"/>
                  </a:cubicBezTo>
                  <a:cubicBezTo>
                    <a:pt x="2488" y="7815"/>
                    <a:pt x="2387" y="7809"/>
                    <a:pt x="2286" y="7796"/>
                  </a:cubicBezTo>
                  <a:cubicBezTo>
                    <a:pt x="980" y="7628"/>
                    <a:pt x="60" y="6433"/>
                    <a:pt x="227" y="5129"/>
                  </a:cubicBezTo>
                  <a:lnTo>
                    <a:pt x="727" y="253"/>
                  </a:lnTo>
                  <a:close/>
                  <a:moveTo>
                    <a:pt x="645" y="0"/>
                  </a:moveTo>
                  <a:cubicBezTo>
                    <a:pt x="625" y="0"/>
                    <a:pt x="605" y="6"/>
                    <a:pt x="587" y="16"/>
                  </a:cubicBezTo>
                  <a:cubicBezTo>
                    <a:pt x="561" y="34"/>
                    <a:pt x="541" y="62"/>
                    <a:pt x="538" y="95"/>
                  </a:cubicBezTo>
                  <a:lnTo>
                    <a:pt x="25" y="5102"/>
                  </a:lnTo>
                  <a:cubicBezTo>
                    <a:pt x="11" y="5212"/>
                    <a:pt x="4" y="5321"/>
                    <a:pt x="4" y="5431"/>
                  </a:cubicBezTo>
                  <a:cubicBezTo>
                    <a:pt x="1" y="6861"/>
                    <a:pt x="1156" y="8021"/>
                    <a:pt x="2584" y="8025"/>
                  </a:cubicBezTo>
                  <a:lnTo>
                    <a:pt x="2584" y="8024"/>
                  </a:lnTo>
                  <a:cubicBezTo>
                    <a:pt x="2590" y="8024"/>
                    <a:pt x="2596" y="8024"/>
                    <a:pt x="2602" y="8024"/>
                  </a:cubicBezTo>
                  <a:cubicBezTo>
                    <a:pt x="3446" y="8024"/>
                    <a:pt x="4237" y="7615"/>
                    <a:pt x="4728" y="6928"/>
                  </a:cubicBezTo>
                  <a:lnTo>
                    <a:pt x="7713" y="2695"/>
                  </a:lnTo>
                  <a:cubicBezTo>
                    <a:pt x="7718" y="2687"/>
                    <a:pt x="7722" y="2678"/>
                    <a:pt x="7727" y="2669"/>
                  </a:cubicBezTo>
                  <a:cubicBezTo>
                    <a:pt x="7746" y="2614"/>
                    <a:pt x="7718" y="2553"/>
                    <a:pt x="7661" y="2532"/>
                  </a:cubicBezTo>
                  <a:lnTo>
                    <a:pt x="680" y="6"/>
                  </a:lnTo>
                  <a:cubicBezTo>
                    <a:pt x="668" y="2"/>
                    <a:pt x="657" y="0"/>
                    <a:pt x="6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5309750" y="1120975"/>
              <a:ext cx="16925" cy="16900"/>
            </a:xfrm>
            <a:custGeom>
              <a:avLst/>
              <a:gdLst/>
              <a:ahLst/>
              <a:cxnLst/>
              <a:rect l="l" t="t" r="r" b="b"/>
              <a:pathLst>
                <a:path w="677" h="676" extrusionOk="0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2" y="675"/>
                  </a:lnTo>
                  <a:cubicBezTo>
                    <a:pt x="526" y="675"/>
                    <a:pt x="675" y="525"/>
                    <a:pt x="675" y="340"/>
                  </a:cubicBezTo>
                  <a:cubicBezTo>
                    <a:pt x="677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5307225" y="1118400"/>
              <a:ext cx="22100" cy="22100"/>
            </a:xfrm>
            <a:custGeom>
              <a:avLst/>
              <a:gdLst/>
              <a:ahLst/>
              <a:cxnLst/>
              <a:rect l="l" t="t" r="r" b="b"/>
              <a:pathLst>
                <a:path w="884" h="884" extrusionOk="0">
                  <a:moveTo>
                    <a:pt x="443" y="215"/>
                  </a:moveTo>
                  <a:cubicBezTo>
                    <a:pt x="568" y="215"/>
                    <a:pt x="669" y="318"/>
                    <a:pt x="671" y="443"/>
                  </a:cubicBezTo>
                  <a:cubicBezTo>
                    <a:pt x="671" y="570"/>
                    <a:pt x="568" y="671"/>
                    <a:pt x="443" y="671"/>
                  </a:cubicBezTo>
                  <a:cubicBezTo>
                    <a:pt x="316" y="671"/>
                    <a:pt x="213" y="570"/>
                    <a:pt x="213" y="443"/>
                  </a:cubicBezTo>
                  <a:cubicBezTo>
                    <a:pt x="213" y="317"/>
                    <a:pt x="316" y="215"/>
                    <a:pt x="443" y="215"/>
                  </a:cubicBez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cubicBezTo>
                    <a:pt x="1" y="687"/>
                    <a:pt x="199" y="884"/>
                    <a:pt x="443" y="884"/>
                  </a:cubicBezTo>
                  <a:cubicBezTo>
                    <a:pt x="685" y="884"/>
                    <a:pt x="882" y="686"/>
                    <a:pt x="883" y="443"/>
                  </a:cubicBezTo>
                  <a:cubicBezTo>
                    <a:pt x="883" y="199"/>
                    <a:pt x="685" y="1"/>
                    <a:pt x="4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5348700" y="1120975"/>
              <a:ext cx="16925" cy="16900"/>
            </a:xfrm>
            <a:custGeom>
              <a:avLst/>
              <a:gdLst/>
              <a:ahLst/>
              <a:cxnLst/>
              <a:rect l="l" t="t" r="r" b="b"/>
              <a:pathLst>
                <a:path w="677" h="676" extrusionOk="0">
                  <a:moveTo>
                    <a:pt x="337" y="1"/>
                  </a:moveTo>
                  <a:cubicBezTo>
                    <a:pt x="152" y="1"/>
                    <a:pt x="2" y="150"/>
                    <a:pt x="0" y="336"/>
                  </a:cubicBezTo>
                  <a:cubicBezTo>
                    <a:pt x="0" y="522"/>
                    <a:pt x="149" y="674"/>
                    <a:pt x="335" y="675"/>
                  </a:cubicBezTo>
                  <a:lnTo>
                    <a:pt x="340" y="675"/>
                  </a:lnTo>
                  <a:cubicBezTo>
                    <a:pt x="524" y="675"/>
                    <a:pt x="675" y="525"/>
                    <a:pt x="675" y="340"/>
                  </a:cubicBezTo>
                  <a:cubicBezTo>
                    <a:pt x="676" y="154"/>
                    <a:pt x="526" y="2"/>
                    <a:pt x="340" y="1"/>
                  </a:cubicBezTo>
                  <a:cubicBezTo>
                    <a:pt x="339" y="1"/>
                    <a:pt x="338" y="1"/>
                    <a:pt x="33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5346225" y="1118450"/>
              <a:ext cx="22225" cy="22050"/>
            </a:xfrm>
            <a:custGeom>
              <a:avLst/>
              <a:gdLst/>
              <a:ahLst/>
              <a:cxnLst/>
              <a:rect l="l" t="t" r="r" b="b"/>
              <a:pathLst>
                <a:path w="889" h="882" extrusionOk="0">
                  <a:moveTo>
                    <a:pt x="446" y="213"/>
                  </a:moveTo>
                  <a:cubicBezTo>
                    <a:pt x="571" y="213"/>
                    <a:pt x="674" y="315"/>
                    <a:pt x="675" y="441"/>
                  </a:cubicBezTo>
                  <a:cubicBezTo>
                    <a:pt x="675" y="563"/>
                    <a:pt x="579" y="664"/>
                    <a:pt x="455" y="669"/>
                  </a:cubicBezTo>
                  <a:cubicBezTo>
                    <a:pt x="452" y="669"/>
                    <a:pt x="450" y="669"/>
                    <a:pt x="447" y="669"/>
                  </a:cubicBezTo>
                  <a:cubicBezTo>
                    <a:pt x="325" y="669"/>
                    <a:pt x="224" y="572"/>
                    <a:pt x="220" y="450"/>
                  </a:cubicBezTo>
                  <a:cubicBezTo>
                    <a:pt x="214" y="323"/>
                    <a:pt x="312" y="218"/>
                    <a:pt x="439" y="213"/>
                  </a:cubicBezTo>
                  <a:lnTo>
                    <a:pt x="443" y="213"/>
                  </a:lnTo>
                  <a:cubicBezTo>
                    <a:pt x="444" y="213"/>
                    <a:pt x="445" y="213"/>
                    <a:pt x="446" y="213"/>
                  </a:cubicBezTo>
                  <a:close/>
                  <a:moveTo>
                    <a:pt x="444" y="0"/>
                  </a:moveTo>
                  <a:cubicBezTo>
                    <a:pt x="206" y="0"/>
                    <a:pt x="10" y="193"/>
                    <a:pt x="5" y="432"/>
                  </a:cubicBezTo>
                  <a:cubicBezTo>
                    <a:pt x="1" y="676"/>
                    <a:pt x="194" y="877"/>
                    <a:pt x="439" y="882"/>
                  </a:cubicBezTo>
                  <a:lnTo>
                    <a:pt x="443" y="882"/>
                  </a:lnTo>
                  <a:cubicBezTo>
                    <a:pt x="444" y="882"/>
                    <a:pt x="445" y="882"/>
                    <a:pt x="446" y="882"/>
                  </a:cubicBezTo>
                  <a:cubicBezTo>
                    <a:pt x="689" y="882"/>
                    <a:pt x="887" y="684"/>
                    <a:pt x="888" y="441"/>
                  </a:cubicBezTo>
                  <a:cubicBezTo>
                    <a:pt x="888" y="200"/>
                    <a:pt x="696" y="5"/>
                    <a:pt x="455" y="0"/>
                  </a:cubicBezTo>
                  <a:cubicBezTo>
                    <a:pt x="451" y="0"/>
                    <a:pt x="448" y="0"/>
                    <a:pt x="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5387625" y="1120975"/>
              <a:ext cx="16975" cy="16900"/>
            </a:xfrm>
            <a:custGeom>
              <a:avLst/>
              <a:gdLst/>
              <a:ahLst/>
              <a:cxnLst/>
              <a:rect l="l" t="t" r="r" b="b"/>
              <a:pathLst>
                <a:path w="679" h="676" extrusionOk="0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0" y="675"/>
                  </a:lnTo>
                  <a:cubicBezTo>
                    <a:pt x="341" y="675"/>
                    <a:pt x="342" y="675"/>
                    <a:pt x="343" y="675"/>
                  </a:cubicBezTo>
                  <a:cubicBezTo>
                    <a:pt x="526" y="675"/>
                    <a:pt x="675" y="527"/>
                    <a:pt x="677" y="342"/>
                  </a:cubicBezTo>
                  <a:lnTo>
                    <a:pt x="677" y="340"/>
                  </a:lnTo>
                  <a:cubicBezTo>
                    <a:pt x="678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5385100" y="1118450"/>
              <a:ext cx="22125" cy="22100"/>
            </a:xfrm>
            <a:custGeom>
              <a:avLst/>
              <a:gdLst/>
              <a:ahLst/>
              <a:cxnLst/>
              <a:rect l="l" t="t" r="r" b="b"/>
              <a:pathLst>
                <a:path w="885" h="884" extrusionOk="0">
                  <a:moveTo>
                    <a:pt x="443" y="213"/>
                  </a:moveTo>
                  <a:cubicBezTo>
                    <a:pt x="569" y="213"/>
                    <a:pt x="670" y="315"/>
                    <a:pt x="670" y="441"/>
                  </a:cubicBezTo>
                  <a:cubicBezTo>
                    <a:pt x="670" y="566"/>
                    <a:pt x="571" y="667"/>
                    <a:pt x="444" y="669"/>
                  </a:cubicBezTo>
                  <a:cubicBezTo>
                    <a:pt x="443" y="669"/>
                    <a:pt x="442" y="669"/>
                    <a:pt x="441" y="669"/>
                  </a:cubicBezTo>
                  <a:cubicBezTo>
                    <a:pt x="318" y="669"/>
                    <a:pt x="216" y="568"/>
                    <a:pt x="215" y="443"/>
                  </a:cubicBezTo>
                  <a:cubicBezTo>
                    <a:pt x="213" y="318"/>
                    <a:pt x="315" y="213"/>
                    <a:pt x="441" y="213"/>
                  </a:cubicBezTo>
                  <a:close/>
                  <a:moveTo>
                    <a:pt x="443" y="0"/>
                  </a:moveTo>
                  <a:cubicBezTo>
                    <a:pt x="200" y="0"/>
                    <a:pt x="2" y="196"/>
                    <a:pt x="2" y="440"/>
                  </a:cubicBezTo>
                  <a:cubicBezTo>
                    <a:pt x="0" y="682"/>
                    <a:pt x="197" y="882"/>
                    <a:pt x="441" y="882"/>
                  </a:cubicBezTo>
                  <a:lnTo>
                    <a:pt x="441" y="883"/>
                  </a:lnTo>
                  <a:lnTo>
                    <a:pt x="443" y="883"/>
                  </a:lnTo>
                  <a:cubicBezTo>
                    <a:pt x="687" y="883"/>
                    <a:pt x="885" y="685"/>
                    <a:pt x="885" y="441"/>
                  </a:cubicBezTo>
                  <a:cubicBezTo>
                    <a:pt x="885" y="198"/>
                    <a:pt x="688" y="0"/>
                    <a:pt x="446" y="0"/>
                  </a:cubicBezTo>
                  <a:cubicBezTo>
                    <a:pt x="445" y="0"/>
                    <a:pt x="444" y="0"/>
                    <a:pt x="44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5113700" y="1281400"/>
              <a:ext cx="178325" cy="178300"/>
            </a:xfrm>
            <a:custGeom>
              <a:avLst/>
              <a:gdLst/>
              <a:ahLst/>
              <a:cxnLst/>
              <a:rect l="l" t="t" r="r" b="b"/>
              <a:pathLst>
                <a:path w="7133" h="7132" extrusionOk="0">
                  <a:moveTo>
                    <a:pt x="3567" y="1"/>
                  </a:moveTo>
                  <a:cubicBezTo>
                    <a:pt x="1597" y="1"/>
                    <a:pt x="1" y="1597"/>
                    <a:pt x="1" y="3567"/>
                  </a:cubicBezTo>
                  <a:cubicBezTo>
                    <a:pt x="1" y="5535"/>
                    <a:pt x="1597" y="7131"/>
                    <a:pt x="3567" y="7131"/>
                  </a:cubicBezTo>
                  <a:cubicBezTo>
                    <a:pt x="5535" y="7131"/>
                    <a:pt x="7133" y="5535"/>
                    <a:pt x="7133" y="3567"/>
                  </a:cubicBezTo>
                  <a:cubicBezTo>
                    <a:pt x="7133" y="1597"/>
                    <a:pt x="5535" y="1"/>
                    <a:pt x="3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5110825" y="1278800"/>
              <a:ext cx="183800" cy="183725"/>
            </a:xfrm>
            <a:custGeom>
              <a:avLst/>
              <a:gdLst/>
              <a:ahLst/>
              <a:cxnLst/>
              <a:rect l="l" t="t" r="r" b="b"/>
              <a:pathLst>
                <a:path w="7352" h="7349" extrusionOk="0">
                  <a:moveTo>
                    <a:pt x="3679" y="215"/>
                  </a:moveTo>
                  <a:cubicBezTo>
                    <a:pt x="5589" y="218"/>
                    <a:pt x="7136" y="1765"/>
                    <a:pt x="7137" y="3674"/>
                  </a:cubicBezTo>
                  <a:lnTo>
                    <a:pt x="7137" y="3678"/>
                  </a:lnTo>
                  <a:cubicBezTo>
                    <a:pt x="7137" y="5589"/>
                    <a:pt x="5587" y="7137"/>
                    <a:pt x="3677" y="7137"/>
                  </a:cubicBezTo>
                  <a:cubicBezTo>
                    <a:pt x="3676" y="7137"/>
                    <a:pt x="3675" y="7137"/>
                    <a:pt x="3674" y="7137"/>
                  </a:cubicBezTo>
                  <a:cubicBezTo>
                    <a:pt x="1762" y="7137"/>
                    <a:pt x="215" y="5586"/>
                    <a:pt x="215" y="3674"/>
                  </a:cubicBezTo>
                  <a:cubicBezTo>
                    <a:pt x="217" y="1762"/>
                    <a:pt x="1767" y="215"/>
                    <a:pt x="3679" y="215"/>
                  </a:cubicBezTo>
                  <a:close/>
                  <a:moveTo>
                    <a:pt x="3677" y="1"/>
                  </a:moveTo>
                  <a:cubicBezTo>
                    <a:pt x="3676" y="1"/>
                    <a:pt x="3675" y="1"/>
                    <a:pt x="3674" y="1"/>
                  </a:cubicBezTo>
                  <a:cubicBezTo>
                    <a:pt x="1645" y="1"/>
                    <a:pt x="1" y="1647"/>
                    <a:pt x="2" y="3677"/>
                  </a:cubicBezTo>
                  <a:cubicBezTo>
                    <a:pt x="4" y="5705"/>
                    <a:pt x="1648" y="7349"/>
                    <a:pt x="3676" y="7349"/>
                  </a:cubicBezTo>
                  <a:cubicBezTo>
                    <a:pt x="3677" y="7349"/>
                    <a:pt x="3678" y="7349"/>
                    <a:pt x="3679" y="7349"/>
                  </a:cubicBezTo>
                  <a:cubicBezTo>
                    <a:pt x="5707" y="7347"/>
                    <a:pt x="7350" y="5702"/>
                    <a:pt x="7352" y="3674"/>
                  </a:cubicBezTo>
                  <a:lnTo>
                    <a:pt x="7352" y="3672"/>
                  </a:lnTo>
                  <a:cubicBezTo>
                    <a:pt x="7350" y="1644"/>
                    <a:pt x="5705" y="1"/>
                    <a:pt x="36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5193725" y="1281450"/>
              <a:ext cx="18150" cy="92250"/>
            </a:xfrm>
            <a:custGeom>
              <a:avLst/>
              <a:gdLst/>
              <a:ahLst/>
              <a:cxnLst/>
              <a:rect l="l" t="t" r="r" b="b"/>
              <a:pathLst>
                <a:path w="726" h="3690" extrusionOk="0">
                  <a:moveTo>
                    <a:pt x="363" y="1"/>
                  </a:moveTo>
                  <a:cubicBezTo>
                    <a:pt x="242" y="1"/>
                    <a:pt x="121" y="7"/>
                    <a:pt x="1" y="20"/>
                  </a:cubicBezTo>
                  <a:lnTo>
                    <a:pt x="1" y="3690"/>
                  </a:lnTo>
                  <a:lnTo>
                    <a:pt x="726" y="3690"/>
                  </a:lnTo>
                  <a:lnTo>
                    <a:pt x="726" y="20"/>
                  </a:lnTo>
                  <a:cubicBezTo>
                    <a:pt x="605" y="7"/>
                    <a:pt x="484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5191025" y="1278775"/>
              <a:ext cx="23550" cy="97650"/>
            </a:xfrm>
            <a:custGeom>
              <a:avLst/>
              <a:gdLst/>
              <a:ahLst/>
              <a:cxnLst/>
              <a:rect l="l" t="t" r="r" b="b"/>
              <a:pathLst>
                <a:path w="942" h="3906" extrusionOk="0">
                  <a:moveTo>
                    <a:pt x="471" y="217"/>
                  </a:moveTo>
                  <a:cubicBezTo>
                    <a:pt x="557" y="217"/>
                    <a:pt x="642" y="220"/>
                    <a:pt x="727" y="225"/>
                  </a:cubicBezTo>
                  <a:lnTo>
                    <a:pt x="727" y="3693"/>
                  </a:lnTo>
                  <a:lnTo>
                    <a:pt x="214" y="3693"/>
                  </a:lnTo>
                  <a:lnTo>
                    <a:pt x="214" y="225"/>
                  </a:lnTo>
                  <a:cubicBezTo>
                    <a:pt x="300" y="220"/>
                    <a:pt x="386" y="217"/>
                    <a:pt x="471" y="217"/>
                  </a:cubicBezTo>
                  <a:close/>
                  <a:moveTo>
                    <a:pt x="471" y="1"/>
                  </a:moveTo>
                  <a:cubicBezTo>
                    <a:pt x="346" y="1"/>
                    <a:pt x="222" y="8"/>
                    <a:pt x="98" y="21"/>
                  </a:cubicBezTo>
                  <a:cubicBezTo>
                    <a:pt x="43" y="26"/>
                    <a:pt x="0" y="72"/>
                    <a:pt x="2" y="127"/>
                  </a:cubicBezTo>
                  <a:lnTo>
                    <a:pt x="2" y="3798"/>
                  </a:lnTo>
                  <a:cubicBezTo>
                    <a:pt x="2" y="3858"/>
                    <a:pt x="49" y="3906"/>
                    <a:pt x="109" y="3906"/>
                  </a:cubicBezTo>
                  <a:lnTo>
                    <a:pt x="835" y="3906"/>
                  </a:lnTo>
                  <a:cubicBezTo>
                    <a:pt x="895" y="3904"/>
                    <a:pt x="941" y="3855"/>
                    <a:pt x="940" y="3797"/>
                  </a:cubicBezTo>
                  <a:lnTo>
                    <a:pt x="940" y="127"/>
                  </a:lnTo>
                  <a:cubicBezTo>
                    <a:pt x="941" y="72"/>
                    <a:pt x="899" y="24"/>
                    <a:pt x="844" y="21"/>
                  </a:cubicBezTo>
                  <a:cubicBezTo>
                    <a:pt x="720" y="8"/>
                    <a:pt x="595" y="1"/>
                    <a:pt x="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4806500" y="953125"/>
              <a:ext cx="170050" cy="324050"/>
            </a:xfrm>
            <a:custGeom>
              <a:avLst/>
              <a:gdLst/>
              <a:ahLst/>
              <a:cxnLst/>
              <a:rect l="l" t="t" r="r" b="b"/>
              <a:pathLst>
                <a:path w="6802" h="12962" extrusionOk="0">
                  <a:moveTo>
                    <a:pt x="6162" y="1"/>
                  </a:moveTo>
                  <a:lnTo>
                    <a:pt x="2678" y="3326"/>
                  </a:lnTo>
                  <a:lnTo>
                    <a:pt x="227" y="10790"/>
                  </a:lnTo>
                  <a:cubicBezTo>
                    <a:pt x="0" y="11667"/>
                    <a:pt x="486" y="12571"/>
                    <a:pt x="1342" y="12865"/>
                  </a:cubicBezTo>
                  <a:cubicBezTo>
                    <a:pt x="1530" y="12930"/>
                    <a:pt x="1721" y="12961"/>
                    <a:pt x="1909" y="12961"/>
                  </a:cubicBezTo>
                  <a:cubicBezTo>
                    <a:pt x="2612" y="12961"/>
                    <a:pt x="3271" y="12533"/>
                    <a:pt x="3535" y="11841"/>
                  </a:cubicBezTo>
                  <a:lnTo>
                    <a:pt x="6802" y="4448"/>
                  </a:lnTo>
                  <a:lnTo>
                    <a:pt x="6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4803700" y="950650"/>
              <a:ext cx="175550" cy="329300"/>
            </a:xfrm>
            <a:custGeom>
              <a:avLst/>
              <a:gdLst/>
              <a:ahLst/>
              <a:cxnLst/>
              <a:rect l="l" t="t" r="r" b="b"/>
              <a:pathLst>
                <a:path w="7022" h="13172" extrusionOk="0">
                  <a:moveTo>
                    <a:pt x="6199" y="322"/>
                  </a:moveTo>
                  <a:lnTo>
                    <a:pt x="6808" y="4534"/>
                  </a:lnTo>
                  <a:lnTo>
                    <a:pt x="3544" y="11904"/>
                  </a:lnTo>
                  <a:cubicBezTo>
                    <a:pt x="3300" y="12552"/>
                    <a:pt x="2682" y="12960"/>
                    <a:pt x="2018" y="12960"/>
                  </a:cubicBezTo>
                  <a:cubicBezTo>
                    <a:pt x="1885" y="12960"/>
                    <a:pt x="1750" y="12943"/>
                    <a:pt x="1616" y="12909"/>
                  </a:cubicBezTo>
                  <a:cubicBezTo>
                    <a:pt x="742" y="12686"/>
                    <a:pt x="215" y="11799"/>
                    <a:pt x="437" y="10926"/>
                  </a:cubicBezTo>
                  <a:lnTo>
                    <a:pt x="2880" y="3483"/>
                  </a:lnTo>
                  <a:lnTo>
                    <a:pt x="6199" y="322"/>
                  </a:lnTo>
                  <a:close/>
                  <a:moveTo>
                    <a:pt x="6270" y="0"/>
                  </a:moveTo>
                  <a:cubicBezTo>
                    <a:pt x="6243" y="0"/>
                    <a:pt x="6217" y="10"/>
                    <a:pt x="6196" y="30"/>
                  </a:cubicBezTo>
                  <a:lnTo>
                    <a:pt x="2715" y="3346"/>
                  </a:lnTo>
                  <a:cubicBezTo>
                    <a:pt x="2702" y="3359"/>
                    <a:pt x="2693" y="3374"/>
                    <a:pt x="2687" y="3391"/>
                  </a:cubicBezTo>
                  <a:lnTo>
                    <a:pt x="235" y="10865"/>
                  </a:lnTo>
                  <a:cubicBezTo>
                    <a:pt x="1" y="11796"/>
                    <a:pt x="514" y="12751"/>
                    <a:pt x="1420" y="13069"/>
                  </a:cubicBezTo>
                  <a:cubicBezTo>
                    <a:pt x="1616" y="13136"/>
                    <a:pt x="1822" y="13170"/>
                    <a:pt x="2027" y="13171"/>
                  </a:cubicBezTo>
                  <a:lnTo>
                    <a:pt x="2027" y="13170"/>
                  </a:lnTo>
                  <a:cubicBezTo>
                    <a:pt x="2030" y="13170"/>
                    <a:pt x="2032" y="13170"/>
                    <a:pt x="2034" y="13170"/>
                  </a:cubicBezTo>
                  <a:cubicBezTo>
                    <a:pt x="2795" y="13170"/>
                    <a:pt x="3478" y="12700"/>
                    <a:pt x="3748" y="11989"/>
                  </a:cubicBezTo>
                  <a:lnTo>
                    <a:pt x="7015" y="4595"/>
                  </a:lnTo>
                  <a:cubicBezTo>
                    <a:pt x="7021" y="4577"/>
                    <a:pt x="7021" y="4556"/>
                    <a:pt x="7015" y="4539"/>
                  </a:cubicBezTo>
                  <a:lnTo>
                    <a:pt x="6376" y="91"/>
                  </a:lnTo>
                  <a:cubicBezTo>
                    <a:pt x="6372" y="52"/>
                    <a:pt x="6344" y="18"/>
                    <a:pt x="6305" y="6"/>
                  </a:cubicBezTo>
                  <a:cubicBezTo>
                    <a:pt x="6293" y="2"/>
                    <a:pt x="6282" y="0"/>
                    <a:pt x="62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4849300" y="870200"/>
              <a:ext cx="111225" cy="184800"/>
            </a:xfrm>
            <a:custGeom>
              <a:avLst/>
              <a:gdLst/>
              <a:ahLst/>
              <a:cxnLst/>
              <a:rect l="l" t="t" r="r" b="b"/>
              <a:pathLst>
                <a:path w="4449" h="7392" extrusionOk="0">
                  <a:moveTo>
                    <a:pt x="3936" y="1"/>
                  </a:moveTo>
                  <a:cubicBezTo>
                    <a:pt x="3936" y="1"/>
                    <a:pt x="1823" y="376"/>
                    <a:pt x="912" y="2410"/>
                  </a:cubicBezTo>
                  <a:cubicBezTo>
                    <a:pt x="1" y="4445"/>
                    <a:pt x="912" y="7392"/>
                    <a:pt x="912" y="7392"/>
                  </a:cubicBezTo>
                  <a:lnTo>
                    <a:pt x="1607" y="7392"/>
                  </a:lnTo>
                  <a:lnTo>
                    <a:pt x="4448" y="3321"/>
                  </a:lnTo>
                  <a:lnTo>
                    <a:pt x="393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4846700" y="867525"/>
              <a:ext cx="116425" cy="190150"/>
            </a:xfrm>
            <a:custGeom>
              <a:avLst/>
              <a:gdLst/>
              <a:ahLst/>
              <a:cxnLst/>
              <a:rect l="l" t="t" r="r" b="b"/>
              <a:pathLst>
                <a:path w="4657" h="7606" extrusionOk="0">
                  <a:moveTo>
                    <a:pt x="3942" y="236"/>
                  </a:moveTo>
                  <a:lnTo>
                    <a:pt x="4429" y="3403"/>
                  </a:lnTo>
                  <a:lnTo>
                    <a:pt x="1656" y="7392"/>
                  </a:lnTo>
                  <a:lnTo>
                    <a:pt x="1095" y="7392"/>
                  </a:lnTo>
                  <a:cubicBezTo>
                    <a:pt x="965" y="6923"/>
                    <a:pt x="309" y="4357"/>
                    <a:pt x="1101" y="2560"/>
                  </a:cubicBezTo>
                  <a:cubicBezTo>
                    <a:pt x="1863" y="860"/>
                    <a:pt x="3516" y="344"/>
                    <a:pt x="3942" y="236"/>
                  </a:cubicBezTo>
                  <a:close/>
                  <a:moveTo>
                    <a:pt x="4039" y="1"/>
                  </a:moveTo>
                  <a:cubicBezTo>
                    <a:pt x="4031" y="1"/>
                    <a:pt x="4024" y="1"/>
                    <a:pt x="4016" y="3"/>
                  </a:cubicBezTo>
                  <a:cubicBezTo>
                    <a:pt x="3995" y="5"/>
                    <a:pt x="1826" y="428"/>
                    <a:pt x="913" y="2475"/>
                  </a:cubicBezTo>
                  <a:cubicBezTo>
                    <a:pt x="0" y="4522"/>
                    <a:pt x="874" y="7409"/>
                    <a:pt x="913" y="7531"/>
                  </a:cubicBezTo>
                  <a:cubicBezTo>
                    <a:pt x="928" y="7576"/>
                    <a:pt x="970" y="7606"/>
                    <a:pt x="1016" y="7606"/>
                  </a:cubicBezTo>
                  <a:lnTo>
                    <a:pt x="1711" y="7606"/>
                  </a:lnTo>
                  <a:cubicBezTo>
                    <a:pt x="1744" y="7604"/>
                    <a:pt x="1775" y="7588"/>
                    <a:pt x="1795" y="7560"/>
                  </a:cubicBezTo>
                  <a:lnTo>
                    <a:pt x="4634" y="3489"/>
                  </a:lnTo>
                  <a:cubicBezTo>
                    <a:pt x="4649" y="3467"/>
                    <a:pt x="4656" y="3440"/>
                    <a:pt x="4652" y="3413"/>
                  </a:cubicBezTo>
                  <a:lnTo>
                    <a:pt x="4140" y="90"/>
                  </a:lnTo>
                  <a:cubicBezTo>
                    <a:pt x="4135" y="63"/>
                    <a:pt x="4120" y="36"/>
                    <a:pt x="4098" y="20"/>
                  </a:cubicBezTo>
                  <a:cubicBezTo>
                    <a:pt x="4080" y="8"/>
                    <a:pt x="4060" y="1"/>
                    <a:pt x="40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4777125" y="868525"/>
              <a:ext cx="129800" cy="413025"/>
            </a:xfrm>
            <a:custGeom>
              <a:avLst/>
              <a:gdLst/>
              <a:ahLst/>
              <a:cxnLst/>
              <a:rect l="l" t="t" r="r" b="b"/>
              <a:pathLst>
                <a:path w="5192" h="16521" extrusionOk="0">
                  <a:moveTo>
                    <a:pt x="3379" y="1"/>
                  </a:moveTo>
                  <a:lnTo>
                    <a:pt x="1281" y="14"/>
                  </a:lnTo>
                  <a:lnTo>
                    <a:pt x="1280" y="14"/>
                  </a:lnTo>
                  <a:cubicBezTo>
                    <a:pt x="1280" y="14"/>
                    <a:pt x="1" y="9335"/>
                    <a:pt x="263" y="10513"/>
                  </a:cubicBezTo>
                  <a:cubicBezTo>
                    <a:pt x="525" y="11690"/>
                    <a:pt x="1013" y="15387"/>
                    <a:pt x="1603" y="15975"/>
                  </a:cubicBezTo>
                  <a:cubicBezTo>
                    <a:pt x="1911" y="16285"/>
                    <a:pt x="2500" y="16520"/>
                    <a:pt x="3090" y="16520"/>
                  </a:cubicBezTo>
                  <a:cubicBezTo>
                    <a:pt x="3626" y="16520"/>
                    <a:pt x="4163" y="16326"/>
                    <a:pt x="4494" y="15816"/>
                  </a:cubicBezTo>
                  <a:cubicBezTo>
                    <a:pt x="5190" y="14744"/>
                    <a:pt x="5191" y="10513"/>
                    <a:pt x="5085" y="9442"/>
                  </a:cubicBezTo>
                  <a:cubicBezTo>
                    <a:pt x="4978" y="8371"/>
                    <a:pt x="3379" y="1"/>
                    <a:pt x="3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4774375" y="865875"/>
              <a:ext cx="135775" cy="418325"/>
            </a:xfrm>
            <a:custGeom>
              <a:avLst/>
              <a:gdLst/>
              <a:ahLst/>
              <a:cxnLst/>
              <a:rect l="l" t="t" r="r" b="b"/>
              <a:pathLst>
                <a:path w="5431" h="16733" extrusionOk="0">
                  <a:moveTo>
                    <a:pt x="3407" y="217"/>
                  </a:moveTo>
                  <a:cubicBezTo>
                    <a:pt x="3578" y="1112"/>
                    <a:pt x="4994" y="8565"/>
                    <a:pt x="5094" y="9561"/>
                  </a:cubicBezTo>
                  <a:cubicBezTo>
                    <a:pt x="5207" y="10693"/>
                    <a:pt x="5183" y="14850"/>
                    <a:pt x="4521" y="15867"/>
                  </a:cubicBezTo>
                  <a:cubicBezTo>
                    <a:pt x="4271" y="16239"/>
                    <a:pt x="3863" y="16476"/>
                    <a:pt x="3416" y="16507"/>
                  </a:cubicBezTo>
                  <a:cubicBezTo>
                    <a:pt x="3339" y="16516"/>
                    <a:pt x="3261" y="16520"/>
                    <a:pt x="3184" y="16520"/>
                  </a:cubicBezTo>
                  <a:cubicBezTo>
                    <a:pt x="2677" y="16520"/>
                    <a:pt x="2182" y="16339"/>
                    <a:pt x="1793" y="16006"/>
                  </a:cubicBezTo>
                  <a:cubicBezTo>
                    <a:pt x="1367" y="15595"/>
                    <a:pt x="985" y="13386"/>
                    <a:pt x="727" y="11929"/>
                  </a:cubicBezTo>
                  <a:cubicBezTo>
                    <a:pt x="632" y="11378"/>
                    <a:pt x="545" y="10901"/>
                    <a:pt x="477" y="10593"/>
                  </a:cubicBezTo>
                  <a:cubicBezTo>
                    <a:pt x="230" y="9508"/>
                    <a:pt x="1352" y="1192"/>
                    <a:pt x="1483" y="223"/>
                  </a:cubicBezTo>
                  <a:lnTo>
                    <a:pt x="3407" y="217"/>
                  </a:lnTo>
                  <a:close/>
                  <a:moveTo>
                    <a:pt x="3489" y="1"/>
                  </a:moveTo>
                  <a:lnTo>
                    <a:pt x="1390" y="13"/>
                  </a:lnTo>
                  <a:cubicBezTo>
                    <a:pt x="1338" y="13"/>
                    <a:pt x="1293" y="53"/>
                    <a:pt x="1285" y="105"/>
                  </a:cubicBezTo>
                  <a:cubicBezTo>
                    <a:pt x="1232" y="486"/>
                    <a:pt x="0" y="9459"/>
                    <a:pt x="268" y="10642"/>
                  </a:cubicBezTo>
                  <a:cubicBezTo>
                    <a:pt x="337" y="10946"/>
                    <a:pt x="422" y="11418"/>
                    <a:pt x="519" y="11966"/>
                  </a:cubicBezTo>
                  <a:cubicBezTo>
                    <a:pt x="879" y="14009"/>
                    <a:pt x="1211" y="15732"/>
                    <a:pt x="1638" y="16159"/>
                  </a:cubicBezTo>
                  <a:cubicBezTo>
                    <a:pt x="2064" y="16529"/>
                    <a:pt x="2610" y="16732"/>
                    <a:pt x="3174" y="16732"/>
                  </a:cubicBezTo>
                  <a:cubicBezTo>
                    <a:pt x="3184" y="16732"/>
                    <a:pt x="3195" y="16732"/>
                    <a:pt x="3205" y="16732"/>
                  </a:cubicBezTo>
                  <a:cubicBezTo>
                    <a:pt x="3290" y="16732"/>
                    <a:pt x="3357" y="16728"/>
                    <a:pt x="3432" y="16722"/>
                  </a:cubicBezTo>
                  <a:cubicBezTo>
                    <a:pt x="3946" y="16686"/>
                    <a:pt x="4414" y="16410"/>
                    <a:pt x="4695" y="15980"/>
                  </a:cubicBezTo>
                  <a:cubicBezTo>
                    <a:pt x="5431" y="14850"/>
                    <a:pt x="5396" y="10482"/>
                    <a:pt x="5301" y="9538"/>
                  </a:cubicBezTo>
                  <a:cubicBezTo>
                    <a:pt x="5194" y="8473"/>
                    <a:pt x="3659" y="430"/>
                    <a:pt x="3595" y="87"/>
                  </a:cubicBezTo>
                  <a:cubicBezTo>
                    <a:pt x="3583" y="38"/>
                    <a:pt x="3540" y="2"/>
                    <a:pt x="34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781600" y="1058025"/>
              <a:ext cx="70450" cy="172150"/>
            </a:xfrm>
            <a:custGeom>
              <a:avLst/>
              <a:gdLst/>
              <a:ahLst/>
              <a:cxnLst/>
              <a:rect l="l" t="t" r="r" b="b"/>
              <a:pathLst>
                <a:path w="2818" h="6886" extrusionOk="0">
                  <a:moveTo>
                    <a:pt x="200" y="1"/>
                  </a:moveTo>
                  <a:cubicBezTo>
                    <a:pt x="67" y="1409"/>
                    <a:pt x="0" y="2559"/>
                    <a:pt x="84" y="2933"/>
                  </a:cubicBezTo>
                  <a:cubicBezTo>
                    <a:pt x="259" y="3701"/>
                    <a:pt x="523" y="5537"/>
                    <a:pt x="849" y="6886"/>
                  </a:cubicBezTo>
                  <a:lnTo>
                    <a:pt x="2817" y="6886"/>
                  </a:lnTo>
                  <a:lnTo>
                    <a:pt x="281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779175" y="1054875"/>
              <a:ext cx="75700" cy="177975"/>
            </a:xfrm>
            <a:custGeom>
              <a:avLst/>
              <a:gdLst/>
              <a:ahLst/>
              <a:cxnLst/>
              <a:rect l="l" t="t" r="r" b="b"/>
              <a:pathLst>
                <a:path w="3028" h="7119" extrusionOk="0">
                  <a:moveTo>
                    <a:pt x="2809" y="225"/>
                  </a:moveTo>
                  <a:lnTo>
                    <a:pt x="2809" y="6906"/>
                  </a:lnTo>
                  <a:lnTo>
                    <a:pt x="1032" y="6906"/>
                  </a:lnTo>
                  <a:cubicBezTo>
                    <a:pt x="845" y="6112"/>
                    <a:pt x="674" y="5149"/>
                    <a:pt x="535" y="4370"/>
                  </a:cubicBezTo>
                  <a:cubicBezTo>
                    <a:pt x="440" y="3819"/>
                    <a:pt x="353" y="3344"/>
                    <a:pt x="286" y="3035"/>
                  </a:cubicBezTo>
                  <a:cubicBezTo>
                    <a:pt x="237" y="2822"/>
                    <a:pt x="218" y="2159"/>
                    <a:pt x="395" y="225"/>
                  </a:cubicBezTo>
                  <a:close/>
                  <a:moveTo>
                    <a:pt x="297" y="0"/>
                  </a:moveTo>
                  <a:cubicBezTo>
                    <a:pt x="242" y="0"/>
                    <a:pt x="196" y="42"/>
                    <a:pt x="190" y="97"/>
                  </a:cubicBezTo>
                  <a:cubicBezTo>
                    <a:pt x="36" y="1766"/>
                    <a:pt x="1" y="2738"/>
                    <a:pt x="76" y="3082"/>
                  </a:cubicBezTo>
                  <a:cubicBezTo>
                    <a:pt x="145" y="3388"/>
                    <a:pt x="230" y="3858"/>
                    <a:pt x="327" y="4406"/>
                  </a:cubicBezTo>
                  <a:cubicBezTo>
                    <a:pt x="470" y="5217"/>
                    <a:pt x="645" y="6224"/>
                    <a:pt x="845" y="7038"/>
                  </a:cubicBezTo>
                  <a:cubicBezTo>
                    <a:pt x="855" y="7086"/>
                    <a:pt x="898" y="7119"/>
                    <a:pt x="946" y="7119"/>
                  </a:cubicBezTo>
                  <a:lnTo>
                    <a:pt x="2926" y="7119"/>
                  </a:lnTo>
                  <a:cubicBezTo>
                    <a:pt x="2984" y="7113"/>
                    <a:pt x="3028" y="7061"/>
                    <a:pt x="3022" y="7001"/>
                  </a:cubicBezTo>
                  <a:lnTo>
                    <a:pt x="3022" y="107"/>
                  </a:lnTo>
                  <a:cubicBezTo>
                    <a:pt x="3022" y="48"/>
                    <a:pt x="2974" y="0"/>
                    <a:pt x="291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4808425" y="857500"/>
              <a:ext cx="54575" cy="22100"/>
            </a:xfrm>
            <a:custGeom>
              <a:avLst/>
              <a:gdLst/>
              <a:ahLst/>
              <a:cxnLst/>
              <a:rect l="l" t="t" r="r" b="b"/>
              <a:pathLst>
                <a:path w="2183" h="884" extrusionOk="0">
                  <a:moveTo>
                    <a:pt x="111" y="1"/>
                  </a:moveTo>
                  <a:lnTo>
                    <a:pt x="1" y="747"/>
                  </a:lnTo>
                  <a:lnTo>
                    <a:pt x="2182" y="884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4805825" y="854675"/>
              <a:ext cx="60100" cy="27450"/>
            </a:xfrm>
            <a:custGeom>
              <a:avLst/>
              <a:gdLst/>
              <a:ahLst/>
              <a:cxnLst/>
              <a:rect l="l" t="t" r="r" b="b"/>
              <a:pathLst>
                <a:path w="2404" h="1098" extrusionOk="0">
                  <a:moveTo>
                    <a:pt x="2058" y="214"/>
                  </a:moveTo>
                  <a:lnTo>
                    <a:pt x="2161" y="878"/>
                  </a:lnTo>
                  <a:lnTo>
                    <a:pt x="227" y="754"/>
                  </a:lnTo>
                  <a:lnTo>
                    <a:pt x="307" y="214"/>
                  </a:lnTo>
                  <a:close/>
                  <a:moveTo>
                    <a:pt x="222" y="1"/>
                  </a:moveTo>
                  <a:cubicBezTo>
                    <a:pt x="169" y="1"/>
                    <a:pt x="124" y="38"/>
                    <a:pt x="115" y="90"/>
                  </a:cubicBezTo>
                  <a:lnTo>
                    <a:pt x="5" y="836"/>
                  </a:lnTo>
                  <a:cubicBezTo>
                    <a:pt x="1" y="866"/>
                    <a:pt x="8" y="897"/>
                    <a:pt x="27" y="919"/>
                  </a:cubicBezTo>
                  <a:cubicBezTo>
                    <a:pt x="47" y="943"/>
                    <a:pt x="75" y="958"/>
                    <a:pt x="105" y="961"/>
                  </a:cubicBezTo>
                  <a:lnTo>
                    <a:pt x="2286" y="1097"/>
                  </a:lnTo>
                  <a:cubicBezTo>
                    <a:pt x="2289" y="1097"/>
                    <a:pt x="2293" y="1097"/>
                    <a:pt x="2296" y="1097"/>
                  </a:cubicBezTo>
                  <a:cubicBezTo>
                    <a:pt x="2325" y="1097"/>
                    <a:pt x="2352" y="1085"/>
                    <a:pt x="2371" y="1062"/>
                  </a:cubicBezTo>
                  <a:cubicBezTo>
                    <a:pt x="2393" y="1040"/>
                    <a:pt x="2404" y="1007"/>
                    <a:pt x="2399" y="976"/>
                  </a:cubicBezTo>
                  <a:lnTo>
                    <a:pt x="2261" y="90"/>
                  </a:lnTo>
                  <a:cubicBezTo>
                    <a:pt x="2252" y="39"/>
                    <a:pt x="2209" y="1"/>
                    <a:pt x="21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4774550" y="754150"/>
              <a:ext cx="101625" cy="115875"/>
            </a:xfrm>
            <a:custGeom>
              <a:avLst/>
              <a:gdLst/>
              <a:ahLst/>
              <a:cxnLst/>
              <a:rect l="l" t="t" r="r" b="b"/>
              <a:pathLst>
                <a:path w="4065" h="4635" extrusionOk="0">
                  <a:moveTo>
                    <a:pt x="3040" y="0"/>
                  </a:moveTo>
                  <a:cubicBezTo>
                    <a:pt x="3040" y="0"/>
                    <a:pt x="1079" y="1080"/>
                    <a:pt x="610" y="1796"/>
                  </a:cubicBezTo>
                  <a:cubicBezTo>
                    <a:pt x="139" y="2512"/>
                    <a:pt x="1" y="3593"/>
                    <a:pt x="527" y="4355"/>
                  </a:cubicBezTo>
                  <a:cubicBezTo>
                    <a:pt x="667" y="4560"/>
                    <a:pt x="900" y="4634"/>
                    <a:pt x="1166" y="4634"/>
                  </a:cubicBezTo>
                  <a:cubicBezTo>
                    <a:pt x="1890" y="4634"/>
                    <a:pt x="2857" y="4080"/>
                    <a:pt x="2857" y="4080"/>
                  </a:cubicBezTo>
                  <a:lnTo>
                    <a:pt x="4064" y="1492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4770850" y="751200"/>
              <a:ext cx="107950" cy="121650"/>
            </a:xfrm>
            <a:custGeom>
              <a:avLst/>
              <a:gdLst/>
              <a:ahLst/>
              <a:cxnLst/>
              <a:rect l="l" t="t" r="r" b="b"/>
              <a:pathLst>
                <a:path w="4318" h="4866" extrusionOk="0">
                  <a:moveTo>
                    <a:pt x="3157" y="248"/>
                  </a:moveTo>
                  <a:lnTo>
                    <a:pt x="4089" y="1610"/>
                  </a:lnTo>
                  <a:lnTo>
                    <a:pt x="2914" y="4111"/>
                  </a:lnTo>
                  <a:cubicBezTo>
                    <a:pt x="2569" y="4314"/>
                    <a:pt x="1855" y="4642"/>
                    <a:pt x="1321" y="4642"/>
                  </a:cubicBezTo>
                  <a:cubicBezTo>
                    <a:pt x="1082" y="4642"/>
                    <a:pt x="880" y="4576"/>
                    <a:pt x="762" y="4405"/>
                  </a:cubicBezTo>
                  <a:cubicBezTo>
                    <a:pt x="231" y="3622"/>
                    <a:pt x="457" y="2551"/>
                    <a:pt x="847" y="1954"/>
                  </a:cubicBezTo>
                  <a:cubicBezTo>
                    <a:pt x="1237" y="1357"/>
                    <a:pt x="2778" y="461"/>
                    <a:pt x="3157" y="248"/>
                  </a:cubicBezTo>
                  <a:close/>
                  <a:moveTo>
                    <a:pt x="3187" y="0"/>
                  </a:moveTo>
                  <a:cubicBezTo>
                    <a:pt x="3170" y="0"/>
                    <a:pt x="3153" y="4"/>
                    <a:pt x="3137" y="12"/>
                  </a:cubicBezTo>
                  <a:cubicBezTo>
                    <a:pt x="3057" y="59"/>
                    <a:pt x="1148" y="1114"/>
                    <a:pt x="667" y="1845"/>
                  </a:cubicBezTo>
                  <a:cubicBezTo>
                    <a:pt x="217" y="2533"/>
                    <a:pt x="0" y="3668"/>
                    <a:pt x="587" y="4534"/>
                  </a:cubicBezTo>
                  <a:cubicBezTo>
                    <a:pt x="743" y="4744"/>
                    <a:pt x="990" y="4866"/>
                    <a:pt x="1248" y="4866"/>
                  </a:cubicBezTo>
                  <a:cubicBezTo>
                    <a:pt x="1270" y="4866"/>
                    <a:pt x="1291" y="4865"/>
                    <a:pt x="1313" y="4863"/>
                  </a:cubicBezTo>
                  <a:lnTo>
                    <a:pt x="1313" y="4862"/>
                  </a:lnTo>
                  <a:cubicBezTo>
                    <a:pt x="2056" y="4862"/>
                    <a:pt x="3005" y="4321"/>
                    <a:pt x="3042" y="4289"/>
                  </a:cubicBezTo>
                  <a:cubicBezTo>
                    <a:pt x="3060" y="4277"/>
                    <a:pt x="3073" y="4260"/>
                    <a:pt x="3084" y="4242"/>
                  </a:cubicBezTo>
                  <a:lnTo>
                    <a:pt x="4300" y="1644"/>
                  </a:lnTo>
                  <a:cubicBezTo>
                    <a:pt x="4318" y="1612"/>
                    <a:pt x="4318" y="1573"/>
                    <a:pt x="4300" y="1540"/>
                  </a:cubicBezTo>
                  <a:lnTo>
                    <a:pt x="3276" y="47"/>
                  </a:lnTo>
                  <a:cubicBezTo>
                    <a:pt x="3255" y="17"/>
                    <a:pt x="3221" y="0"/>
                    <a:pt x="31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4832700" y="757875"/>
              <a:ext cx="73175" cy="103125"/>
            </a:xfrm>
            <a:custGeom>
              <a:avLst/>
              <a:gdLst/>
              <a:ahLst/>
              <a:cxnLst/>
              <a:rect l="l" t="t" r="r" b="b"/>
              <a:pathLst>
                <a:path w="2927" h="4125" extrusionOk="0">
                  <a:moveTo>
                    <a:pt x="1826" y="0"/>
                  </a:moveTo>
                  <a:cubicBezTo>
                    <a:pt x="1323" y="0"/>
                    <a:pt x="1323" y="365"/>
                    <a:pt x="1323" y="365"/>
                  </a:cubicBezTo>
                  <a:lnTo>
                    <a:pt x="1321" y="365"/>
                  </a:lnTo>
                  <a:lnTo>
                    <a:pt x="1405" y="780"/>
                  </a:lnTo>
                  <a:cubicBezTo>
                    <a:pt x="1405" y="780"/>
                    <a:pt x="490" y="2107"/>
                    <a:pt x="245" y="2576"/>
                  </a:cubicBezTo>
                  <a:cubicBezTo>
                    <a:pt x="1" y="3045"/>
                    <a:pt x="51" y="4124"/>
                    <a:pt x="852" y="4124"/>
                  </a:cubicBezTo>
                  <a:cubicBezTo>
                    <a:pt x="1655" y="4124"/>
                    <a:pt x="2015" y="3542"/>
                    <a:pt x="2317" y="3157"/>
                  </a:cubicBezTo>
                  <a:cubicBezTo>
                    <a:pt x="2621" y="2771"/>
                    <a:pt x="2588" y="1693"/>
                    <a:pt x="2676" y="1333"/>
                  </a:cubicBezTo>
                  <a:cubicBezTo>
                    <a:pt x="2764" y="972"/>
                    <a:pt x="2926" y="201"/>
                    <a:pt x="2124" y="34"/>
                  </a:cubicBezTo>
                  <a:cubicBezTo>
                    <a:pt x="2009" y="10"/>
                    <a:pt x="1910" y="0"/>
                    <a:pt x="1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4831475" y="754975"/>
              <a:ext cx="74650" cy="108700"/>
            </a:xfrm>
            <a:custGeom>
              <a:avLst/>
              <a:gdLst/>
              <a:ahLst/>
              <a:cxnLst/>
              <a:rect l="l" t="t" r="r" b="b"/>
              <a:pathLst>
                <a:path w="2986" h="4348" extrusionOk="0">
                  <a:moveTo>
                    <a:pt x="1920" y="214"/>
                  </a:moveTo>
                  <a:cubicBezTo>
                    <a:pt x="1998" y="214"/>
                    <a:pt x="2076" y="226"/>
                    <a:pt x="2152" y="252"/>
                  </a:cubicBezTo>
                  <a:cubicBezTo>
                    <a:pt x="2329" y="275"/>
                    <a:pt x="2488" y="372"/>
                    <a:pt x="2591" y="518"/>
                  </a:cubicBezTo>
                  <a:cubicBezTo>
                    <a:pt x="2765" y="783"/>
                    <a:pt x="2670" y="1209"/>
                    <a:pt x="2621" y="1423"/>
                  </a:cubicBezTo>
                  <a:cubicBezTo>
                    <a:pt x="2593" y="1590"/>
                    <a:pt x="2572" y="1757"/>
                    <a:pt x="2561" y="1927"/>
                  </a:cubicBezTo>
                  <a:cubicBezTo>
                    <a:pt x="2524" y="2366"/>
                    <a:pt x="2474" y="2963"/>
                    <a:pt x="2282" y="3206"/>
                  </a:cubicBezTo>
                  <a:lnTo>
                    <a:pt x="2194" y="3320"/>
                  </a:lnTo>
                  <a:cubicBezTo>
                    <a:pt x="1905" y="3707"/>
                    <a:pt x="1576" y="4133"/>
                    <a:pt x="901" y="4133"/>
                  </a:cubicBezTo>
                  <a:cubicBezTo>
                    <a:pt x="893" y="4134"/>
                    <a:pt x="885" y="4134"/>
                    <a:pt x="878" y="4134"/>
                  </a:cubicBezTo>
                  <a:cubicBezTo>
                    <a:pt x="683" y="4134"/>
                    <a:pt x="503" y="4028"/>
                    <a:pt x="405" y="3859"/>
                  </a:cubicBezTo>
                  <a:cubicBezTo>
                    <a:pt x="228" y="3508"/>
                    <a:pt x="222" y="3097"/>
                    <a:pt x="388" y="2741"/>
                  </a:cubicBezTo>
                  <a:cubicBezTo>
                    <a:pt x="630" y="2282"/>
                    <a:pt x="1542" y="969"/>
                    <a:pt x="1542" y="956"/>
                  </a:cubicBezTo>
                  <a:cubicBezTo>
                    <a:pt x="1559" y="933"/>
                    <a:pt x="1565" y="904"/>
                    <a:pt x="1559" y="875"/>
                  </a:cubicBezTo>
                  <a:lnTo>
                    <a:pt x="1480" y="475"/>
                  </a:lnTo>
                  <a:cubicBezTo>
                    <a:pt x="1486" y="406"/>
                    <a:pt x="1521" y="344"/>
                    <a:pt x="1574" y="302"/>
                  </a:cubicBezTo>
                  <a:cubicBezTo>
                    <a:pt x="1682" y="243"/>
                    <a:pt x="1801" y="214"/>
                    <a:pt x="1920" y="214"/>
                  </a:cubicBezTo>
                  <a:close/>
                  <a:moveTo>
                    <a:pt x="1917" y="1"/>
                  </a:moveTo>
                  <a:cubicBezTo>
                    <a:pt x="1749" y="1"/>
                    <a:pt x="1583" y="49"/>
                    <a:pt x="1439" y="141"/>
                  </a:cubicBezTo>
                  <a:cubicBezTo>
                    <a:pt x="1336" y="225"/>
                    <a:pt x="1274" y="348"/>
                    <a:pt x="1266" y="481"/>
                  </a:cubicBezTo>
                  <a:lnTo>
                    <a:pt x="1266" y="502"/>
                  </a:lnTo>
                  <a:lnTo>
                    <a:pt x="1341" y="872"/>
                  </a:lnTo>
                  <a:cubicBezTo>
                    <a:pt x="1187" y="1094"/>
                    <a:pt x="428" y="2217"/>
                    <a:pt x="200" y="2643"/>
                  </a:cubicBezTo>
                  <a:cubicBezTo>
                    <a:pt x="0" y="3064"/>
                    <a:pt x="8" y="3554"/>
                    <a:pt x="222" y="3968"/>
                  </a:cubicBezTo>
                  <a:cubicBezTo>
                    <a:pt x="357" y="4203"/>
                    <a:pt x="610" y="4348"/>
                    <a:pt x="881" y="4348"/>
                  </a:cubicBezTo>
                  <a:cubicBezTo>
                    <a:pt x="888" y="4348"/>
                    <a:pt x="895" y="4348"/>
                    <a:pt x="901" y="4348"/>
                  </a:cubicBezTo>
                  <a:lnTo>
                    <a:pt x="901" y="4346"/>
                  </a:lnTo>
                  <a:cubicBezTo>
                    <a:pt x="1680" y="4346"/>
                    <a:pt x="2073" y="3828"/>
                    <a:pt x="2365" y="3451"/>
                  </a:cubicBezTo>
                  <a:lnTo>
                    <a:pt x="2453" y="3338"/>
                  </a:lnTo>
                  <a:cubicBezTo>
                    <a:pt x="2682" y="3043"/>
                    <a:pt x="2736" y="2436"/>
                    <a:pt x="2776" y="1947"/>
                  </a:cubicBezTo>
                  <a:cubicBezTo>
                    <a:pt x="2786" y="1788"/>
                    <a:pt x="2804" y="1629"/>
                    <a:pt x="2832" y="1472"/>
                  </a:cubicBezTo>
                  <a:cubicBezTo>
                    <a:pt x="2885" y="1240"/>
                    <a:pt x="2986" y="755"/>
                    <a:pt x="2773" y="406"/>
                  </a:cubicBezTo>
                  <a:cubicBezTo>
                    <a:pt x="2639" y="211"/>
                    <a:pt x="2430" y="80"/>
                    <a:pt x="2197" y="46"/>
                  </a:cubicBezTo>
                  <a:cubicBezTo>
                    <a:pt x="2105" y="16"/>
                    <a:pt x="2011" y="1"/>
                    <a:pt x="19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4834675" y="763000"/>
              <a:ext cx="61125" cy="45700"/>
            </a:xfrm>
            <a:custGeom>
              <a:avLst/>
              <a:gdLst/>
              <a:ahLst/>
              <a:cxnLst/>
              <a:rect l="l" t="t" r="r" b="b"/>
              <a:pathLst>
                <a:path w="2445" h="1828" extrusionOk="0">
                  <a:moveTo>
                    <a:pt x="1627" y="1"/>
                  </a:moveTo>
                  <a:cubicBezTo>
                    <a:pt x="1500" y="1"/>
                    <a:pt x="1368" y="48"/>
                    <a:pt x="1244" y="160"/>
                  </a:cubicBezTo>
                  <a:cubicBezTo>
                    <a:pt x="852" y="566"/>
                    <a:pt x="484" y="994"/>
                    <a:pt x="139" y="1439"/>
                  </a:cubicBezTo>
                  <a:cubicBezTo>
                    <a:pt x="1" y="1689"/>
                    <a:pt x="166" y="1827"/>
                    <a:pt x="608" y="1827"/>
                  </a:cubicBezTo>
                  <a:cubicBezTo>
                    <a:pt x="1049" y="1827"/>
                    <a:pt x="2100" y="1439"/>
                    <a:pt x="2295" y="943"/>
                  </a:cubicBezTo>
                  <a:cubicBezTo>
                    <a:pt x="2445" y="558"/>
                    <a:pt x="2063" y="1"/>
                    <a:pt x="1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4833775" y="760550"/>
              <a:ext cx="62875" cy="50600"/>
            </a:xfrm>
            <a:custGeom>
              <a:avLst/>
              <a:gdLst/>
              <a:ahLst/>
              <a:cxnLst/>
              <a:rect l="l" t="t" r="r" b="b"/>
              <a:pathLst>
                <a:path w="2515" h="2024" extrusionOk="0">
                  <a:moveTo>
                    <a:pt x="1670" y="205"/>
                  </a:moveTo>
                  <a:cubicBezTo>
                    <a:pt x="1768" y="205"/>
                    <a:pt x="1866" y="237"/>
                    <a:pt x="1948" y="301"/>
                  </a:cubicBezTo>
                  <a:cubicBezTo>
                    <a:pt x="2182" y="447"/>
                    <a:pt x="2295" y="727"/>
                    <a:pt x="2230" y="993"/>
                  </a:cubicBezTo>
                  <a:cubicBezTo>
                    <a:pt x="2060" y="1433"/>
                    <a:pt x="1070" y="1811"/>
                    <a:pt x="644" y="1811"/>
                  </a:cubicBezTo>
                  <a:cubicBezTo>
                    <a:pt x="389" y="1811"/>
                    <a:pt x="261" y="1750"/>
                    <a:pt x="241" y="1714"/>
                  </a:cubicBezTo>
                  <a:cubicBezTo>
                    <a:pt x="220" y="1678"/>
                    <a:pt x="249" y="1616"/>
                    <a:pt x="269" y="1581"/>
                  </a:cubicBezTo>
                  <a:cubicBezTo>
                    <a:pt x="607" y="1145"/>
                    <a:pt x="969" y="730"/>
                    <a:pt x="1354" y="335"/>
                  </a:cubicBezTo>
                  <a:lnTo>
                    <a:pt x="1354" y="334"/>
                  </a:lnTo>
                  <a:cubicBezTo>
                    <a:pt x="1441" y="249"/>
                    <a:pt x="1555" y="205"/>
                    <a:pt x="1670" y="205"/>
                  </a:cubicBezTo>
                  <a:close/>
                  <a:moveTo>
                    <a:pt x="1661" y="1"/>
                  </a:moveTo>
                  <a:cubicBezTo>
                    <a:pt x="1494" y="1"/>
                    <a:pt x="1329" y="63"/>
                    <a:pt x="1202" y="185"/>
                  </a:cubicBezTo>
                  <a:cubicBezTo>
                    <a:pt x="803" y="594"/>
                    <a:pt x="430" y="1025"/>
                    <a:pt x="81" y="1477"/>
                  </a:cubicBezTo>
                  <a:cubicBezTo>
                    <a:pt x="10" y="1579"/>
                    <a:pt x="1" y="1711"/>
                    <a:pt x="57" y="1821"/>
                  </a:cubicBezTo>
                  <a:cubicBezTo>
                    <a:pt x="138" y="1958"/>
                    <a:pt x="330" y="2024"/>
                    <a:pt x="644" y="2024"/>
                  </a:cubicBezTo>
                  <a:cubicBezTo>
                    <a:pt x="1128" y="2024"/>
                    <a:pt x="2215" y="1620"/>
                    <a:pt x="2413" y="1077"/>
                  </a:cubicBezTo>
                  <a:cubicBezTo>
                    <a:pt x="2514" y="718"/>
                    <a:pt x="2368" y="335"/>
                    <a:pt x="2056" y="131"/>
                  </a:cubicBezTo>
                  <a:cubicBezTo>
                    <a:pt x="1938" y="44"/>
                    <a:pt x="1799" y="1"/>
                    <a:pt x="16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4825000" y="723750"/>
              <a:ext cx="44250" cy="53775"/>
            </a:xfrm>
            <a:custGeom>
              <a:avLst/>
              <a:gdLst/>
              <a:ahLst/>
              <a:cxnLst/>
              <a:rect l="l" t="t" r="r" b="b"/>
              <a:pathLst>
                <a:path w="1770" h="2151" extrusionOk="0">
                  <a:moveTo>
                    <a:pt x="787" y="0"/>
                  </a:moveTo>
                  <a:cubicBezTo>
                    <a:pt x="436" y="0"/>
                    <a:pt x="0" y="228"/>
                    <a:pt x="0" y="350"/>
                  </a:cubicBezTo>
                  <a:cubicBezTo>
                    <a:pt x="0" y="516"/>
                    <a:pt x="139" y="1843"/>
                    <a:pt x="304" y="1980"/>
                  </a:cubicBezTo>
                  <a:cubicBezTo>
                    <a:pt x="471" y="2095"/>
                    <a:pt x="662" y="2151"/>
                    <a:pt x="850" y="2151"/>
                  </a:cubicBezTo>
                  <a:cubicBezTo>
                    <a:pt x="1156" y="2151"/>
                    <a:pt x="1457" y="2005"/>
                    <a:pt x="1644" y="1734"/>
                  </a:cubicBezTo>
                  <a:cubicBezTo>
                    <a:pt x="1698" y="1657"/>
                    <a:pt x="1739" y="1572"/>
                    <a:pt x="1769" y="1483"/>
                  </a:cubicBezTo>
                  <a:cubicBezTo>
                    <a:pt x="1769" y="1483"/>
                    <a:pt x="1410" y="375"/>
                    <a:pt x="1105" y="101"/>
                  </a:cubicBezTo>
                  <a:cubicBezTo>
                    <a:pt x="1025" y="29"/>
                    <a:pt x="911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4822275" y="721150"/>
              <a:ext cx="49675" cy="58975"/>
            </a:xfrm>
            <a:custGeom>
              <a:avLst/>
              <a:gdLst/>
              <a:ahLst/>
              <a:cxnLst/>
              <a:rect l="l" t="t" r="r" b="b"/>
              <a:pathLst>
                <a:path w="1987" h="2359" extrusionOk="0">
                  <a:moveTo>
                    <a:pt x="926" y="208"/>
                  </a:moveTo>
                  <a:cubicBezTo>
                    <a:pt x="1004" y="208"/>
                    <a:pt x="1080" y="235"/>
                    <a:pt x="1141" y="284"/>
                  </a:cubicBezTo>
                  <a:cubicBezTo>
                    <a:pt x="1366" y="486"/>
                    <a:pt x="1653" y="1253"/>
                    <a:pt x="1765" y="1581"/>
                  </a:cubicBezTo>
                  <a:cubicBezTo>
                    <a:pt x="1667" y="1844"/>
                    <a:pt x="1448" y="2047"/>
                    <a:pt x="1175" y="2121"/>
                  </a:cubicBezTo>
                  <a:cubicBezTo>
                    <a:pt x="1109" y="2136"/>
                    <a:pt x="1041" y="2144"/>
                    <a:pt x="974" y="2144"/>
                  </a:cubicBezTo>
                  <a:cubicBezTo>
                    <a:pt x="802" y="2144"/>
                    <a:pt x="631" y="2095"/>
                    <a:pt x="483" y="2002"/>
                  </a:cubicBezTo>
                  <a:cubicBezTo>
                    <a:pt x="364" y="1874"/>
                    <a:pt x="214" y="683"/>
                    <a:pt x="214" y="468"/>
                  </a:cubicBezTo>
                  <a:cubicBezTo>
                    <a:pt x="355" y="339"/>
                    <a:pt x="531" y="256"/>
                    <a:pt x="720" y="227"/>
                  </a:cubicBezTo>
                  <a:cubicBezTo>
                    <a:pt x="778" y="215"/>
                    <a:pt x="838" y="209"/>
                    <a:pt x="897" y="209"/>
                  </a:cubicBezTo>
                  <a:cubicBezTo>
                    <a:pt x="907" y="209"/>
                    <a:pt x="916" y="208"/>
                    <a:pt x="926" y="208"/>
                  </a:cubicBezTo>
                  <a:close/>
                  <a:moveTo>
                    <a:pt x="896" y="1"/>
                  </a:moveTo>
                  <a:cubicBezTo>
                    <a:pt x="713" y="1"/>
                    <a:pt x="515" y="55"/>
                    <a:pt x="357" y="126"/>
                  </a:cubicBezTo>
                  <a:cubicBezTo>
                    <a:pt x="215" y="183"/>
                    <a:pt x="1" y="305"/>
                    <a:pt x="1" y="458"/>
                  </a:cubicBezTo>
                  <a:cubicBezTo>
                    <a:pt x="1" y="458"/>
                    <a:pt x="108" y="1968"/>
                    <a:pt x="342" y="2164"/>
                  </a:cubicBezTo>
                  <a:cubicBezTo>
                    <a:pt x="527" y="2290"/>
                    <a:pt x="745" y="2358"/>
                    <a:pt x="968" y="2358"/>
                  </a:cubicBezTo>
                  <a:cubicBezTo>
                    <a:pt x="972" y="2358"/>
                    <a:pt x="977" y="2358"/>
                    <a:pt x="982" y="2358"/>
                  </a:cubicBezTo>
                  <a:cubicBezTo>
                    <a:pt x="1065" y="2358"/>
                    <a:pt x="1147" y="2349"/>
                    <a:pt x="1228" y="2331"/>
                  </a:cubicBezTo>
                  <a:cubicBezTo>
                    <a:pt x="1579" y="2234"/>
                    <a:pt x="1859" y="1971"/>
                    <a:pt x="1978" y="1627"/>
                  </a:cubicBezTo>
                  <a:cubicBezTo>
                    <a:pt x="1987" y="1603"/>
                    <a:pt x="1987" y="1576"/>
                    <a:pt x="1978" y="1552"/>
                  </a:cubicBezTo>
                  <a:cubicBezTo>
                    <a:pt x="1939" y="1438"/>
                    <a:pt x="1600" y="413"/>
                    <a:pt x="1284" y="126"/>
                  </a:cubicBezTo>
                  <a:cubicBezTo>
                    <a:pt x="1183" y="36"/>
                    <a:pt x="1044" y="1"/>
                    <a:pt x="8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4814125" y="710275"/>
              <a:ext cx="39900" cy="29500"/>
            </a:xfrm>
            <a:custGeom>
              <a:avLst/>
              <a:gdLst/>
              <a:ahLst/>
              <a:cxnLst/>
              <a:rect l="l" t="t" r="r" b="b"/>
              <a:pathLst>
                <a:path w="1596" h="1180" extrusionOk="0">
                  <a:moveTo>
                    <a:pt x="633" y="0"/>
                  </a:moveTo>
                  <a:cubicBezTo>
                    <a:pt x="605" y="0"/>
                    <a:pt x="576" y="2"/>
                    <a:pt x="547" y="4"/>
                  </a:cubicBezTo>
                  <a:cubicBezTo>
                    <a:pt x="1" y="88"/>
                    <a:pt x="20" y="475"/>
                    <a:pt x="214" y="805"/>
                  </a:cubicBezTo>
                  <a:cubicBezTo>
                    <a:pt x="372" y="1074"/>
                    <a:pt x="494" y="1180"/>
                    <a:pt x="742" y="1180"/>
                  </a:cubicBezTo>
                  <a:cubicBezTo>
                    <a:pt x="798" y="1180"/>
                    <a:pt x="861" y="1174"/>
                    <a:pt x="933" y="1164"/>
                  </a:cubicBezTo>
                  <a:cubicBezTo>
                    <a:pt x="1195" y="1106"/>
                    <a:pt x="1429" y="960"/>
                    <a:pt x="1595" y="750"/>
                  </a:cubicBezTo>
                  <a:cubicBezTo>
                    <a:pt x="1483" y="306"/>
                    <a:pt x="1084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812825" y="707575"/>
              <a:ext cx="43950" cy="34875"/>
            </a:xfrm>
            <a:custGeom>
              <a:avLst/>
              <a:gdLst/>
              <a:ahLst/>
              <a:cxnLst/>
              <a:rect l="l" t="t" r="r" b="b"/>
              <a:pathLst>
                <a:path w="1758" h="1395" extrusionOk="0">
                  <a:moveTo>
                    <a:pt x="720" y="210"/>
                  </a:moveTo>
                  <a:cubicBezTo>
                    <a:pt x="1089" y="231"/>
                    <a:pt x="1411" y="472"/>
                    <a:pt x="1533" y="822"/>
                  </a:cubicBezTo>
                  <a:cubicBezTo>
                    <a:pt x="1387" y="994"/>
                    <a:pt x="1189" y="1113"/>
                    <a:pt x="970" y="1160"/>
                  </a:cubicBezTo>
                  <a:cubicBezTo>
                    <a:pt x="900" y="1170"/>
                    <a:pt x="841" y="1176"/>
                    <a:pt x="789" y="1176"/>
                  </a:cubicBezTo>
                  <a:cubicBezTo>
                    <a:pt x="591" y="1176"/>
                    <a:pt x="498" y="1094"/>
                    <a:pt x="358" y="852"/>
                  </a:cubicBezTo>
                  <a:cubicBezTo>
                    <a:pt x="258" y="721"/>
                    <a:pt x="227" y="553"/>
                    <a:pt x="273" y="395"/>
                  </a:cubicBezTo>
                  <a:cubicBezTo>
                    <a:pt x="318" y="300"/>
                    <a:pt x="432" y="237"/>
                    <a:pt x="614" y="210"/>
                  </a:cubicBezTo>
                  <a:close/>
                  <a:moveTo>
                    <a:pt x="681" y="0"/>
                  </a:moveTo>
                  <a:cubicBezTo>
                    <a:pt x="648" y="0"/>
                    <a:pt x="615" y="2"/>
                    <a:pt x="581" y="5"/>
                  </a:cubicBezTo>
                  <a:cubicBezTo>
                    <a:pt x="373" y="14"/>
                    <a:pt x="182" y="129"/>
                    <a:pt x="78" y="310"/>
                  </a:cubicBezTo>
                  <a:cubicBezTo>
                    <a:pt x="1" y="532"/>
                    <a:pt x="36" y="778"/>
                    <a:pt x="175" y="967"/>
                  </a:cubicBezTo>
                  <a:cubicBezTo>
                    <a:pt x="355" y="1276"/>
                    <a:pt x="511" y="1394"/>
                    <a:pt x="793" y="1394"/>
                  </a:cubicBezTo>
                  <a:cubicBezTo>
                    <a:pt x="861" y="1393"/>
                    <a:pt x="931" y="1388"/>
                    <a:pt x="1000" y="1379"/>
                  </a:cubicBezTo>
                  <a:cubicBezTo>
                    <a:pt x="1290" y="1317"/>
                    <a:pt x="1549" y="1154"/>
                    <a:pt x="1734" y="922"/>
                  </a:cubicBezTo>
                  <a:cubicBezTo>
                    <a:pt x="1750" y="900"/>
                    <a:pt x="1757" y="870"/>
                    <a:pt x="1752" y="842"/>
                  </a:cubicBezTo>
                  <a:cubicBezTo>
                    <a:pt x="1630" y="344"/>
                    <a:pt x="1185" y="0"/>
                    <a:pt x="6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791175" y="704825"/>
              <a:ext cx="50075" cy="32025"/>
            </a:xfrm>
            <a:custGeom>
              <a:avLst/>
              <a:gdLst/>
              <a:ahLst/>
              <a:cxnLst/>
              <a:rect l="l" t="t" r="r" b="b"/>
              <a:pathLst>
                <a:path w="2003" h="1281" extrusionOk="0">
                  <a:moveTo>
                    <a:pt x="1215" y="0"/>
                  </a:moveTo>
                  <a:cubicBezTo>
                    <a:pt x="829" y="0"/>
                    <a:pt x="83" y="553"/>
                    <a:pt x="27" y="996"/>
                  </a:cubicBezTo>
                  <a:cubicBezTo>
                    <a:pt x="1" y="1208"/>
                    <a:pt x="182" y="1280"/>
                    <a:pt x="435" y="1280"/>
                  </a:cubicBezTo>
                  <a:cubicBezTo>
                    <a:pt x="714" y="1280"/>
                    <a:pt x="1079" y="1193"/>
                    <a:pt x="1353" y="1107"/>
                  </a:cubicBezTo>
                  <a:cubicBezTo>
                    <a:pt x="1691" y="1001"/>
                    <a:pt x="1834" y="938"/>
                    <a:pt x="1909" y="770"/>
                  </a:cubicBezTo>
                  <a:cubicBezTo>
                    <a:pt x="2003" y="535"/>
                    <a:pt x="1906" y="264"/>
                    <a:pt x="1682" y="143"/>
                  </a:cubicBezTo>
                  <a:cubicBezTo>
                    <a:pt x="1541" y="57"/>
                    <a:pt x="1380" y="8"/>
                    <a:pt x="1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788400" y="702150"/>
              <a:ext cx="55600" cy="37425"/>
            </a:xfrm>
            <a:custGeom>
              <a:avLst/>
              <a:gdLst/>
              <a:ahLst/>
              <a:cxnLst/>
              <a:rect l="l" t="t" r="r" b="b"/>
              <a:pathLst>
                <a:path w="2224" h="1497" extrusionOk="0">
                  <a:moveTo>
                    <a:pt x="1326" y="213"/>
                  </a:moveTo>
                  <a:cubicBezTo>
                    <a:pt x="1473" y="222"/>
                    <a:pt x="1616" y="265"/>
                    <a:pt x="1743" y="341"/>
                  </a:cubicBezTo>
                  <a:cubicBezTo>
                    <a:pt x="1919" y="436"/>
                    <a:pt x="1994" y="648"/>
                    <a:pt x="1922" y="834"/>
                  </a:cubicBezTo>
                  <a:cubicBezTo>
                    <a:pt x="1859" y="957"/>
                    <a:pt x="1764" y="1007"/>
                    <a:pt x="1433" y="1112"/>
                  </a:cubicBezTo>
                  <a:cubicBezTo>
                    <a:pt x="1085" y="1222"/>
                    <a:pt x="767" y="1279"/>
                    <a:pt x="547" y="1279"/>
                  </a:cubicBezTo>
                  <a:cubicBezTo>
                    <a:pt x="419" y="1279"/>
                    <a:pt x="323" y="1260"/>
                    <a:pt x="275" y="1220"/>
                  </a:cubicBezTo>
                  <a:cubicBezTo>
                    <a:pt x="245" y="1194"/>
                    <a:pt x="233" y="1154"/>
                    <a:pt x="243" y="1115"/>
                  </a:cubicBezTo>
                  <a:cubicBezTo>
                    <a:pt x="293" y="736"/>
                    <a:pt x="975" y="214"/>
                    <a:pt x="1326" y="214"/>
                  </a:cubicBezTo>
                  <a:lnTo>
                    <a:pt x="1326" y="213"/>
                  </a:lnTo>
                  <a:close/>
                  <a:moveTo>
                    <a:pt x="1316" y="0"/>
                  </a:moveTo>
                  <a:cubicBezTo>
                    <a:pt x="873" y="0"/>
                    <a:pt x="83" y="596"/>
                    <a:pt x="22" y="1089"/>
                  </a:cubicBezTo>
                  <a:cubicBezTo>
                    <a:pt x="1" y="1199"/>
                    <a:pt x="42" y="1312"/>
                    <a:pt x="127" y="1385"/>
                  </a:cubicBezTo>
                  <a:cubicBezTo>
                    <a:pt x="237" y="1457"/>
                    <a:pt x="366" y="1496"/>
                    <a:pt x="496" y="1496"/>
                  </a:cubicBezTo>
                  <a:cubicBezTo>
                    <a:pt x="516" y="1496"/>
                    <a:pt x="535" y="1495"/>
                    <a:pt x="555" y="1493"/>
                  </a:cubicBezTo>
                  <a:cubicBezTo>
                    <a:pt x="872" y="1476"/>
                    <a:pt x="1184" y="1416"/>
                    <a:pt x="1487" y="1315"/>
                  </a:cubicBezTo>
                  <a:cubicBezTo>
                    <a:pt x="1817" y="1209"/>
                    <a:pt x="2011" y="1133"/>
                    <a:pt x="2106" y="920"/>
                  </a:cubicBezTo>
                  <a:cubicBezTo>
                    <a:pt x="2224" y="633"/>
                    <a:pt x="2108" y="305"/>
                    <a:pt x="1835" y="156"/>
                  </a:cubicBezTo>
                  <a:cubicBezTo>
                    <a:pt x="1679" y="61"/>
                    <a:pt x="1499" y="8"/>
                    <a:pt x="1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86325" y="753200"/>
              <a:ext cx="49550" cy="87925"/>
            </a:xfrm>
            <a:custGeom>
              <a:avLst/>
              <a:gdLst/>
              <a:ahLst/>
              <a:cxnLst/>
              <a:rect l="l" t="t" r="r" b="b"/>
              <a:pathLst>
                <a:path w="1982" h="3517" extrusionOk="0">
                  <a:moveTo>
                    <a:pt x="953" y="1"/>
                  </a:moveTo>
                  <a:cubicBezTo>
                    <a:pt x="930" y="1"/>
                    <a:pt x="908" y="2"/>
                    <a:pt x="885" y="4"/>
                  </a:cubicBezTo>
                  <a:cubicBezTo>
                    <a:pt x="742" y="17"/>
                    <a:pt x="605" y="71"/>
                    <a:pt x="492" y="159"/>
                  </a:cubicBezTo>
                  <a:cubicBezTo>
                    <a:pt x="441" y="202"/>
                    <a:pt x="396" y="253"/>
                    <a:pt x="361" y="309"/>
                  </a:cubicBezTo>
                  <a:cubicBezTo>
                    <a:pt x="0" y="833"/>
                    <a:pt x="608" y="1826"/>
                    <a:pt x="718" y="2105"/>
                  </a:cubicBezTo>
                  <a:cubicBezTo>
                    <a:pt x="830" y="2382"/>
                    <a:pt x="995" y="3430"/>
                    <a:pt x="1492" y="3513"/>
                  </a:cubicBezTo>
                  <a:cubicBezTo>
                    <a:pt x="1507" y="3516"/>
                    <a:pt x="1521" y="3517"/>
                    <a:pt x="1534" y="3517"/>
                  </a:cubicBezTo>
                  <a:cubicBezTo>
                    <a:pt x="1982" y="3517"/>
                    <a:pt x="1849" y="2198"/>
                    <a:pt x="1768" y="1634"/>
                  </a:cubicBezTo>
                  <a:cubicBezTo>
                    <a:pt x="1720" y="1302"/>
                    <a:pt x="1728" y="982"/>
                    <a:pt x="1693" y="677"/>
                  </a:cubicBezTo>
                  <a:cubicBezTo>
                    <a:pt x="1658" y="292"/>
                    <a:pt x="1334" y="1"/>
                    <a:pt x="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784725" y="750400"/>
              <a:ext cx="52950" cy="93325"/>
            </a:xfrm>
            <a:custGeom>
              <a:avLst/>
              <a:gdLst/>
              <a:ahLst/>
              <a:cxnLst/>
              <a:rect l="l" t="t" r="r" b="b"/>
              <a:pathLst>
                <a:path w="2118" h="3733" extrusionOk="0">
                  <a:moveTo>
                    <a:pt x="1021" y="205"/>
                  </a:moveTo>
                  <a:cubicBezTo>
                    <a:pt x="1089" y="205"/>
                    <a:pt x="1159" y="217"/>
                    <a:pt x="1224" y="239"/>
                  </a:cubicBezTo>
                  <a:cubicBezTo>
                    <a:pt x="1457" y="329"/>
                    <a:pt x="1620" y="539"/>
                    <a:pt x="1650" y="786"/>
                  </a:cubicBezTo>
                  <a:cubicBezTo>
                    <a:pt x="1665" y="921"/>
                    <a:pt x="1680" y="1061"/>
                    <a:pt x="1680" y="1201"/>
                  </a:cubicBezTo>
                  <a:cubicBezTo>
                    <a:pt x="1690" y="1379"/>
                    <a:pt x="1699" y="1562"/>
                    <a:pt x="1728" y="1748"/>
                  </a:cubicBezTo>
                  <a:cubicBezTo>
                    <a:pt x="1856" y="2638"/>
                    <a:pt x="1832" y="3319"/>
                    <a:pt x="1668" y="3479"/>
                  </a:cubicBezTo>
                  <a:cubicBezTo>
                    <a:pt x="1649" y="3499"/>
                    <a:pt x="1623" y="3509"/>
                    <a:pt x="1598" y="3509"/>
                  </a:cubicBezTo>
                  <a:cubicBezTo>
                    <a:pt x="1590" y="3509"/>
                    <a:pt x="1582" y="3508"/>
                    <a:pt x="1574" y="3506"/>
                  </a:cubicBezTo>
                  <a:cubicBezTo>
                    <a:pt x="1247" y="3457"/>
                    <a:pt x="1069" y="2820"/>
                    <a:pt x="965" y="2440"/>
                  </a:cubicBezTo>
                  <a:cubicBezTo>
                    <a:pt x="931" y="2322"/>
                    <a:pt x="901" y="2214"/>
                    <a:pt x="882" y="2168"/>
                  </a:cubicBezTo>
                  <a:cubicBezTo>
                    <a:pt x="864" y="2120"/>
                    <a:pt x="830" y="2052"/>
                    <a:pt x="788" y="1970"/>
                  </a:cubicBezTo>
                  <a:cubicBezTo>
                    <a:pt x="614" y="1612"/>
                    <a:pt x="248" y="862"/>
                    <a:pt x="511" y="476"/>
                  </a:cubicBezTo>
                  <a:cubicBezTo>
                    <a:pt x="544" y="429"/>
                    <a:pt x="583" y="384"/>
                    <a:pt x="627" y="347"/>
                  </a:cubicBezTo>
                  <a:cubicBezTo>
                    <a:pt x="730" y="256"/>
                    <a:pt x="861" y="207"/>
                    <a:pt x="998" y="205"/>
                  </a:cubicBezTo>
                  <a:cubicBezTo>
                    <a:pt x="1006" y="205"/>
                    <a:pt x="1013" y="205"/>
                    <a:pt x="1021" y="205"/>
                  </a:cubicBezTo>
                  <a:close/>
                  <a:moveTo>
                    <a:pt x="1006" y="1"/>
                  </a:moveTo>
                  <a:cubicBezTo>
                    <a:pt x="819" y="1"/>
                    <a:pt x="635" y="67"/>
                    <a:pt x="489" y="195"/>
                  </a:cubicBezTo>
                  <a:cubicBezTo>
                    <a:pt x="429" y="244"/>
                    <a:pt x="379" y="302"/>
                    <a:pt x="334" y="365"/>
                  </a:cubicBezTo>
                  <a:cubicBezTo>
                    <a:pt x="0" y="848"/>
                    <a:pt x="383" y="1645"/>
                    <a:pt x="597" y="2071"/>
                  </a:cubicBezTo>
                  <a:cubicBezTo>
                    <a:pt x="635" y="2148"/>
                    <a:pt x="663" y="2205"/>
                    <a:pt x="684" y="2257"/>
                  </a:cubicBezTo>
                  <a:cubicBezTo>
                    <a:pt x="706" y="2308"/>
                    <a:pt x="728" y="2400"/>
                    <a:pt x="758" y="2506"/>
                  </a:cubicBezTo>
                  <a:cubicBezTo>
                    <a:pt x="886" y="2963"/>
                    <a:pt x="1078" y="3654"/>
                    <a:pt x="1540" y="3731"/>
                  </a:cubicBezTo>
                  <a:cubicBezTo>
                    <a:pt x="1549" y="3732"/>
                    <a:pt x="1558" y="3732"/>
                    <a:pt x="1568" y="3732"/>
                  </a:cubicBezTo>
                  <a:cubicBezTo>
                    <a:pt x="1577" y="3732"/>
                    <a:pt x="1587" y="3732"/>
                    <a:pt x="1597" y="3731"/>
                  </a:cubicBezTo>
                  <a:lnTo>
                    <a:pt x="1597" y="3730"/>
                  </a:lnTo>
                  <a:cubicBezTo>
                    <a:pt x="1602" y="3730"/>
                    <a:pt x="1608" y="3730"/>
                    <a:pt x="1614" y="3730"/>
                  </a:cubicBezTo>
                  <a:cubicBezTo>
                    <a:pt x="1688" y="3730"/>
                    <a:pt x="1760" y="3703"/>
                    <a:pt x="1817" y="3654"/>
                  </a:cubicBezTo>
                  <a:cubicBezTo>
                    <a:pt x="2118" y="3353"/>
                    <a:pt x="2021" y="2322"/>
                    <a:pt x="1939" y="1734"/>
                  </a:cubicBezTo>
                  <a:cubicBezTo>
                    <a:pt x="1912" y="1557"/>
                    <a:pt x="1902" y="1350"/>
                    <a:pt x="1893" y="1207"/>
                  </a:cubicBezTo>
                  <a:cubicBezTo>
                    <a:pt x="1885" y="1064"/>
                    <a:pt x="1878" y="921"/>
                    <a:pt x="1862" y="781"/>
                  </a:cubicBezTo>
                  <a:cubicBezTo>
                    <a:pt x="1824" y="455"/>
                    <a:pt x="1610" y="178"/>
                    <a:pt x="1305" y="59"/>
                  </a:cubicBezTo>
                  <a:cubicBezTo>
                    <a:pt x="1208" y="20"/>
                    <a:pt x="1107" y="1"/>
                    <a:pt x="10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804275" y="796700"/>
              <a:ext cx="26250" cy="9025"/>
            </a:xfrm>
            <a:custGeom>
              <a:avLst/>
              <a:gdLst/>
              <a:ahLst/>
              <a:cxnLst/>
              <a:rect l="l" t="t" r="r" b="b"/>
              <a:pathLst>
                <a:path w="1050" h="361" extrusionOk="0">
                  <a:moveTo>
                    <a:pt x="800" y="0"/>
                  </a:moveTo>
                  <a:cubicBezTo>
                    <a:pt x="498" y="0"/>
                    <a:pt x="205" y="128"/>
                    <a:pt x="0" y="360"/>
                  </a:cubicBezTo>
                  <a:lnTo>
                    <a:pt x="1050" y="30"/>
                  </a:lnTo>
                  <a:cubicBezTo>
                    <a:pt x="967" y="10"/>
                    <a:pt x="883" y="0"/>
                    <a:pt x="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801625" y="794000"/>
              <a:ext cx="31950" cy="14375"/>
            </a:xfrm>
            <a:custGeom>
              <a:avLst/>
              <a:gdLst/>
              <a:ahLst/>
              <a:cxnLst/>
              <a:rect l="l" t="t" r="r" b="b"/>
              <a:pathLst>
                <a:path w="1278" h="575" extrusionOk="0">
                  <a:moveTo>
                    <a:pt x="908" y="1"/>
                  </a:moveTo>
                  <a:cubicBezTo>
                    <a:pt x="574" y="1"/>
                    <a:pt x="251" y="143"/>
                    <a:pt x="26" y="400"/>
                  </a:cubicBezTo>
                  <a:cubicBezTo>
                    <a:pt x="9" y="419"/>
                    <a:pt x="0" y="443"/>
                    <a:pt x="0" y="467"/>
                  </a:cubicBezTo>
                  <a:cubicBezTo>
                    <a:pt x="0" y="526"/>
                    <a:pt x="48" y="574"/>
                    <a:pt x="106" y="574"/>
                  </a:cubicBezTo>
                  <a:cubicBezTo>
                    <a:pt x="109" y="574"/>
                    <a:pt x="112" y="574"/>
                    <a:pt x="116" y="574"/>
                  </a:cubicBezTo>
                  <a:cubicBezTo>
                    <a:pt x="143" y="574"/>
                    <a:pt x="169" y="563"/>
                    <a:pt x="188" y="543"/>
                  </a:cubicBezTo>
                  <a:cubicBezTo>
                    <a:pt x="375" y="336"/>
                    <a:pt x="639" y="222"/>
                    <a:pt x="912" y="222"/>
                  </a:cubicBezTo>
                  <a:cubicBezTo>
                    <a:pt x="984" y="222"/>
                    <a:pt x="1058" y="230"/>
                    <a:pt x="1130" y="246"/>
                  </a:cubicBezTo>
                  <a:cubicBezTo>
                    <a:pt x="1139" y="249"/>
                    <a:pt x="1148" y="250"/>
                    <a:pt x="1157" y="250"/>
                  </a:cubicBezTo>
                  <a:cubicBezTo>
                    <a:pt x="1206" y="250"/>
                    <a:pt x="1250" y="216"/>
                    <a:pt x="1263" y="166"/>
                  </a:cubicBezTo>
                  <a:cubicBezTo>
                    <a:pt x="1278" y="108"/>
                    <a:pt x="1242" y="47"/>
                    <a:pt x="1184" y="34"/>
                  </a:cubicBezTo>
                  <a:cubicBezTo>
                    <a:pt x="1092" y="11"/>
                    <a:pt x="1000" y="1"/>
                    <a:pt x="9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732750" y="791925"/>
              <a:ext cx="50325" cy="69925"/>
            </a:xfrm>
            <a:custGeom>
              <a:avLst/>
              <a:gdLst/>
              <a:ahLst/>
              <a:cxnLst/>
              <a:rect l="l" t="t" r="r" b="b"/>
              <a:pathLst>
                <a:path w="2013" h="2797" extrusionOk="0">
                  <a:moveTo>
                    <a:pt x="759" y="1"/>
                  </a:moveTo>
                  <a:cubicBezTo>
                    <a:pt x="705" y="1"/>
                    <a:pt x="651" y="8"/>
                    <a:pt x="596" y="23"/>
                  </a:cubicBezTo>
                  <a:cubicBezTo>
                    <a:pt x="483" y="54"/>
                    <a:pt x="381" y="117"/>
                    <a:pt x="302" y="203"/>
                  </a:cubicBezTo>
                  <a:cubicBezTo>
                    <a:pt x="266" y="246"/>
                    <a:pt x="238" y="294"/>
                    <a:pt x="215" y="344"/>
                  </a:cubicBezTo>
                  <a:cubicBezTo>
                    <a:pt x="1" y="824"/>
                    <a:pt x="641" y="1547"/>
                    <a:pt x="763" y="1757"/>
                  </a:cubicBezTo>
                  <a:cubicBezTo>
                    <a:pt x="884" y="1969"/>
                    <a:pt x="1177" y="2797"/>
                    <a:pt x="1593" y="2797"/>
                  </a:cubicBezTo>
                  <a:cubicBezTo>
                    <a:pt x="1593" y="2797"/>
                    <a:pt x="1594" y="2797"/>
                    <a:pt x="1594" y="2797"/>
                  </a:cubicBezTo>
                  <a:cubicBezTo>
                    <a:pt x="2012" y="2795"/>
                    <a:pt x="1701" y="1686"/>
                    <a:pt x="1552" y="1224"/>
                  </a:cubicBezTo>
                  <a:cubicBezTo>
                    <a:pt x="1467" y="965"/>
                    <a:pt x="1426" y="702"/>
                    <a:pt x="1354" y="455"/>
                  </a:cubicBezTo>
                  <a:cubicBezTo>
                    <a:pt x="1278" y="181"/>
                    <a:pt x="1030" y="1"/>
                    <a:pt x="7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4730500" y="789150"/>
              <a:ext cx="52800" cy="75500"/>
            </a:xfrm>
            <a:custGeom>
              <a:avLst/>
              <a:gdLst/>
              <a:ahLst/>
              <a:cxnLst/>
              <a:rect l="l" t="t" r="r" b="b"/>
              <a:pathLst>
                <a:path w="2112" h="3020" extrusionOk="0">
                  <a:moveTo>
                    <a:pt x="823" y="214"/>
                  </a:moveTo>
                  <a:cubicBezTo>
                    <a:pt x="825" y="214"/>
                    <a:pt x="826" y="214"/>
                    <a:pt x="828" y="214"/>
                  </a:cubicBezTo>
                  <a:lnTo>
                    <a:pt x="829" y="214"/>
                  </a:lnTo>
                  <a:cubicBezTo>
                    <a:pt x="865" y="214"/>
                    <a:pt x="902" y="219"/>
                    <a:pt x="938" y="225"/>
                  </a:cubicBezTo>
                  <a:cubicBezTo>
                    <a:pt x="1133" y="262"/>
                    <a:pt x="1291" y="406"/>
                    <a:pt x="1348" y="597"/>
                  </a:cubicBezTo>
                  <a:cubicBezTo>
                    <a:pt x="1379" y="716"/>
                    <a:pt x="1406" y="817"/>
                    <a:pt x="1431" y="929"/>
                  </a:cubicBezTo>
                  <a:cubicBezTo>
                    <a:pt x="1465" y="1072"/>
                    <a:pt x="1498" y="1221"/>
                    <a:pt x="1547" y="1370"/>
                  </a:cubicBezTo>
                  <a:cubicBezTo>
                    <a:pt x="1776" y="2074"/>
                    <a:pt x="1855" y="2625"/>
                    <a:pt x="1747" y="2771"/>
                  </a:cubicBezTo>
                  <a:cubicBezTo>
                    <a:pt x="1739" y="2790"/>
                    <a:pt x="1720" y="2802"/>
                    <a:pt x="1701" y="2802"/>
                  </a:cubicBezTo>
                  <a:cubicBezTo>
                    <a:pt x="1697" y="2802"/>
                    <a:pt x="1693" y="2801"/>
                    <a:pt x="1688" y="2800"/>
                  </a:cubicBezTo>
                  <a:cubicBezTo>
                    <a:pt x="1417" y="2800"/>
                    <a:pt x="1179" y="2296"/>
                    <a:pt x="1048" y="2025"/>
                  </a:cubicBezTo>
                  <a:cubicBezTo>
                    <a:pt x="1007" y="1932"/>
                    <a:pt x="966" y="1848"/>
                    <a:pt x="943" y="1812"/>
                  </a:cubicBezTo>
                  <a:cubicBezTo>
                    <a:pt x="919" y="1775"/>
                    <a:pt x="883" y="1724"/>
                    <a:pt x="838" y="1663"/>
                  </a:cubicBezTo>
                  <a:cubicBezTo>
                    <a:pt x="643" y="1395"/>
                    <a:pt x="243" y="844"/>
                    <a:pt x="401" y="500"/>
                  </a:cubicBezTo>
                  <a:cubicBezTo>
                    <a:pt x="420" y="457"/>
                    <a:pt x="444" y="418"/>
                    <a:pt x="474" y="382"/>
                  </a:cubicBezTo>
                  <a:cubicBezTo>
                    <a:pt x="557" y="276"/>
                    <a:pt x="686" y="214"/>
                    <a:pt x="823" y="214"/>
                  </a:cubicBezTo>
                  <a:close/>
                  <a:moveTo>
                    <a:pt x="829" y="0"/>
                  </a:moveTo>
                  <a:cubicBezTo>
                    <a:pt x="630" y="0"/>
                    <a:pt x="439" y="89"/>
                    <a:pt x="310" y="247"/>
                  </a:cubicBezTo>
                  <a:cubicBezTo>
                    <a:pt x="270" y="296"/>
                    <a:pt x="235" y="351"/>
                    <a:pt x="208" y="411"/>
                  </a:cubicBezTo>
                  <a:cubicBezTo>
                    <a:pt x="0" y="866"/>
                    <a:pt x="433" y="1466"/>
                    <a:pt x="667" y="1788"/>
                  </a:cubicBezTo>
                  <a:cubicBezTo>
                    <a:pt x="707" y="1843"/>
                    <a:pt x="737" y="1882"/>
                    <a:pt x="764" y="1925"/>
                  </a:cubicBezTo>
                  <a:cubicBezTo>
                    <a:pt x="789" y="1967"/>
                    <a:pt x="820" y="2034"/>
                    <a:pt x="859" y="2114"/>
                  </a:cubicBezTo>
                  <a:cubicBezTo>
                    <a:pt x="1030" y="2473"/>
                    <a:pt x="1286" y="3015"/>
                    <a:pt x="1681" y="3015"/>
                  </a:cubicBezTo>
                  <a:lnTo>
                    <a:pt x="1685" y="3019"/>
                  </a:lnTo>
                  <a:cubicBezTo>
                    <a:pt x="1776" y="3019"/>
                    <a:pt x="1861" y="2975"/>
                    <a:pt x="1915" y="2902"/>
                  </a:cubicBezTo>
                  <a:cubicBezTo>
                    <a:pt x="2111" y="2626"/>
                    <a:pt x="1930" y="1882"/>
                    <a:pt x="1745" y="1309"/>
                  </a:cubicBezTo>
                  <a:cubicBezTo>
                    <a:pt x="1697" y="1163"/>
                    <a:pt x="1662" y="999"/>
                    <a:pt x="1633" y="881"/>
                  </a:cubicBezTo>
                  <a:cubicBezTo>
                    <a:pt x="1607" y="765"/>
                    <a:pt x="1580" y="649"/>
                    <a:pt x="1546" y="536"/>
                  </a:cubicBezTo>
                  <a:cubicBezTo>
                    <a:pt x="1468" y="269"/>
                    <a:pt x="1248" y="70"/>
                    <a:pt x="975" y="16"/>
                  </a:cubicBezTo>
                  <a:cubicBezTo>
                    <a:pt x="927" y="5"/>
                    <a:pt x="878" y="0"/>
                    <a:pt x="8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4751825" y="825175"/>
              <a:ext cx="20225" cy="10700"/>
            </a:xfrm>
            <a:custGeom>
              <a:avLst/>
              <a:gdLst/>
              <a:ahLst/>
              <a:cxnLst/>
              <a:rect l="l" t="t" r="r" b="b"/>
              <a:pathLst>
                <a:path w="809" h="428" extrusionOk="0">
                  <a:moveTo>
                    <a:pt x="760" y="0"/>
                  </a:moveTo>
                  <a:cubicBezTo>
                    <a:pt x="451" y="0"/>
                    <a:pt x="161" y="161"/>
                    <a:pt x="0" y="427"/>
                  </a:cubicBezTo>
                  <a:lnTo>
                    <a:pt x="809" y="2"/>
                  </a:lnTo>
                  <a:cubicBezTo>
                    <a:pt x="792" y="1"/>
                    <a:pt x="77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4748775" y="822650"/>
              <a:ext cx="26025" cy="15900"/>
            </a:xfrm>
            <a:custGeom>
              <a:avLst/>
              <a:gdLst/>
              <a:ahLst/>
              <a:cxnLst/>
              <a:rect l="l" t="t" r="r" b="b"/>
              <a:pathLst>
                <a:path w="1041" h="636" extrusionOk="0">
                  <a:moveTo>
                    <a:pt x="874" y="1"/>
                  </a:moveTo>
                  <a:cubicBezTo>
                    <a:pt x="531" y="1"/>
                    <a:pt x="211" y="179"/>
                    <a:pt x="30" y="476"/>
                  </a:cubicBezTo>
                  <a:lnTo>
                    <a:pt x="28" y="479"/>
                  </a:lnTo>
                  <a:cubicBezTo>
                    <a:pt x="0" y="528"/>
                    <a:pt x="18" y="592"/>
                    <a:pt x="69" y="621"/>
                  </a:cubicBezTo>
                  <a:cubicBezTo>
                    <a:pt x="85" y="631"/>
                    <a:pt x="103" y="636"/>
                    <a:pt x="122" y="636"/>
                  </a:cubicBezTo>
                  <a:cubicBezTo>
                    <a:pt x="159" y="636"/>
                    <a:pt x="195" y="615"/>
                    <a:pt x="213" y="582"/>
                  </a:cubicBezTo>
                  <a:cubicBezTo>
                    <a:pt x="360" y="353"/>
                    <a:pt x="614" y="215"/>
                    <a:pt x="884" y="215"/>
                  </a:cubicBezTo>
                  <a:cubicBezTo>
                    <a:pt x="897" y="215"/>
                    <a:pt x="909" y="215"/>
                    <a:pt x="922" y="216"/>
                  </a:cubicBezTo>
                  <a:cubicBezTo>
                    <a:pt x="924" y="216"/>
                    <a:pt x="927" y="216"/>
                    <a:pt x="930" y="216"/>
                  </a:cubicBezTo>
                  <a:cubicBezTo>
                    <a:pt x="986" y="216"/>
                    <a:pt x="1032" y="173"/>
                    <a:pt x="1036" y="117"/>
                  </a:cubicBezTo>
                  <a:cubicBezTo>
                    <a:pt x="1041" y="58"/>
                    <a:pt x="998" y="7"/>
                    <a:pt x="938" y="3"/>
                  </a:cubicBezTo>
                  <a:cubicBezTo>
                    <a:pt x="917" y="1"/>
                    <a:pt x="895" y="1"/>
                    <a:pt x="8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4754050" y="769475"/>
              <a:ext cx="55425" cy="76925"/>
            </a:xfrm>
            <a:custGeom>
              <a:avLst/>
              <a:gdLst/>
              <a:ahLst/>
              <a:cxnLst/>
              <a:rect l="l" t="t" r="r" b="b"/>
              <a:pathLst>
                <a:path w="2217" h="3077" extrusionOk="0">
                  <a:moveTo>
                    <a:pt x="839" y="0"/>
                  </a:moveTo>
                  <a:cubicBezTo>
                    <a:pt x="780" y="0"/>
                    <a:pt x="720" y="8"/>
                    <a:pt x="660" y="24"/>
                  </a:cubicBezTo>
                  <a:cubicBezTo>
                    <a:pt x="537" y="59"/>
                    <a:pt x="423" y="127"/>
                    <a:pt x="337" y="222"/>
                  </a:cubicBezTo>
                  <a:cubicBezTo>
                    <a:pt x="298" y="270"/>
                    <a:pt x="264" y="322"/>
                    <a:pt x="239" y="379"/>
                  </a:cubicBezTo>
                  <a:cubicBezTo>
                    <a:pt x="1" y="904"/>
                    <a:pt x="700" y="1702"/>
                    <a:pt x="843" y="1933"/>
                  </a:cubicBezTo>
                  <a:cubicBezTo>
                    <a:pt x="986" y="2162"/>
                    <a:pt x="1298" y="3077"/>
                    <a:pt x="1756" y="3077"/>
                  </a:cubicBezTo>
                  <a:cubicBezTo>
                    <a:pt x="1757" y="3077"/>
                    <a:pt x="1757" y="3077"/>
                    <a:pt x="1757" y="3077"/>
                  </a:cubicBezTo>
                  <a:cubicBezTo>
                    <a:pt x="2216" y="3074"/>
                    <a:pt x="1877" y="1854"/>
                    <a:pt x="1711" y="1347"/>
                  </a:cubicBezTo>
                  <a:cubicBezTo>
                    <a:pt x="1619" y="1061"/>
                    <a:pt x="1574" y="773"/>
                    <a:pt x="1494" y="499"/>
                  </a:cubicBezTo>
                  <a:cubicBezTo>
                    <a:pt x="1411" y="199"/>
                    <a:pt x="1137" y="0"/>
                    <a:pt x="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752050" y="766600"/>
              <a:ext cx="58050" cy="82450"/>
            </a:xfrm>
            <a:custGeom>
              <a:avLst/>
              <a:gdLst/>
              <a:ahLst/>
              <a:cxnLst/>
              <a:rect l="l" t="t" r="r" b="b"/>
              <a:pathLst>
                <a:path w="2322" h="3298" extrusionOk="0">
                  <a:moveTo>
                    <a:pt x="986" y="208"/>
                  </a:moveTo>
                  <a:cubicBezTo>
                    <a:pt x="997" y="208"/>
                    <a:pt x="1008" y="209"/>
                    <a:pt x="1019" y="209"/>
                  </a:cubicBezTo>
                  <a:cubicBezTo>
                    <a:pt x="1240" y="253"/>
                    <a:pt x="1418" y="418"/>
                    <a:pt x="1477" y="637"/>
                  </a:cubicBezTo>
                  <a:cubicBezTo>
                    <a:pt x="1513" y="756"/>
                    <a:pt x="1541" y="879"/>
                    <a:pt x="1569" y="1003"/>
                  </a:cubicBezTo>
                  <a:cubicBezTo>
                    <a:pt x="1605" y="1161"/>
                    <a:pt x="1644" y="1323"/>
                    <a:pt x="1697" y="1487"/>
                  </a:cubicBezTo>
                  <a:cubicBezTo>
                    <a:pt x="1945" y="2263"/>
                    <a:pt x="2031" y="2873"/>
                    <a:pt x="1910" y="3040"/>
                  </a:cubicBezTo>
                  <a:cubicBezTo>
                    <a:pt x="1895" y="3062"/>
                    <a:pt x="1872" y="3076"/>
                    <a:pt x="1845" y="3076"/>
                  </a:cubicBezTo>
                  <a:cubicBezTo>
                    <a:pt x="1843" y="3076"/>
                    <a:pt x="1840" y="3076"/>
                    <a:pt x="1837" y="3076"/>
                  </a:cubicBezTo>
                  <a:cubicBezTo>
                    <a:pt x="1543" y="3076"/>
                    <a:pt x="1276" y="2523"/>
                    <a:pt x="1133" y="2222"/>
                  </a:cubicBezTo>
                  <a:cubicBezTo>
                    <a:pt x="1087" y="2124"/>
                    <a:pt x="1047" y="2042"/>
                    <a:pt x="1017" y="1990"/>
                  </a:cubicBezTo>
                  <a:lnTo>
                    <a:pt x="901" y="1826"/>
                  </a:lnTo>
                  <a:cubicBezTo>
                    <a:pt x="688" y="1532"/>
                    <a:pt x="244" y="920"/>
                    <a:pt x="420" y="535"/>
                  </a:cubicBezTo>
                  <a:cubicBezTo>
                    <a:pt x="441" y="489"/>
                    <a:pt x="468" y="446"/>
                    <a:pt x="500" y="406"/>
                  </a:cubicBezTo>
                  <a:cubicBezTo>
                    <a:pt x="596" y="287"/>
                    <a:pt x="742" y="217"/>
                    <a:pt x="895" y="217"/>
                  </a:cubicBezTo>
                  <a:cubicBezTo>
                    <a:pt x="896" y="217"/>
                    <a:pt x="898" y="217"/>
                    <a:pt x="899" y="217"/>
                  </a:cubicBezTo>
                  <a:lnTo>
                    <a:pt x="899" y="215"/>
                  </a:lnTo>
                  <a:lnTo>
                    <a:pt x="898" y="215"/>
                  </a:lnTo>
                  <a:cubicBezTo>
                    <a:pt x="927" y="211"/>
                    <a:pt x="957" y="208"/>
                    <a:pt x="986" y="208"/>
                  </a:cubicBezTo>
                  <a:close/>
                  <a:moveTo>
                    <a:pt x="900" y="0"/>
                  </a:moveTo>
                  <a:cubicBezTo>
                    <a:pt x="684" y="0"/>
                    <a:pt x="477" y="96"/>
                    <a:pt x="337" y="267"/>
                  </a:cubicBezTo>
                  <a:cubicBezTo>
                    <a:pt x="292" y="321"/>
                    <a:pt x="255" y="382"/>
                    <a:pt x="225" y="446"/>
                  </a:cubicBezTo>
                  <a:cubicBezTo>
                    <a:pt x="0" y="943"/>
                    <a:pt x="475" y="1597"/>
                    <a:pt x="728" y="1950"/>
                  </a:cubicBezTo>
                  <a:cubicBezTo>
                    <a:pt x="774" y="2014"/>
                    <a:pt x="807" y="2053"/>
                    <a:pt x="835" y="2102"/>
                  </a:cubicBezTo>
                  <a:cubicBezTo>
                    <a:pt x="864" y="2151"/>
                    <a:pt x="899" y="2225"/>
                    <a:pt x="943" y="2315"/>
                  </a:cubicBezTo>
                  <a:cubicBezTo>
                    <a:pt x="1127" y="2706"/>
                    <a:pt x="1412" y="3297"/>
                    <a:pt x="1837" y="3297"/>
                  </a:cubicBezTo>
                  <a:lnTo>
                    <a:pt x="1840" y="3296"/>
                  </a:lnTo>
                  <a:cubicBezTo>
                    <a:pt x="1937" y="3296"/>
                    <a:pt x="2030" y="3248"/>
                    <a:pt x="2085" y="3169"/>
                  </a:cubicBezTo>
                  <a:cubicBezTo>
                    <a:pt x="2321" y="2857"/>
                    <a:pt x="2064" y="1944"/>
                    <a:pt x="1896" y="1427"/>
                  </a:cubicBezTo>
                  <a:cubicBezTo>
                    <a:pt x="1845" y="1271"/>
                    <a:pt x="1803" y="1092"/>
                    <a:pt x="1773" y="963"/>
                  </a:cubicBezTo>
                  <a:cubicBezTo>
                    <a:pt x="1744" y="832"/>
                    <a:pt x="1714" y="707"/>
                    <a:pt x="1678" y="583"/>
                  </a:cubicBezTo>
                  <a:cubicBezTo>
                    <a:pt x="1592" y="294"/>
                    <a:pt x="1354" y="75"/>
                    <a:pt x="1057" y="17"/>
                  </a:cubicBezTo>
                  <a:cubicBezTo>
                    <a:pt x="1005" y="6"/>
                    <a:pt x="952" y="0"/>
                    <a:pt x="9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4775125" y="806175"/>
              <a:ext cx="22250" cy="11650"/>
            </a:xfrm>
            <a:custGeom>
              <a:avLst/>
              <a:gdLst/>
              <a:ahLst/>
              <a:cxnLst/>
              <a:rect l="l" t="t" r="r" b="b"/>
              <a:pathLst>
                <a:path w="890" h="466" extrusionOk="0">
                  <a:moveTo>
                    <a:pt x="833" y="1"/>
                  </a:moveTo>
                  <a:cubicBezTo>
                    <a:pt x="495" y="1"/>
                    <a:pt x="179" y="176"/>
                    <a:pt x="0" y="465"/>
                  </a:cubicBezTo>
                  <a:lnTo>
                    <a:pt x="889" y="2"/>
                  </a:lnTo>
                  <a:cubicBezTo>
                    <a:pt x="870" y="1"/>
                    <a:pt x="851" y="1"/>
                    <a:pt x="8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772075" y="803475"/>
              <a:ext cx="28125" cy="17025"/>
            </a:xfrm>
            <a:custGeom>
              <a:avLst/>
              <a:gdLst/>
              <a:ahLst/>
              <a:cxnLst/>
              <a:rect l="l" t="t" r="r" b="b"/>
              <a:pathLst>
                <a:path w="1125" h="681" extrusionOk="0">
                  <a:moveTo>
                    <a:pt x="953" y="1"/>
                  </a:moveTo>
                  <a:cubicBezTo>
                    <a:pt x="578" y="1"/>
                    <a:pt x="228" y="197"/>
                    <a:pt x="30" y="520"/>
                  </a:cubicBezTo>
                  <a:lnTo>
                    <a:pt x="28" y="523"/>
                  </a:lnTo>
                  <a:cubicBezTo>
                    <a:pt x="0" y="573"/>
                    <a:pt x="18" y="637"/>
                    <a:pt x="69" y="666"/>
                  </a:cubicBezTo>
                  <a:cubicBezTo>
                    <a:pt x="85" y="673"/>
                    <a:pt x="103" y="679"/>
                    <a:pt x="122" y="680"/>
                  </a:cubicBezTo>
                  <a:lnTo>
                    <a:pt x="122" y="679"/>
                  </a:lnTo>
                  <a:cubicBezTo>
                    <a:pt x="159" y="679"/>
                    <a:pt x="195" y="660"/>
                    <a:pt x="213" y="627"/>
                  </a:cubicBezTo>
                  <a:cubicBezTo>
                    <a:pt x="371" y="370"/>
                    <a:pt x="648" y="216"/>
                    <a:pt x="946" y="216"/>
                  </a:cubicBezTo>
                  <a:cubicBezTo>
                    <a:pt x="965" y="216"/>
                    <a:pt x="983" y="216"/>
                    <a:pt x="1002" y="217"/>
                  </a:cubicBezTo>
                  <a:cubicBezTo>
                    <a:pt x="1005" y="218"/>
                    <a:pt x="1008" y="218"/>
                    <a:pt x="1011" y="218"/>
                  </a:cubicBezTo>
                  <a:cubicBezTo>
                    <a:pt x="1067" y="218"/>
                    <a:pt x="1114" y="176"/>
                    <a:pt x="1118" y="119"/>
                  </a:cubicBezTo>
                  <a:cubicBezTo>
                    <a:pt x="1124" y="61"/>
                    <a:pt x="1081" y="9"/>
                    <a:pt x="1022" y="3"/>
                  </a:cubicBezTo>
                  <a:cubicBezTo>
                    <a:pt x="999" y="2"/>
                    <a:pt x="976" y="1"/>
                    <a:pt x="9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5431800" y="953125"/>
              <a:ext cx="170025" cy="324050"/>
            </a:xfrm>
            <a:custGeom>
              <a:avLst/>
              <a:gdLst/>
              <a:ahLst/>
              <a:cxnLst/>
              <a:rect l="l" t="t" r="r" b="b"/>
              <a:pathLst>
                <a:path w="6801" h="12962" extrusionOk="0">
                  <a:moveTo>
                    <a:pt x="641" y="1"/>
                  </a:moveTo>
                  <a:lnTo>
                    <a:pt x="1" y="4448"/>
                  </a:lnTo>
                  <a:lnTo>
                    <a:pt x="3268" y="11841"/>
                  </a:lnTo>
                  <a:cubicBezTo>
                    <a:pt x="3531" y="12533"/>
                    <a:pt x="4190" y="12961"/>
                    <a:pt x="4891" y="12961"/>
                  </a:cubicBezTo>
                  <a:cubicBezTo>
                    <a:pt x="5079" y="12961"/>
                    <a:pt x="5271" y="12930"/>
                    <a:pt x="5458" y="12865"/>
                  </a:cubicBezTo>
                  <a:cubicBezTo>
                    <a:pt x="6316" y="12571"/>
                    <a:pt x="6801" y="11667"/>
                    <a:pt x="6576" y="10790"/>
                  </a:cubicBezTo>
                  <a:lnTo>
                    <a:pt x="4125" y="3326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5429250" y="950575"/>
              <a:ext cx="175575" cy="329375"/>
            </a:xfrm>
            <a:custGeom>
              <a:avLst/>
              <a:gdLst/>
              <a:ahLst/>
              <a:cxnLst/>
              <a:rect l="l" t="t" r="r" b="b"/>
              <a:pathLst>
                <a:path w="7023" h="13175" extrusionOk="0">
                  <a:moveTo>
                    <a:pt x="822" y="325"/>
                  </a:moveTo>
                  <a:lnTo>
                    <a:pt x="4134" y="3486"/>
                  </a:lnTo>
                  <a:lnTo>
                    <a:pt x="6575" y="10922"/>
                  </a:lnTo>
                  <a:cubicBezTo>
                    <a:pt x="6782" y="11745"/>
                    <a:pt x="6327" y="12589"/>
                    <a:pt x="5526" y="12869"/>
                  </a:cubicBezTo>
                  <a:cubicBezTo>
                    <a:pt x="5349" y="12931"/>
                    <a:pt x="5169" y="12960"/>
                    <a:pt x="4991" y="12960"/>
                  </a:cubicBezTo>
                  <a:cubicBezTo>
                    <a:pt x="4332" y="12960"/>
                    <a:pt x="3712" y="12555"/>
                    <a:pt x="3468" y="11903"/>
                  </a:cubicBezTo>
                  <a:lnTo>
                    <a:pt x="212" y="4537"/>
                  </a:lnTo>
                  <a:lnTo>
                    <a:pt x="822" y="325"/>
                  </a:lnTo>
                  <a:close/>
                  <a:moveTo>
                    <a:pt x="753" y="0"/>
                  </a:moveTo>
                  <a:cubicBezTo>
                    <a:pt x="741" y="0"/>
                    <a:pt x="729" y="2"/>
                    <a:pt x="718" y="6"/>
                  </a:cubicBezTo>
                  <a:cubicBezTo>
                    <a:pt x="679" y="18"/>
                    <a:pt x="651" y="51"/>
                    <a:pt x="645" y="91"/>
                  </a:cubicBezTo>
                  <a:lnTo>
                    <a:pt x="5" y="4537"/>
                  </a:lnTo>
                  <a:cubicBezTo>
                    <a:pt x="0" y="4556"/>
                    <a:pt x="0" y="4576"/>
                    <a:pt x="5" y="4595"/>
                  </a:cubicBezTo>
                  <a:lnTo>
                    <a:pt x="3270" y="11983"/>
                  </a:lnTo>
                  <a:cubicBezTo>
                    <a:pt x="3539" y="12699"/>
                    <a:pt x="4224" y="13173"/>
                    <a:pt x="4988" y="13174"/>
                  </a:cubicBezTo>
                  <a:lnTo>
                    <a:pt x="4990" y="13174"/>
                  </a:lnTo>
                  <a:cubicBezTo>
                    <a:pt x="5198" y="13173"/>
                    <a:pt x="5405" y="13137"/>
                    <a:pt x="5603" y="13067"/>
                  </a:cubicBezTo>
                  <a:cubicBezTo>
                    <a:pt x="6510" y="12747"/>
                    <a:pt x="7022" y="11790"/>
                    <a:pt x="6787" y="10858"/>
                  </a:cubicBezTo>
                  <a:lnTo>
                    <a:pt x="4335" y="3394"/>
                  </a:lnTo>
                  <a:cubicBezTo>
                    <a:pt x="4329" y="3377"/>
                    <a:pt x="4320" y="3361"/>
                    <a:pt x="4306" y="3349"/>
                  </a:cubicBezTo>
                  <a:lnTo>
                    <a:pt x="824" y="29"/>
                  </a:lnTo>
                  <a:cubicBezTo>
                    <a:pt x="804" y="10"/>
                    <a:pt x="779" y="0"/>
                    <a:pt x="7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447850" y="870200"/>
              <a:ext cx="111225" cy="184800"/>
            </a:xfrm>
            <a:custGeom>
              <a:avLst/>
              <a:gdLst/>
              <a:ahLst/>
              <a:cxnLst/>
              <a:rect l="l" t="t" r="r" b="b"/>
              <a:pathLst>
                <a:path w="4449" h="7392" extrusionOk="0">
                  <a:moveTo>
                    <a:pt x="513" y="1"/>
                  </a:moveTo>
                  <a:lnTo>
                    <a:pt x="1" y="3321"/>
                  </a:lnTo>
                  <a:lnTo>
                    <a:pt x="2840" y="7392"/>
                  </a:lnTo>
                  <a:lnTo>
                    <a:pt x="3537" y="7392"/>
                  </a:lnTo>
                  <a:cubicBezTo>
                    <a:pt x="3537" y="7392"/>
                    <a:pt x="4448" y="4445"/>
                    <a:pt x="3537" y="2410"/>
                  </a:cubicBezTo>
                  <a:cubicBezTo>
                    <a:pt x="2626" y="376"/>
                    <a:pt x="513" y="1"/>
                    <a:pt x="51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5445150" y="867550"/>
              <a:ext cx="116675" cy="190125"/>
            </a:xfrm>
            <a:custGeom>
              <a:avLst/>
              <a:gdLst/>
              <a:ahLst/>
              <a:cxnLst/>
              <a:rect l="l" t="t" r="r" b="b"/>
              <a:pathLst>
                <a:path w="4667" h="7605" extrusionOk="0">
                  <a:moveTo>
                    <a:pt x="710" y="235"/>
                  </a:moveTo>
                  <a:cubicBezTo>
                    <a:pt x="1144" y="343"/>
                    <a:pt x="2787" y="853"/>
                    <a:pt x="3548" y="2559"/>
                  </a:cubicBezTo>
                  <a:cubicBezTo>
                    <a:pt x="4352" y="4356"/>
                    <a:pt x="3699" y="6922"/>
                    <a:pt x="3566" y="7391"/>
                  </a:cubicBezTo>
                  <a:lnTo>
                    <a:pt x="3005" y="7391"/>
                  </a:lnTo>
                  <a:lnTo>
                    <a:pt x="222" y="3402"/>
                  </a:lnTo>
                  <a:lnTo>
                    <a:pt x="710" y="235"/>
                  </a:lnTo>
                  <a:close/>
                  <a:moveTo>
                    <a:pt x="616" y="0"/>
                  </a:moveTo>
                  <a:cubicBezTo>
                    <a:pt x="596" y="0"/>
                    <a:pt x="575" y="7"/>
                    <a:pt x="558" y="19"/>
                  </a:cubicBezTo>
                  <a:cubicBezTo>
                    <a:pt x="535" y="35"/>
                    <a:pt x="520" y="60"/>
                    <a:pt x="514" y="89"/>
                  </a:cubicBezTo>
                  <a:lnTo>
                    <a:pt x="4" y="3412"/>
                  </a:lnTo>
                  <a:cubicBezTo>
                    <a:pt x="0" y="3439"/>
                    <a:pt x="7" y="3466"/>
                    <a:pt x="22" y="3488"/>
                  </a:cubicBezTo>
                  <a:lnTo>
                    <a:pt x="2860" y="7559"/>
                  </a:lnTo>
                  <a:cubicBezTo>
                    <a:pt x="2881" y="7587"/>
                    <a:pt x="2912" y="7603"/>
                    <a:pt x="2948" y="7605"/>
                  </a:cubicBezTo>
                  <a:lnTo>
                    <a:pt x="3645" y="7605"/>
                  </a:lnTo>
                  <a:cubicBezTo>
                    <a:pt x="3690" y="7603"/>
                    <a:pt x="3730" y="7574"/>
                    <a:pt x="3743" y="7530"/>
                  </a:cubicBezTo>
                  <a:cubicBezTo>
                    <a:pt x="3783" y="7408"/>
                    <a:pt x="4666" y="4538"/>
                    <a:pt x="3743" y="2474"/>
                  </a:cubicBezTo>
                  <a:cubicBezTo>
                    <a:pt x="2820" y="409"/>
                    <a:pt x="661" y="2"/>
                    <a:pt x="637" y="2"/>
                  </a:cubicBezTo>
                  <a:cubicBezTo>
                    <a:pt x="630" y="1"/>
                    <a:pt x="623" y="0"/>
                    <a:pt x="6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5488875" y="1167625"/>
              <a:ext cx="192800" cy="111050"/>
            </a:xfrm>
            <a:custGeom>
              <a:avLst/>
              <a:gdLst/>
              <a:ahLst/>
              <a:cxnLst/>
              <a:rect l="l" t="t" r="r" b="b"/>
              <a:pathLst>
                <a:path w="7712" h="4442" extrusionOk="0">
                  <a:moveTo>
                    <a:pt x="1842" y="0"/>
                  </a:moveTo>
                  <a:cubicBezTo>
                    <a:pt x="896" y="0"/>
                    <a:pt x="211" y="462"/>
                    <a:pt x="114" y="1386"/>
                  </a:cubicBezTo>
                  <a:cubicBezTo>
                    <a:pt x="0" y="2457"/>
                    <a:pt x="845" y="4257"/>
                    <a:pt x="2533" y="4425"/>
                  </a:cubicBezTo>
                  <a:cubicBezTo>
                    <a:pt x="2646" y="4437"/>
                    <a:pt x="2763" y="4442"/>
                    <a:pt x="2883" y="4442"/>
                  </a:cubicBezTo>
                  <a:cubicBezTo>
                    <a:pt x="4578" y="4442"/>
                    <a:pt x="6981" y="3413"/>
                    <a:pt x="6981" y="3413"/>
                  </a:cubicBezTo>
                  <a:cubicBezTo>
                    <a:pt x="7429" y="3108"/>
                    <a:pt x="7703" y="2603"/>
                    <a:pt x="7712" y="2061"/>
                  </a:cubicBezTo>
                  <a:cubicBezTo>
                    <a:pt x="7704" y="1162"/>
                    <a:pt x="6698" y="1162"/>
                    <a:pt x="6698" y="1162"/>
                  </a:cubicBezTo>
                  <a:cubicBezTo>
                    <a:pt x="6698" y="1162"/>
                    <a:pt x="3489" y="203"/>
                    <a:pt x="2307" y="34"/>
                  </a:cubicBezTo>
                  <a:cubicBezTo>
                    <a:pt x="2146" y="12"/>
                    <a:pt x="1991" y="0"/>
                    <a:pt x="1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5487900" y="1165100"/>
              <a:ext cx="196275" cy="116450"/>
            </a:xfrm>
            <a:custGeom>
              <a:avLst/>
              <a:gdLst/>
              <a:ahLst/>
              <a:cxnLst/>
              <a:rect l="l" t="t" r="r" b="b"/>
              <a:pathLst>
                <a:path w="7851" h="4658" extrusionOk="0">
                  <a:moveTo>
                    <a:pt x="1799" y="213"/>
                  </a:moveTo>
                  <a:cubicBezTo>
                    <a:pt x="1826" y="213"/>
                    <a:pt x="1853" y="213"/>
                    <a:pt x="1880" y="214"/>
                  </a:cubicBezTo>
                  <a:cubicBezTo>
                    <a:pt x="2029" y="216"/>
                    <a:pt x="2178" y="229"/>
                    <a:pt x="2325" y="253"/>
                  </a:cubicBezTo>
                  <a:cubicBezTo>
                    <a:pt x="3485" y="417"/>
                    <a:pt x="6670" y="1376"/>
                    <a:pt x="6701" y="1376"/>
                  </a:cubicBezTo>
                  <a:lnTo>
                    <a:pt x="6731" y="1376"/>
                  </a:lnTo>
                  <a:cubicBezTo>
                    <a:pt x="6768" y="1376"/>
                    <a:pt x="7638" y="1388"/>
                    <a:pt x="7638" y="2168"/>
                  </a:cubicBezTo>
                  <a:cubicBezTo>
                    <a:pt x="7630" y="2670"/>
                    <a:pt x="7381" y="3137"/>
                    <a:pt x="6970" y="3422"/>
                  </a:cubicBezTo>
                  <a:cubicBezTo>
                    <a:pt x="6944" y="3433"/>
                    <a:pt x="4569" y="4443"/>
                    <a:pt x="2920" y="4443"/>
                  </a:cubicBezTo>
                  <a:cubicBezTo>
                    <a:pt x="2801" y="4443"/>
                    <a:pt x="2687" y="4438"/>
                    <a:pt x="2577" y="4427"/>
                  </a:cubicBezTo>
                  <a:cubicBezTo>
                    <a:pt x="1927" y="4355"/>
                    <a:pt x="1333" y="4025"/>
                    <a:pt x="930" y="3509"/>
                  </a:cubicBezTo>
                  <a:cubicBezTo>
                    <a:pt x="465" y="2948"/>
                    <a:pt x="223" y="2233"/>
                    <a:pt x="251" y="1505"/>
                  </a:cubicBezTo>
                  <a:cubicBezTo>
                    <a:pt x="275" y="1130"/>
                    <a:pt x="455" y="782"/>
                    <a:pt x="747" y="545"/>
                  </a:cubicBezTo>
                  <a:cubicBezTo>
                    <a:pt x="1055" y="328"/>
                    <a:pt x="1423" y="213"/>
                    <a:pt x="1799" y="213"/>
                  </a:cubicBezTo>
                  <a:close/>
                  <a:moveTo>
                    <a:pt x="1869" y="1"/>
                  </a:moveTo>
                  <a:cubicBezTo>
                    <a:pt x="1366" y="1"/>
                    <a:pt x="941" y="129"/>
                    <a:pt x="616" y="377"/>
                  </a:cubicBezTo>
                  <a:cubicBezTo>
                    <a:pt x="279" y="649"/>
                    <a:pt x="71" y="1050"/>
                    <a:pt x="39" y="1481"/>
                  </a:cubicBezTo>
                  <a:cubicBezTo>
                    <a:pt x="1" y="2268"/>
                    <a:pt x="260" y="3039"/>
                    <a:pt x="765" y="3643"/>
                  </a:cubicBezTo>
                  <a:cubicBezTo>
                    <a:pt x="1202" y="4203"/>
                    <a:pt x="1849" y="4562"/>
                    <a:pt x="2556" y="4640"/>
                  </a:cubicBezTo>
                  <a:cubicBezTo>
                    <a:pt x="2673" y="4657"/>
                    <a:pt x="2794" y="4657"/>
                    <a:pt x="2921" y="4657"/>
                  </a:cubicBezTo>
                  <a:cubicBezTo>
                    <a:pt x="4605" y="4657"/>
                    <a:pt x="6951" y="3663"/>
                    <a:pt x="7069" y="3609"/>
                  </a:cubicBezTo>
                  <a:cubicBezTo>
                    <a:pt x="7551" y="3288"/>
                    <a:pt x="7843" y="2749"/>
                    <a:pt x="7850" y="2168"/>
                  </a:cubicBezTo>
                  <a:cubicBezTo>
                    <a:pt x="7850" y="1374"/>
                    <a:pt x="7139" y="1161"/>
                    <a:pt x="6746" y="1161"/>
                  </a:cubicBezTo>
                  <a:cubicBezTo>
                    <a:pt x="6482" y="1082"/>
                    <a:pt x="3503" y="200"/>
                    <a:pt x="2355" y="37"/>
                  </a:cubicBezTo>
                  <a:cubicBezTo>
                    <a:pt x="2186" y="13"/>
                    <a:pt x="2023" y="1"/>
                    <a:pt x="18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5528375" y="1245500"/>
              <a:ext cx="98225" cy="33450"/>
            </a:xfrm>
            <a:custGeom>
              <a:avLst/>
              <a:gdLst/>
              <a:ahLst/>
              <a:cxnLst/>
              <a:rect l="l" t="t" r="r" b="b"/>
              <a:pathLst>
                <a:path w="3929" h="1338" extrusionOk="0">
                  <a:moveTo>
                    <a:pt x="3583" y="0"/>
                  </a:moveTo>
                  <a:cubicBezTo>
                    <a:pt x="2527" y="225"/>
                    <a:pt x="1715" y="289"/>
                    <a:pt x="1133" y="289"/>
                  </a:cubicBezTo>
                  <a:cubicBezTo>
                    <a:pt x="368" y="289"/>
                    <a:pt x="0" y="179"/>
                    <a:pt x="0" y="179"/>
                  </a:cubicBezTo>
                  <a:lnTo>
                    <a:pt x="0" y="179"/>
                  </a:lnTo>
                  <a:lnTo>
                    <a:pt x="335" y="1178"/>
                  </a:lnTo>
                  <a:cubicBezTo>
                    <a:pt x="530" y="1254"/>
                    <a:pt x="734" y="1301"/>
                    <a:pt x="943" y="1321"/>
                  </a:cubicBezTo>
                  <a:cubicBezTo>
                    <a:pt x="1055" y="1332"/>
                    <a:pt x="1171" y="1337"/>
                    <a:pt x="1292" y="1337"/>
                  </a:cubicBezTo>
                  <a:cubicBezTo>
                    <a:pt x="2120" y="1337"/>
                    <a:pt x="3118" y="1091"/>
                    <a:pt x="3928" y="840"/>
                  </a:cubicBezTo>
                  <a:lnTo>
                    <a:pt x="35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5525400" y="1242775"/>
              <a:ext cx="103800" cy="38700"/>
            </a:xfrm>
            <a:custGeom>
              <a:avLst/>
              <a:gdLst/>
              <a:ahLst/>
              <a:cxnLst/>
              <a:rect l="l" t="t" r="r" b="b"/>
              <a:pathLst>
                <a:path w="4152" h="1548" extrusionOk="0">
                  <a:moveTo>
                    <a:pt x="3642" y="237"/>
                  </a:moveTo>
                  <a:lnTo>
                    <a:pt x="3907" y="876"/>
                  </a:lnTo>
                  <a:cubicBezTo>
                    <a:pt x="3172" y="1101"/>
                    <a:pt x="2218" y="1335"/>
                    <a:pt x="1420" y="1335"/>
                  </a:cubicBezTo>
                  <a:cubicBezTo>
                    <a:pt x="1304" y="1335"/>
                    <a:pt x="1190" y="1330"/>
                    <a:pt x="1081" y="1320"/>
                  </a:cubicBezTo>
                  <a:cubicBezTo>
                    <a:pt x="898" y="1302"/>
                    <a:pt x="719" y="1262"/>
                    <a:pt x="545" y="1202"/>
                  </a:cubicBezTo>
                  <a:lnTo>
                    <a:pt x="290" y="435"/>
                  </a:lnTo>
                  <a:lnTo>
                    <a:pt x="290" y="435"/>
                  </a:lnTo>
                  <a:cubicBezTo>
                    <a:pt x="477" y="469"/>
                    <a:pt x="800" y="511"/>
                    <a:pt x="1267" y="511"/>
                  </a:cubicBezTo>
                  <a:cubicBezTo>
                    <a:pt x="1838" y="511"/>
                    <a:pt x="2624" y="449"/>
                    <a:pt x="3642" y="237"/>
                  </a:cubicBezTo>
                  <a:close/>
                  <a:moveTo>
                    <a:pt x="3700" y="1"/>
                  </a:moveTo>
                  <a:cubicBezTo>
                    <a:pt x="3692" y="1"/>
                    <a:pt x="3684" y="2"/>
                    <a:pt x="3676" y="3"/>
                  </a:cubicBezTo>
                  <a:cubicBezTo>
                    <a:pt x="2645" y="225"/>
                    <a:pt x="1847" y="288"/>
                    <a:pt x="1273" y="288"/>
                  </a:cubicBezTo>
                  <a:cubicBezTo>
                    <a:pt x="524" y="288"/>
                    <a:pt x="157" y="181"/>
                    <a:pt x="151" y="181"/>
                  </a:cubicBezTo>
                  <a:cubicBezTo>
                    <a:pt x="140" y="177"/>
                    <a:pt x="129" y="175"/>
                    <a:pt x="118" y="175"/>
                  </a:cubicBezTo>
                  <a:cubicBezTo>
                    <a:pt x="106" y="175"/>
                    <a:pt x="94" y="177"/>
                    <a:pt x="82" y="182"/>
                  </a:cubicBezTo>
                  <a:cubicBezTo>
                    <a:pt x="27" y="201"/>
                    <a:pt x="0" y="261"/>
                    <a:pt x="19" y="316"/>
                  </a:cubicBezTo>
                  <a:lnTo>
                    <a:pt x="352" y="1318"/>
                  </a:lnTo>
                  <a:cubicBezTo>
                    <a:pt x="362" y="1348"/>
                    <a:pt x="386" y="1373"/>
                    <a:pt x="416" y="1384"/>
                  </a:cubicBezTo>
                  <a:cubicBezTo>
                    <a:pt x="623" y="1460"/>
                    <a:pt x="837" y="1510"/>
                    <a:pt x="1056" y="1533"/>
                  </a:cubicBezTo>
                  <a:cubicBezTo>
                    <a:pt x="1169" y="1547"/>
                    <a:pt x="1288" y="1547"/>
                    <a:pt x="1412" y="1547"/>
                  </a:cubicBezTo>
                  <a:cubicBezTo>
                    <a:pt x="2318" y="1506"/>
                    <a:pt x="3215" y="1337"/>
                    <a:pt x="4075" y="1047"/>
                  </a:cubicBezTo>
                  <a:cubicBezTo>
                    <a:pt x="4104" y="1037"/>
                    <a:pt x="4126" y="1016"/>
                    <a:pt x="4139" y="989"/>
                  </a:cubicBezTo>
                  <a:cubicBezTo>
                    <a:pt x="4151" y="962"/>
                    <a:pt x="4151" y="931"/>
                    <a:pt x="4139" y="904"/>
                  </a:cubicBezTo>
                  <a:lnTo>
                    <a:pt x="3798" y="67"/>
                  </a:lnTo>
                  <a:cubicBezTo>
                    <a:pt x="3782" y="27"/>
                    <a:pt x="3742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5762425" y="1232075"/>
              <a:ext cx="48525" cy="48225"/>
            </a:xfrm>
            <a:custGeom>
              <a:avLst/>
              <a:gdLst/>
              <a:ahLst/>
              <a:cxnLst/>
              <a:rect l="l" t="t" r="r" b="b"/>
              <a:pathLst>
                <a:path w="1941" h="1929" extrusionOk="0">
                  <a:moveTo>
                    <a:pt x="259" y="1"/>
                  </a:moveTo>
                  <a:cubicBezTo>
                    <a:pt x="106" y="1"/>
                    <a:pt x="1" y="34"/>
                    <a:pt x="1" y="126"/>
                  </a:cubicBezTo>
                  <a:cubicBezTo>
                    <a:pt x="1" y="466"/>
                    <a:pt x="723" y="1739"/>
                    <a:pt x="1013" y="1891"/>
                  </a:cubicBezTo>
                  <a:cubicBezTo>
                    <a:pt x="1064" y="1917"/>
                    <a:pt x="1120" y="1929"/>
                    <a:pt x="1179" y="1929"/>
                  </a:cubicBezTo>
                  <a:cubicBezTo>
                    <a:pt x="1461" y="1929"/>
                    <a:pt x="1805" y="1665"/>
                    <a:pt x="1866" y="1480"/>
                  </a:cubicBezTo>
                  <a:cubicBezTo>
                    <a:pt x="1941" y="1253"/>
                    <a:pt x="1417" y="239"/>
                    <a:pt x="1417" y="239"/>
                  </a:cubicBezTo>
                  <a:cubicBezTo>
                    <a:pt x="1417" y="239"/>
                    <a:pt x="667" y="1"/>
                    <a:pt x="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5759675" y="1229500"/>
              <a:ext cx="54225" cy="53450"/>
            </a:xfrm>
            <a:custGeom>
              <a:avLst/>
              <a:gdLst/>
              <a:ahLst/>
              <a:cxnLst/>
              <a:rect l="l" t="t" r="r" b="b"/>
              <a:pathLst>
                <a:path w="2169" h="2138" extrusionOk="0">
                  <a:moveTo>
                    <a:pt x="317" y="207"/>
                  </a:moveTo>
                  <a:cubicBezTo>
                    <a:pt x="326" y="207"/>
                    <a:pt x="335" y="207"/>
                    <a:pt x="344" y="208"/>
                  </a:cubicBezTo>
                  <a:cubicBezTo>
                    <a:pt x="720" y="237"/>
                    <a:pt x="1090" y="313"/>
                    <a:pt x="1448" y="432"/>
                  </a:cubicBezTo>
                  <a:cubicBezTo>
                    <a:pt x="1684" y="893"/>
                    <a:pt x="1908" y="1440"/>
                    <a:pt x="1874" y="1548"/>
                  </a:cubicBezTo>
                  <a:cubicBezTo>
                    <a:pt x="1787" y="1700"/>
                    <a:pt x="1652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59" y="1900"/>
                  </a:cubicBezTo>
                  <a:cubicBezTo>
                    <a:pt x="910" y="1773"/>
                    <a:pt x="200" y="543"/>
                    <a:pt x="200" y="238"/>
                  </a:cubicBezTo>
                  <a:cubicBezTo>
                    <a:pt x="235" y="217"/>
                    <a:pt x="275" y="207"/>
                    <a:pt x="317" y="207"/>
                  </a:cubicBezTo>
                  <a:close/>
                  <a:moveTo>
                    <a:pt x="379" y="1"/>
                  </a:moveTo>
                  <a:cubicBezTo>
                    <a:pt x="254" y="1"/>
                    <a:pt x="150" y="19"/>
                    <a:pt x="87" y="65"/>
                  </a:cubicBezTo>
                  <a:cubicBezTo>
                    <a:pt x="33" y="103"/>
                    <a:pt x="0" y="165"/>
                    <a:pt x="2" y="231"/>
                  </a:cubicBezTo>
                  <a:cubicBezTo>
                    <a:pt x="2" y="597"/>
                    <a:pt x="718" y="1915"/>
                    <a:pt x="1068" y="2089"/>
                  </a:cubicBezTo>
                  <a:cubicBezTo>
                    <a:pt x="1134" y="2122"/>
                    <a:pt x="1207" y="2138"/>
                    <a:pt x="1281" y="2138"/>
                  </a:cubicBezTo>
                  <a:cubicBezTo>
                    <a:pt x="1384" y="2138"/>
                    <a:pt x="1485" y="2116"/>
                    <a:pt x="1579" y="2074"/>
                  </a:cubicBezTo>
                  <a:cubicBezTo>
                    <a:pt x="1801" y="1992"/>
                    <a:pt x="1982" y="1828"/>
                    <a:pt x="2086" y="1617"/>
                  </a:cubicBezTo>
                  <a:cubicBezTo>
                    <a:pt x="2168" y="1361"/>
                    <a:pt x="1756" y="542"/>
                    <a:pt x="1628" y="295"/>
                  </a:cubicBezTo>
                  <a:cubicBezTo>
                    <a:pt x="1616" y="268"/>
                    <a:pt x="1594" y="250"/>
                    <a:pt x="1567" y="243"/>
                  </a:cubicBezTo>
                  <a:cubicBezTo>
                    <a:pt x="1354" y="175"/>
                    <a:pt x="766" y="1"/>
                    <a:pt x="3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5771475" y="1267550"/>
              <a:ext cx="44200" cy="35475"/>
            </a:xfrm>
            <a:custGeom>
              <a:avLst/>
              <a:gdLst/>
              <a:ahLst/>
              <a:cxnLst/>
              <a:rect l="l" t="t" r="r" b="b"/>
              <a:pathLst>
                <a:path w="1768" h="1419" extrusionOk="0">
                  <a:moveTo>
                    <a:pt x="1365" y="1"/>
                  </a:moveTo>
                  <a:cubicBezTo>
                    <a:pt x="1087" y="1"/>
                    <a:pt x="641" y="472"/>
                    <a:pt x="641" y="472"/>
                  </a:cubicBezTo>
                  <a:cubicBezTo>
                    <a:pt x="641" y="472"/>
                    <a:pt x="0" y="1073"/>
                    <a:pt x="115" y="1299"/>
                  </a:cubicBezTo>
                  <a:cubicBezTo>
                    <a:pt x="157" y="1381"/>
                    <a:pt x="262" y="1418"/>
                    <a:pt x="392" y="1418"/>
                  </a:cubicBezTo>
                  <a:cubicBezTo>
                    <a:pt x="624" y="1418"/>
                    <a:pt x="937" y="1302"/>
                    <a:pt x="1129" y="1112"/>
                  </a:cubicBezTo>
                  <a:cubicBezTo>
                    <a:pt x="1430" y="813"/>
                    <a:pt x="1768" y="361"/>
                    <a:pt x="1504" y="61"/>
                  </a:cubicBezTo>
                  <a:cubicBezTo>
                    <a:pt x="1467" y="18"/>
                    <a:pt x="1419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5768650" y="1265100"/>
              <a:ext cx="48600" cy="40575"/>
            </a:xfrm>
            <a:custGeom>
              <a:avLst/>
              <a:gdLst/>
              <a:ahLst/>
              <a:cxnLst/>
              <a:rect l="l" t="t" r="r" b="b"/>
              <a:pathLst>
                <a:path w="1944" h="1623" extrusionOk="0">
                  <a:moveTo>
                    <a:pt x="1499" y="200"/>
                  </a:moveTo>
                  <a:cubicBezTo>
                    <a:pt x="1518" y="200"/>
                    <a:pt x="1536" y="209"/>
                    <a:pt x="1547" y="224"/>
                  </a:cubicBezTo>
                  <a:cubicBezTo>
                    <a:pt x="1772" y="488"/>
                    <a:pt x="1363" y="942"/>
                    <a:pt x="1178" y="1128"/>
                  </a:cubicBezTo>
                  <a:cubicBezTo>
                    <a:pt x="993" y="1303"/>
                    <a:pt x="749" y="1400"/>
                    <a:pt x="496" y="1400"/>
                  </a:cubicBezTo>
                  <a:cubicBezTo>
                    <a:pt x="478" y="1400"/>
                    <a:pt x="460" y="1400"/>
                    <a:pt x="443" y="1399"/>
                  </a:cubicBezTo>
                  <a:cubicBezTo>
                    <a:pt x="410" y="1393"/>
                    <a:pt x="353" y="1380"/>
                    <a:pt x="335" y="1344"/>
                  </a:cubicBezTo>
                  <a:cubicBezTo>
                    <a:pt x="295" y="1265"/>
                    <a:pt x="541" y="924"/>
                    <a:pt x="839" y="644"/>
                  </a:cubicBezTo>
                  <a:cubicBezTo>
                    <a:pt x="992" y="474"/>
                    <a:pt x="1311" y="205"/>
                    <a:pt x="1479" y="205"/>
                  </a:cubicBezTo>
                  <a:lnTo>
                    <a:pt x="1491" y="200"/>
                  </a:lnTo>
                  <a:cubicBezTo>
                    <a:pt x="1494" y="200"/>
                    <a:pt x="1496" y="200"/>
                    <a:pt x="1499" y="200"/>
                  </a:cubicBezTo>
                  <a:close/>
                  <a:moveTo>
                    <a:pt x="1490" y="1"/>
                  </a:moveTo>
                  <a:cubicBezTo>
                    <a:pt x="1488" y="1"/>
                    <a:pt x="1486" y="1"/>
                    <a:pt x="1485" y="1"/>
                  </a:cubicBezTo>
                  <a:cubicBezTo>
                    <a:pt x="1174" y="1"/>
                    <a:pt x="739" y="441"/>
                    <a:pt x="679" y="503"/>
                  </a:cubicBezTo>
                  <a:cubicBezTo>
                    <a:pt x="468" y="702"/>
                    <a:pt x="0" y="1186"/>
                    <a:pt x="133" y="1452"/>
                  </a:cubicBezTo>
                  <a:cubicBezTo>
                    <a:pt x="186" y="1549"/>
                    <a:pt x="286" y="1612"/>
                    <a:pt x="398" y="1621"/>
                  </a:cubicBezTo>
                  <a:cubicBezTo>
                    <a:pt x="416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0" y="1613"/>
                    <a:pt x="1096" y="1497"/>
                    <a:pt x="1317" y="1293"/>
                  </a:cubicBezTo>
                  <a:cubicBezTo>
                    <a:pt x="1806" y="802"/>
                    <a:pt x="1943" y="377"/>
                    <a:pt x="1698" y="96"/>
                  </a:cubicBezTo>
                  <a:cubicBezTo>
                    <a:pt x="1645" y="36"/>
                    <a:pt x="1570" y="1"/>
                    <a:pt x="14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5738000" y="1232075"/>
              <a:ext cx="48800" cy="48225"/>
            </a:xfrm>
            <a:custGeom>
              <a:avLst/>
              <a:gdLst/>
              <a:ahLst/>
              <a:cxnLst/>
              <a:rect l="l" t="t" r="r" b="b"/>
              <a:pathLst>
                <a:path w="1952" h="1929" extrusionOk="0">
                  <a:moveTo>
                    <a:pt x="260" y="1"/>
                  </a:moveTo>
                  <a:cubicBezTo>
                    <a:pt x="107" y="1"/>
                    <a:pt x="1" y="34"/>
                    <a:pt x="1" y="126"/>
                  </a:cubicBezTo>
                  <a:cubicBezTo>
                    <a:pt x="1" y="466"/>
                    <a:pt x="713" y="1739"/>
                    <a:pt x="1013" y="1891"/>
                  </a:cubicBezTo>
                  <a:cubicBezTo>
                    <a:pt x="1066" y="1917"/>
                    <a:pt x="1123" y="1929"/>
                    <a:pt x="1184" y="1929"/>
                  </a:cubicBezTo>
                  <a:cubicBezTo>
                    <a:pt x="1471" y="1929"/>
                    <a:pt x="1815" y="1665"/>
                    <a:pt x="1877" y="1480"/>
                  </a:cubicBezTo>
                  <a:cubicBezTo>
                    <a:pt x="1951" y="1253"/>
                    <a:pt x="1424" y="239"/>
                    <a:pt x="1424" y="239"/>
                  </a:cubicBezTo>
                  <a:cubicBezTo>
                    <a:pt x="1424" y="239"/>
                    <a:pt x="671" y="1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5735300" y="1229500"/>
              <a:ext cx="54225" cy="53450"/>
            </a:xfrm>
            <a:custGeom>
              <a:avLst/>
              <a:gdLst/>
              <a:ahLst/>
              <a:cxnLst/>
              <a:rect l="l" t="t" r="r" b="b"/>
              <a:pathLst>
                <a:path w="2169" h="2138" extrusionOk="0">
                  <a:moveTo>
                    <a:pt x="318" y="207"/>
                  </a:moveTo>
                  <a:cubicBezTo>
                    <a:pt x="327" y="207"/>
                    <a:pt x="336" y="207"/>
                    <a:pt x="346" y="208"/>
                  </a:cubicBezTo>
                  <a:cubicBezTo>
                    <a:pt x="721" y="237"/>
                    <a:pt x="1092" y="313"/>
                    <a:pt x="1447" y="432"/>
                  </a:cubicBezTo>
                  <a:cubicBezTo>
                    <a:pt x="1687" y="893"/>
                    <a:pt x="1909" y="1440"/>
                    <a:pt x="1875" y="1548"/>
                  </a:cubicBezTo>
                  <a:cubicBezTo>
                    <a:pt x="1788" y="1700"/>
                    <a:pt x="1651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60" y="1900"/>
                  </a:cubicBezTo>
                  <a:cubicBezTo>
                    <a:pt x="910" y="1773"/>
                    <a:pt x="203" y="543"/>
                    <a:pt x="203" y="238"/>
                  </a:cubicBezTo>
                  <a:cubicBezTo>
                    <a:pt x="238" y="217"/>
                    <a:pt x="277" y="207"/>
                    <a:pt x="318" y="207"/>
                  </a:cubicBezTo>
                  <a:close/>
                  <a:moveTo>
                    <a:pt x="378" y="1"/>
                  </a:moveTo>
                  <a:cubicBezTo>
                    <a:pt x="252" y="1"/>
                    <a:pt x="148" y="19"/>
                    <a:pt x="85" y="65"/>
                  </a:cubicBezTo>
                  <a:cubicBezTo>
                    <a:pt x="31" y="104"/>
                    <a:pt x="0" y="165"/>
                    <a:pt x="2" y="231"/>
                  </a:cubicBezTo>
                  <a:cubicBezTo>
                    <a:pt x="2" y="597"/>
                    <a:pt x="721" y="1915"/>
                    <a:pt x="1068" y="2089"/>
                  </a:cubicBezTo>
                  <a:cubicBezTo>
                    <a:pt x="1135" y="2122"/>
                    <a:pt x="1208" y="2138"/>
                    <a:pt x="1281" y="2138"/>
                  </a:cubicBezTo>
                  <a:cubicBezTo>
                    <a:pt x="1383" y="2138"/>
                    <a:pt x="1486" y="2116"/>
                    <a:pt x="1580" y="2074"/>
                  </a:cubicBezTo>
                  <a:cubicBezTo>
                    <a:pt x="1800" y="1992"/>
                    <a:pt x="1982" y="1828"/>
                    <a:pt x="2085" y="1617"/>
                  </a:cubicBezTo>
                  <a:cubicBezTo>
                    <a:pt x="2168" y="1361"/>
                    <a:pt x="1757" y="542"/>
                    <a:pt x="1629" y="295"/>
                  </a:cubicBezTo>
                  <a:cubicBezTo>
                    <a:pt x="1616" y="268"/>
                    <a:pt x="1593" y="250"/>
                    <a:pt x="1565" y="243"/>
                  </a:cubicBezTo>
                  <a:cubicBezTo>
                    <a:pt x="1353" y="175"/>
                    <a:pt x="764" y="1"/>
                    <a:pt x="3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746950" y="1267550"/>
              <a:ext cx="44250" cy="35475"/>
            </a:xfrm>
            <a:custGeom>
              <a:avLst/>
              <a:gdLst/>
              <a:ahLst/>
              <a:cxnLst/>
              <a:rect l="l" t="t" r="r" b="b"/>
              <a:pathLst>
                <a:path w="1770" h="1419" extrusionOk="0">
                  <a:moveTo>
                    <a:pt x="1367" y="1"/>
                  </a:moveTo>
                  <a:cubicBezTo>
                    <a:pt x="1090" y="1"/>
                    <a:pt x="640" y="472"/>
                    <a:pt x="640" y="472"/>
                  </a:cubicBezTo>
                  <a:cubicBezTo>
                    <a:pt x="640" y="472"/>
                    <a:pt x="0" y="1073"/>
                    <a:pt x="113" y="1299"/>
                  </a:cubicBezTo>
                  <a:cubicBezTo>
                    <a:pt x="154" y="1381"/>
                    <a:pt x="259" y="1418"/>
                    <a:pt x="390" y="1418"/>
                  </a:cubicBezTo>
                  <a:cubicBezTo>
                    <a:pt x="622" y="1418"/>
                    <a:pt x="937" y="1302"/>
                    <a:pt x="1129" y="1112"/>
                  </a:cubicBezTo>
                  <a:cubicBezTo>
                    <a:pt x="1430" y="813"/>
                    <a:pt x="1769" y="361"/>
                    <a:pt x="1504" y="61"/>
                  </a:cubicBezTo>
                  <a:cubicBezTo>
                    <a:pt x="1468" y="18"/>
                    <a:pt x="1420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5744225" y="1265100"/>
              <a:ext cx="48675" cy="40575"/>
            </a:xfrm>
            <a:custGeom>
              <a:avLst/>
              <a:gdLst/>
              <a:ahLst/>
              <a:cxnLst/>
              <a:rect l="l" t="t" r="r" b="b"/>
              <a:pathLst>
                <a:path w="1947" h="1623" extrusionOk="0">
                  <a:moveTo>
                    <a:pt x="1499" y="200"/>
                  </a:moveTo>
                  <a:cubicBezTo>
                    <a:pt x="1518" y="200"/>
                    <a:pt x="1537" y="208"/>
                    <a:pt x="1549" y="224"/>
                  </a:cubicBezTo>
                  <a:cubicBezTo>
                    <a:pt x="1772" y="488"/>
                    <a:pt x="1366" y="942"/>
                    <a:pt x="1178" y="1128"/>
                  </a:cubicBezTo>
                  <a:cubicBezTo>
                    <a:pt x="993" y="1303"/>
                    <a:pt x="750" y="1400"/>
                    <a:pt x="497" y="1400"/>
                  </a:cubicBezTo>
                  <a:cubicBezTo>
                    <a:pt x="479" y="1400"/>
                    <a:pt x="461" y="1400"/>
                    <a:pt x="443" y="1399"/>
                  </a:cubicBezTo>
                  <a:cubicBezTo>
                    <a:pt x="410" y="1393"/>
                    <a:pt x="353" y="1380"/>
                    <a:pt x="336" y="1344"/>
                  </a:cubicBezTo>
                  <a:cubicBezTo>
                    <a:pt x="297" y="1265"/>
                    <a:pt x="541" y="925"/>
                    <a:pt x="839" y="644"/>
                  </a:cubicBezTo>
                  <a:cubicBezTo>
                    <a:pt x="995" y="474"/>
                    <a:pt x="1311" y="205"/>
                    <a:pt x="1479" y="205"/>
                  </a:cubicBezTo>
                  <a:lnTo>
                    <a:pt x="1494" y="200"/>
                  </a:lnTo>
                  <a:cubicBezTo>
                    <a:pt x="1496" y="200"/>
                    <a:pt x="1497" y="200"/>
                    <a:pt x="1499" y="200"/>
                  </a:cubicBezTo>
                  <a:close/>
                  <a:moveTo>
                    <a:pt x="1493" y="1"/>
                  </a:moveTo>
                  <a:cubicBezTo>
                    <a:pt x="1491" y="1"/>
                    <a:pt x="1490" y="1"/>
                    <a:pt x="1488" y="1"/>
                  </a:cubicBezTo>
                  <a:cubicBezTo>
                    <a:pt x="1178" y="1"/>
                    <a:pt x="739" y="441"/>
                    <a:pt x="680" y="503"/>
                  </a:cubicBezTo>
                  <a:cubicBezTo>
                    <a:pt x="470" y="702"/>
                    <a:pt x="1" y="1186"/>
                    <a:pt x="136" y="1452"/>
                  </a:cubicBezTo>
                  <a:cubicBezTo>
                    <a:pt x="188" y="1549"/>
                    <a:pt x="288" y="1613"/>
                    <a:pt x="398" y="1621"/>
                  </a:cubicBezTo>
                  <a:cubicBezTo>
                    <a:pt x="417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2" y="1613"/>
                    <a:pt x="1099" y="1497"/>
                    <a:pt x="1321" y="1293"/>
                  </a:cubicBezTo>
                  <a:cubicBezTo>
                    <a:pt x="1811" y="802"/>
                    <a:pt x="1947" y="377"/>
                    <a:pt x="1701" y="96"/>
                  </a:cubicBezTo>
                  <a:cubicBezTo>
                    <a:pt x="1648" y="35"/>
                    <a:pt x="1573" y="1"/>
                    <a:pt x="14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727100" y="1218000"/>
              <a:ext cx="35475" cy="56200"/>
            </a:xfrm>
            <a:custGeom>
              <a:avLst/>
              <a:gdLst/>
              <a:ahLst/>
              <a:cxnLst/>
              <a:rect l="l" t="t" r="r" b="b"/>
              <a:pathLst>
                <a:path w="1419" h="2248" extrusionOk="0">
                  <a:moveTo>
                    <a:pt x="248" y="0"/>
                  </a:moveTo>
                  <a:cubicBezTo>
                    <a:pt x="202" y="0"/>
                    <a:pt x="167" y="17"/>
                    <a:pt x="148" y="56"/>
                  </a:cubicBezTo>
                  <a:cubicBezTo>
                    <a:pt x="1" y="359"/>
                    <a:pt x="87" y="1822"/>
                    <a:pt x="294" y="2084"/>
                  </a:cubicBezTo>
                  <a:cubicBezTo>
                    <a:pt x="387" y="2202"/>
                    <a:pt x="555" y="2248"/>
                    <a:pt x="727" y="2248"/>
                  </a:cubicBezTo>
                  <a:cubicBezTo>
                    <a:pt x="940" y="2248"/>
                    <a:pt x="1159" y="2177"/>
                    <a:pt x="1251" y="2084"/>
                  </a:cubicBezTo>
                  <a:cubicBezTo>
                    <a:pt x="1418" y="1916"/>
                    <a:pt x="1384" y="776"/>
                    <a:pt x="1384" y="776"/>
                  </a:cubicBezTo>
                  <a:cubicBezTo>
                    <a:pt x="1384" y="776"/>
                    <a:pt x="558" y="0"/>
                    <a:pt x="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5724450" y="1215325"/>
              <a:ext cx="40375" cy="61600"/>
            </a:xfrm>
            <a:custGeom>
              <a:avLst/>
              <a:gdLst/>
              <a:ahLst/>
              <a:cxnLst/>
              <a:rect l="l" t="t" r="r" b="b"/>
              <a:pathLst>
                <a:path w="1615" h="2464" extrusionOk="0">
                  <a:moveTo>
                    <a:pt x="361" y="208"/>
                  </a:moveTo>
                  <a:cubicBezTo>
                    <a:pt x="497" y="208"/>
                    <a:pt x="954" y="533"/>
                    <a:pt x="1384" y="933"/>
                  </a:cubicBezTo>
                  <a:cubicBezTo>
                    <a:pt x="1395" y="1450"/>
                    <a:pt x="1359" y="2041"/>
                    <a:pt x="1280" y="2123"/>
                  </a:cubicBezTo>
                  <a:cubicBezTo>
                    <a:pt x="1156" y="2208"/>
                    <a:pt x="1008" y="2254"/>
                    <a:pt x="859" y="2254"/>
                  </a:cubicBezTo>
                  <a:cubicBezTo>
                    <a:pt x="836" y="2254"/>
                    <a:pt x="813" y="2253"/>
                    <a:pt x="790" y="2251"/>
                  </a:cubicBezTo>
                  <a:cubicBezTo>
                    <a:pt x="785" y="2251"/>
                    <a:pt x="780" y="2251"/>
                    <a:pt x="774" y="2251"/>
                  </a:cubicBezTo>
                  <a:cubicBezTo>
                    <a:pt x="665" y="2251"/>
                    <a:pt x="560" y="2207"/>
                    <a:pt x="485" y="2127"/>
                  </a:cubicBezTo>
                  <a:cubicBezTo>
                    <a:pt x="314" y="1899"/>
                    <a:pt x="214" y="483"/>
                    <a:pt x="343" y="208"/>
                  </a:cubicBezTo>
                  <a:close/>
                  <a:moveTo>
                    <a:pt x="349" y="0"/>
                  </a:moveTo>
                  <a:cubicBezTo>
                    <a:pt x="334" y="0"/>
                    <a:pt x="320" y="1"/>
                    <a:pt x="306" y="4"/>
                  </a:cubicBezTo>
                  <a:cubicBezTo>
                    <a:pt x="241" y="14"/>
                    <a:pt x="186" y="58"/>
                    <a:pt x="159" y="117"/>
                  </a:cubicBezTo>
                  <a:cubicBezTo>
                    <a:pt x="1" y="434"/>
                    <a:pt x="77" y="1943"/>
                    <a:pt x="317" y="2249"/>
                  </a:cubicBezTo>
                  <a:cubicBezTo>
                    <a:pt x="430" y="2384"/>
                    <a:pt x="596" y="2462"/>
                    <a:pt x="772" y="2462"/>
                  </a:cubicBezTo>
                  <a:cubicBezTo>
                    <a:pt x="773" y="2462"/>
                    <a:pt x="775" y="2462"/>
                    <a:pt x="777" y="2462"/>
                  </a:cubicBezTo>
                  <a:lnTo>
                    <a:pt x="836" y="2462"/>
                  </a:lnTo>
                  <a:cubicBezTo>
                    <a:pt x="849" y="2463"/>
                    <a:pt x="861" y="2463"/>
                    <a:pt x="874" y="2463"/>
                  </a:cubicBezTo>
                  <a:cubicBezTo>
                    <a:pt x="1077" y="2463"/>
                    <a:pt x="1275" y="2395"/>
                    <a:pt x="1433" y="2269"/>
                  </a:cubicBezTo>
                  <a:cubicBezTo>
                    <a:pt x="1615" y="2081"/>
                    <a:pt x="1596" y="1159"/>
                    <a:pt x="1596" y="880"/>
                  </a:cubicBezTo>
                  <a:cubicBezTo>
                    <a:pt x="1596" y="851"/>
                    <a:pt x="1584" y="824"/>
                    <a:pt x="1561" y="805"/>
                  </a:cubicBezTo>
                  <a:cubicBezTo>
                    <a:pt x="1356" y="611"/>
                    <a:pt x="683" y="0"/>
                    <a:pt x="3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5713600" y="1266400"/>
              <a:ext cx="47450" cy="24625"/>
            </a:xfrm>
            <a:custGeom>
              <a:avLst/>
              <a:gdLst/>
              <a:ahLst/>
              <a:cxnLst/>
              <a:rect l="l" t="t" r="r" b="b"/>
              <a:pathLst>
                <a:path w="1898" h="985" extrusionOk="0">
                  <a:moveTo>
                    <a:pt x="1501" y="0"/>
                  </a:moveTo>
                  <a:cubicBezTo>
                    <a:pt x="1217" y="0"/>
                    <a:pt x="834" y="147"/>
                    <a:pt x="834" y="147"/>
                  </a:cubicBezTo>
                  <a:cubicBezTo>
                    <a:pt x="834" y="147"/>
                    <a:pt x="0" y="410"/>
                    <a:pt x="2" y="662"/>
                  </a:cubicBezTo>
                  <a:cubicBezTo>
                    <a:pt x="4" y="849"/>
                    <a:pt x="332" y="984"/>
                    <a:pt x="665" y="984"/>
                  </a:cubicBezTo>
                  <a:cubicBezTo>
                    <a:pt x="780" y="984"/>
                    <a:pt x="895" y="968"/>
                    <a:pt x="998" y="933"/>
                  </a:cubicBezTo>
                  <a:cubicBezTo>
                    <a:pt x="1398" y="794"/>
                    <a:pt x="1897" y="534"/>
                    <a:pt x="1791" y="148"/>
                  </a:cubicBezTo>
                  <a:cubicBezTo>
                    <a:pt x="1760" y="37"/>
                    <a:pt x="1643" y="0"/>
                    <a:pt x="1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5710975" y="1263750"/>
              <a:ext cx="52475" cy="29950"/>
            </a:xfrm>
            <a:custGeom>
              <a:avLst/>
              <a:gdLst/>
              <a:ahLst/>
              <a:cxnLst/>
              <a:rect l="l" t="t" r="r" b="b"/>
              <a:pathLst>
                <a:path w="2099" h="1198" extrusionOk="0">
                  <a:moveTo>
                    <a:pt x="1637" y="213"/>
                  </a:moveTo>
                  <a:cubicBezTo>
                    <a:pt x="1680" y="213"/>
                    <a:pt x="1722" y="220"/>
                    <a:pt x="1761" y="235"/>
                  </a:cubicBezTo>
                  <a:cubicBezTo>
                    <a:pt x="1782" y="244"/>
                    <a:pt x="1797" y="262"/>
                    <a:pt x="1803" y="283"/>
                  </a:cubicBezTo>
                  <a:cubicBezTo>
                    <a:pt x="1892" y="610"/>
                    <a:pt x="1325" y="850"/>
                    <a:pt x="1074" y="935"/>
                  </a:cubicBezTo>
                  <a:cubicBezTo>
                    <a:pt x="975" y="967"/>
                    <a:pt x="873" y="982"/>
                    <a:pt x="771" y="982"/>
                  </a:cubicBezTo>
                  <a:cubicBezTo>
                    <a:pt x="606" y="982"/>
                    <a:pt x="442" y="941"/>
                    <a:pt x="294" y="860"/>
                  </a:cubicBezTo>
                  <a:cubicBezTo>
                    <a:pt x="269" y="841"/>
                    <a:pt x="221" y="802"/>
                    <a:pt x="221" y="764"/>
                  </a:cubicBezTo>
                  <a:cubicBezTo>
                    <a:pt x="221" y="674"/>
                    <a:pt x="589" y="475"/>
                    <a:pt x="979" y="353"/>
                  </a:cubicBezTo>
                  <a:cubicBezTo>
                    <a:pt x="1183" y="272"/>
                    <a:pt x="1399" y="226"/>
                    <a:pt x="1619" y="214"/>
                  </a:cubicBezTo>
                  <a:lnTo>
                    <a:pt x="1608" y="214"/>
                  </a:lnTo>
                  <a:cubicBezTo>
                    <a:pt x="1617" y="213"/>
                    <a:pt x="1627" y="213"/>
                    <a:pt x="1637" y="213"/>
                  </a:cubicBezTo>
                  <a:close/>
                  <a:moveTo>
                    <a:pt x="1603" y="0"/>
                  </a:moveTo>
                  <a:cubicBezTo>
                    <a:pt x="1316" y="0"/>
                    <a:pt x="966" y="128"/>
                    <a:pt x="905" y="152"/>
                  </a:cubicBezTo>
                  <a:cubicBezTo>
                    <a:pt x="629" y="239"/>
                    <a:pt x="1" y="472"/>
                    <a:pt x="1" y="768"/>
                  </a:cubicBezTo>
                  <a:cubicBezTo>
                    <a:pt x="7" y="880"/>
                    <a:pt x="69" y="979"/>
                    <a:pt x="165" y="1037"/>
                  </a:cubicBezTo>
                  <a:cubicBezTo>
                    <a:pt x="336" y="1142"/>
                    <a:pt x="533" y="1197"/>
                    <a:pt x="735" y="1197"/>
                  </a:cubicBezTo>
                  <a:cubicBezTo>
                    <a:pt x="745" y="1197"/>
                    <a:pt x="756" y="1197"/>
                    <a:pt x="766" y="1197"/>
                  </a:cubicBezTo>
                  <a:cubicBezTo>
                    <a:pt x="774" y="1197"/>
                    <a:pt x="782" y="1197"/>
                    <a:pt x="790" y="1197"/>
                  </a:cubicBezTo>
                  <a:cubicBezTo>
                    <a:pt x="910" y="1197"/>
                    <a:pt x="1030" y="1176"/>
                    <a:pt x="1146" y="1140"/>
                  </a:cubicBezTo>
                  <a:cubicBezTo>
                    <a:pt x="1785" y="911"/>
                    <a:pt x="2099" y="588"/>
                    <a:pt x="1999" y="227"/>
                  </a:cubicBezTo>
                  <a:cubicBezTo>
                    <a:pt x="1977" y="149"/>
                    <a:pt x="1923" y="83"/>
                    <a:pt x="1849" y="47"/>
                  </a:cubicBezTo>
                  <a:cubicBezTo>
                    <a:pt x="1781" y="13"/>
                    <a:pt x="1695" y="0"/>
                    <a:pt x="16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5643475" y="1194225"/>
              <a:ext cx="105325" cy="61825"/>
            </a:xfrm>
            <a:custGeom>
              <a:avLst/>
              <a:gdLst/>
              <a:ahLst/>
              <a:cxnLst/>
              <a:rect l="l" t="t" r="r" b="b"/>
              <a:pathLst>
                <a:path w="4213" h="2473" extrusionOk="0">
                  <a:moveTo>
                    <a:pt x="2150" y="1"/>
                  </a:moveTo>
                  <a:cubicBezTo>
                    <a:pt x="1946" y="1"/>
                    <a:pt x="1742" y="9"/>
                    <a:pt x="1538" y="26"/>
                  </a:cubicBezTo>
                  <a:cubicBezTo>
                    <a:pt x="1324" y="41"/>
                    <a:pt x="1118" y="115"/>
                    <a:pt x="946" y="241"/>
                  </a:cubicBezTo>
                  <a:cubicBezTo>
                    <a:pt x="609" y="483"/>
                    <a:pt x="92" y="933"/>
                    <a:pt x="58" y="1457"/>
                  </a:cubicBezTo>
                  <a:cubicBezTo>
                    <a:pt x="0" y="2246"/>
                    <a:pt x="789" y="2472"/>
                    <a:pt x="1520" y="2472"/>
                  </a:cubicBezTo>
                  <a:cubicBezTo>
                    <a:pt x="2253" y="2472"/>
                    <a:pt x="3654" y="1457"/>
                    <a:pt x="3654" y="1457"/>
                  </a:cubicBezTo>
                  <a:cubicBezTo>
                    <a:pt x="3654" y="1457"/>
                    <a:pt x="4212" y="312"/>
                    <a:pt x="3594" y="144"/>
                  </a:cubicBezTo>
                  <a:cubicBezTo>
                    <a:pt x="3118" y="48"/>
                    <a:pt x="263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5641500" y="1191725"/>
              <a:ext cx="104975" cy="66900"/>
            </a:xfrm>
            <a:custGeom>
              <a:avLst/>
              <a:gdLst/>
              <a:ahLst/>
              <a:cxnLst/>
              <a:rect l="l" t="t" r="r" b="b"/>
              <a:pathLst>
                <a:path w="4199" h="2676" extrusionOk="0">
                  <a:moveTo>
                    <a:pt x="2452" y="212"/>
                  </a:moveTo>
                  <a:cubicBezTo>
                    <a:pt x="2853" y="212"/>
                    <a:pt x="3252" y="256"/>
                    <a:pt x="3644" y="342"/>
                  </a:cubicBezTo>
                  <a:cubicBezTo>
                    <a:pt x="3721" y="360"/>
                    <a:pt x="3786" y="414"/>
                    <a:pt x="3818" y="486"/>
                  </a:cubicBezTo>
                  <a:cubicBezTo>
                    <a:pt x="3937" y="749"/>
                    <a:pt x="3743" y="1270"/>
                    <a:pt x="3645" y="1483"/>
                  </a:cubicBezTo>
                  <a:cubicBezTo>
                    <a:pt x="3466" y="1609"/>
                    <a:pt x="2231" y="2461"/>
                    <a:pt x="1592" y="2461"/>
                  </a:cubicBezTo>
                  <a:cubicBezTo>
                    <a:pt x="1273" y="2461"/>
                    <a:pt x="695" y="2415"/>
                    <a:pt x="405" y="2103"/>
                  </a:cubicBezTo>
                  <a:cubicBezTo>
                    <a:pt x="271" y="1958"/>
                    <a:pt x="209" y="1758"/>
                    <a:pt x="235" y="1561"/>
                  </a:cubicBezTo>
                  <a:cubicBezTo>
                    <a:pt x="277" y="1063"/>
                    <a:pt x="788" y="637"/>
                    <a:pt x="1089" y="422"/>
                  </a:cubicBezTo>
                  <a:cubicBezTo>
                    <a:pt x="1245" y="311"/>
                    <a:pt x="1431" y="244"/>
                    <a:pt x="1623" y="233"/>
                  </a:cubicBezTo>
                  <a:cubicBezTo>
                    <a:pt x="1811" y="214"/>
                    <a:pt x="2056" y="214"/>
                    <a:pt x="2323" y="214"/>
                  </a:cubicBezTo>
                  <a:cubicBezTo>
                    <a:pt x="2366" y="213"/>
                    <a:pt x="2409" y="212"/>
                    <a:pt x="2452" y="212"/>
                  </a:cubicBezTo>
                  <a:close/>
                  <a:moveTo>
                    <a:pt x="2308" y="0"/>
                  </a:moveTo>
                  <a:cubicBezTo>
                    <a:pt x="2039" y="0"/>
                    <a:pt x="1791" y="10"/>
                    <a:pt x="1602" y="20"/>
                  </a:cubicBezTo>
                  <a:cubicBezTo>
                    <a:pt x="1371" y="34"/>
                    <a:pt x="1150" y="114"/>
                    <a:pt x="962" y="250"/>
                  </a:cubicBezTo>
                  <a:cubicBezTo>
                    <a:pt x="560" y="539"/>
                    <a:pt x="69" y="999"/>
                    <a:pt x="30" y="1547"/>
                  </a:cubicBezTo>
                  <a:cubicBezTo>
                    <a:pt x="0" y="1803"/>
                    <a:pt x="83" y="2059"/>
                    <a:pt x="259" y="2248"/>
                  </a:cubicBezTo>
                  <a:cubicBezTo>
                    <a:pt x="585" y="2601"/>
                    <a:pt x="1173" y="2675"/>
                    <a:pt x="1599" y="2675"/>
                  </a:cubicBezTo>
                  <a:cubicBezTo>
                    <a:pt x="2357" y="2675"/>
                    <a:pt x="3743" y="1690"/>
                    <a:pt x="3792" y="1640"/>
                  </a:cubicBezTo>
                  <a:cubicBezTo>
                    <a:pt x="3807" y="1630"/>
                    <a:pt x="3819" y="1617"/>
                    <a:pt x="3827" y="1600"/>
                  </a:cubicBezTo>
                  <a:cubicBezTo>
                    <a:pt x="3864" y="1521"/>
                    <a:pt x="4199" y="813"/>
                    <a:pt x="4011" y="399"/>
                  </a:cubicBezTo>
                  <a:cubicBezTo>
                    <a:pt x="3953" y="268"/>
                    <a:pt x="3837" y="171"/>
                    <a:pt x="3699" y="137"/>
                  </a:cubicBezTo>
                  <a:cubicBezTo>
                    <a:pt x="3305" y="30"/>
                    <a:pt x="2776" y="0"/>
                    <a:pt x="2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5695575" y="1197900"/>
              <a:ext cx="92900" cy="48825"/>
            </a:xfrm>
            <a:custGeom>
              <a:avLst/>
              <a:gdLst/>
              <a:ahLst/>
              <a:cxnLst/>
              <a:rect l="l" t="t" r="r" b="b"/>
              <a:pathLst>
                <a:path w="3716" h="1953" extrusionOk="0">
                  <a:moveTo>
                    <a:pt x="1737" y="0"/>
                  </a:moveTo>
                  <a:cubicBezTo>
                    <a:pt x="1547" y="0"/>
                    <a:pt x="1360" y="20"/>
                    <a:pt x="1177" y="70"/>
                  </a:cubicBezTo>
                  <a:cubicBezTo>
                    <a:pt x="553" y="238"/>
                    <a:pt x="1" y="1364"/>
                    <a:pt x="337" y="1813"/>
                  </a:cubicBezTo>
                  <a:cubicBezTo>
                    <a:pt x="856" y="1906"/>
                    <a:pt x="1382" y="1953"/>
                    <a:pt x="1908" y="1953"/>
                  </a:cubicBezTo>
                  <a:cubicBezTo>
                    <a:pt x="2135" y="1953"/>
                    <a:pt x="2362" y="1944"/>
                    <a:pt x="2588" y="1926"/>
                  </a:cubicBezTo>
                  <a:cubicBezTo>
                    <a:pt x="3656" y="1813"/>
                    <a:pt x="3715" y="406"/>
                    <a:pt x="3096" y="238"/>
                  </a:cubicBezTo>
                  <a:cubicBezTo>
                    <a:pt x="2659" y="119"/>
                    <a:pt x="2193" y="0"/>
                    <a:pt x="1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5697800" y="1195450"/>
              <a:ext cx="88525" cy="54125"/>
            </a:xfrm>
            <a:custGeom>
              <a:avLst/>
              <a:gdLst/>
              <a:ahLst/>
              <a:cxnLst/>
              <a:rect l="l" t="t" r="r" b="b"/>
              <a:pathLst>
                <a:path w="3541" h="2165" extrusionOk="0">
                  <a:moveTo>
                    <a:pt x="1648" y="210"/>
                  </a:moveTo>
                  <a:cubicBezTo>
                    <a:pt x="2073" y="210"/>
                    <a:pt x="2519" y="320"/>
                    <a:pt x="2977" y="445"/>
                  </a:cubicBezTo>
                  <a:cubicBezTo>
                    <a:pt x="3190" y="495"/>
                    <a:pt x="3321" y="762"/>
                    <a:pt x="3296" y="1083"/>
                  </a:cubicBezTo>
                  <a:cubicBezTo>
                    <a:pt x="3272" y="1524"/>
                    <a:pt x="2928" y="1880"/>
                    <a:pt x="2489" y="1919"/>
                  </a:cubicBezTo>
                  <a:cubicBezTo>
                    <a:pt x="2267" y="1935"/>
                    <a:pt x="2045" y="1943"/>
                    <a:pt x="1823" y="1943"/>
                  </a:cubicBezTo>
                  <a:cubicBezTo>
                    <a:pt x="1317" y="1943"/>
                    <a:pt x="812" y="1901"/>
                    <a:pt x="312" y="1816"/>
                  </a:cubicBezTo>
                  <a:cubicBezTo>
                    <a:pt x="230" y="1613"/>
                    <a:pt x="236" y="1386"/>
                    <a:pt x="325" y="1186"/>
                  </a:cubicBezTo>
                  <a:cubicBezTo>
                    <a:pt x="480" y="742"/>
                    <a:pt x="811" y="361"/>
                    <a:pt x="1121" y="276"/>
                  </a:cubicBezTo>
                  <a:cubicBezTo>
                    <a:pt x="1292" y="230"/>
                    <a:pt x="1468" y="210"/>
                    <a:pt x="1648" y="210"/>
                  </a:cubicBezTo>
                  <a:close/>
                  <a:moveTo>
                    <a:pt x="1648" y="1"/>
                  </a:moveTo>
                  <a:cubicBezTo>
                    <a:pt x="1451" y="1"/>
                    <a:pt x="1256" y="23"/>
                    <a:pt x="1064" y="75"/>
                  </a:cubicBezTo>
                  <a:cubicBezTo>
                    <a:pt x="623" y="195"/>
                    <a:pt x="267" y="696"/>
                    <a:pt x="121" y="1122"/>
                  </a:cubicBezTo>
                  <a:cubicBezTo>
                    <a:pt x="1" y="1471"/>
                    <a:pt x="13" y="1777"/>
                    <a:pt x="163" y="1975"/>
                  </a:cubicBezTo>
                  <a:cubicBezTo>
                    <a:pt x="180" y="1996"/>
                    <a:pt x="202" y="2011"/>
                    <a:pt x="229" y="2016"/>
                  </a:cubicBezTo>
                  <a:cubicBezTo>
                    <a:pt x="763" y="2112"/>
                    <a:pt x="1307" y="2161"/>
                    <a:pt x="1850" y="2163"/>
                  </a:cubicBezTo>
                  <a:lnTo>
                    <a:pt x="1849" y="2163"/>
                  </a:lnTo>
                  <a:cubicBezTo>
                    <a:pt x="1886" y="2164"/>
                    <a:pt x="1924" y="2164"/>
                    <a:pt x="1962" y="2164"/>
                  </a:cubicBezTo>
                  <a:cubicBezTo>
                    <a:pt x="2145" y="2164"/>
                    <a:pt x="2328" y="2155"/>
                    <a:pt x="2510" y="2139"/>
                  </a:cubicBezTo>
                  <a:cubicBezTo>
                    <a:pt x="3052" y="2091"/>
                    <a:pt x="3475" y="1654"/>
                    <a:pt x="3506" y="1112"/>
                  </a:cubicBezTo>
                  <a:cubicBezTo>
                    <a:pt x="3540" y="686"/>
                    <a:pt x="3346" y="329"/>
                    <a:pt x="3035" y="244"/>
                  </a:cubicBezTo>
                  <a:cubicBezTo>
                    <a:pt x="2556" y="114"/>
                    <a:pt x="2095" y="1"/>
                    <a:pt x="16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5645800" y="1233250"/>
              <a:ext cx="55375" cy="74350"/>
            </a:xfrm>
            <a:custGeom>
              <a:avLst/>
              <a:gdLst/>
              <a:ahLst/>
              <a:cxnLst/>
              <a:rect l="l" t="t" r="r" b="b"/>
              <a:pathLst>
                <a:path w="2215" h="2974" extrusionOk="0">
                  <a:moveTo>
                    <a:pt x="512" y="0"/>
                  </a:moveTo>
                  <a:cubicBezTo>
                    <a:pt x="129" y="0"/>
                    <a:pt x="0" y="400"/>
                    <a:pt x="188" y="907"/>
                  </a:cubicBezTo>
                  <a:cubicBezTo>
                    <a:pt x="413" y="1509"/>
                    <a:pt x="1240" y="2484"/>
                    <a:pt x="1316" y="2782"/>
                  </a:cubicBezTo>
                  <a:cubicBezTo>
                    <a:pt x="1345" y="2901"/>
                    <a:pt x="1472" y="2973"/>
                    <a:pt x="1617" y="2973"/>
                  </a:cubicBezTo>
                  <a:cubicBezTo>
                    <a:pt x="1835" y="2973"/>
                    <a:pt x="2096" y="2812"/>
                    <a:pt x="2140" y="2406"/>
                  </a:cubicBezTo>
                  <a:cubicBezTo>
                    <a:pt x="2215" y="1730"/>
                    <a:pt x="1654" y="643"/>
                    <a:pt x="1654" y="643"/>
                  </a:cubicBezTo>
                  <a:cubicBezTo>
                    <a:pt x="1409" y="369"/>
                    <a:pt x="1098" y="164"/>
                    <a:pt x="751" y="43"/>
                  </a:cubicBezTo>
                  <a:cubicBezTo>
                    <a:pt x="663" y="14"/>
                    <a:pt x="583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5644550" y="1230300"/>
              <a:ext cx="59500" cy="80050"/>
            </a:xfrm>
            <a:custGeom>
              <a:avLst/>
              <a:gdLst/>
              <a:ahLst/>
              <a:cxnLst/>
              <a:rect l="l" t="t" r="r" b="b"/>
              <a:pathLst>
                <a:path w="2380" h="3202" extrusionOk="0">
                  <a:moveTo>
                    <a:pt x="543" y="223"/>
                  </a:moveTo>
                  <a:cubicBezTo>
                    <a:pt x="550" y="223"/>
                    <a:pt x="556" y="223"/>
                    <a:pt x="563" y="224"/>
                  </a:cubicBezTo>
                  <a:cubicBezTo>
                    <a:pt x="627" y="228"/>
                    <a:pt x="690" y="240"/>
                    <a:pt x="751" y="261"/>
                  </a:cubicBezTo>
                  <a:cubicBezTo>
                    <a:pt x="1077" y="376"/>
                    <a:pt x="1370" y="566"/>
                    <a:pt x="1604" y="821"/>
                  </a:cubicBezTo>
                  <a:cubicBezTo>
                    <a:pt x="1659" y="934"/>
                    <a:pt x="2141" y="1912"/>
                    <a:pt x="2074" y="2514"/>
                  </a:cubicBezTo>
                  <a:cubicBezTo>
                    <a:pt x="2037" y="2844"/>
                    <a:pt x="1846" y="2974"/>
                    <a:pt x="1678" y="2984"/>
                  </a:cubicBezTo>
                  <a:cubicBezTo>
                    <a:pt x="1671" y="2985"/>
                    <a:pt x="1663" y="2985"/>
                    <a:pt x="1656" y="2985"/>
                  </a:cubicBezTo>
                  <a:cubicBezTo>
                    <a:pt x="1562" y="2985"/>
                    <a:pt x="1481" y="2942"/>
                    <a:pt x="1465" y="2874"/>
                  </a:cubicBezTo>
                  <a:cubicBezTo>
                    <a:pt x="1346" y="2600"/>
                    <a:pt x="1191" y="2343"/>
                    <a:pt x="1007" y="2109"/>
                  </a:cubicBezTo>
                  <a:cubicBezTo>
                    <a:pt x="745" y="1759"/>
                    <a:pt x="520" y="1382"/>
                    <a:pt x="335" y="986"/>
                  </a:cubicBezTo>
                  <a:cubicBezTo>
                    <a:pt x="224" y="690"/>
                    <a:pt x="231" y="428"/>
                    <a:pt x="350" y="303"/>
                  </a:cubicBezTo>
                  <a:cubicBezTo>
                    <a:pt x="402" y="252"/>
                    <a:pt x="471" y="223"/>
                    <a:pt x="543" y="223"/>
                  </a:cubicBezTo>
                  <a:close/>
                  <a:moveTo>
                    <a:pt x="593" y="1"/>
                  </a:moveTo>
                  <a:cubicBezTo>
                    <a:pt x="451" y="1"/>
                    <a:pt x="311" y="54"/>
                    <a:pt x="203" y="155"/>
                  </a:cubicBezTo>
                  <a:cubicBezTo>
                    <a:pt x="21" y="343"/>
                    <a:pt x="0" y="681"/>
                    <a:pt x="143" y="1061"/>
                  </a:cubicBezTo>
                  <a:cubicBezTo>
                    <a:pt x="332" y="1473"/>
                    <a:pt x="565" y="1865"/>
                    <a:pt x="835" y="2228"/>
                  </a:cubicBezTo>
                  <a:cubicBezTo>
                    <a:pt x="1002" y="2445"/>
                    <a:pt x="1145" y="2679"/>
                    <a:pt x="1263" y="2925"/>
                  </a:cubicBezTo>
                  <a:cubicBezTo>
                    <a:pt x="1314" y="3090"/>
                    <a:pt x="1467" y="3200"/>
                    <a:pt x="1637" y="3200"/>
                  </a:cubicBezTo>
                  <a:cubicBezTo>
                    <a:pt x="1647" y="3200"/>
                    <a:pt x="1657" y="3200"/>
                    <a:pt x="1666" y="3199"/>
                  </a:cubicBezTo>
                  <a:lnTo>
                    <a:pt x="1665" y="3197"/>
                  </a:lnTo>
                  <a:lnTo>
                    <a:pt x="1711" y="3202"/>
                  </a:lnTo>
                  <a:cubicBezTo>
                    <a:pt x="2046" y="3163"/>
                    <a:pt x="2301" y="2880"/>
                    <a:pt x="2304" y="2541"/>
                  </a:cubicBezTo>
                  <a:cubicBezTo>
                    <a:pt x="2380" y="1842"/>
                    <a:pt x="1827" y="763"/>
                    <a:pt x="1805" y="715"/>
                  </a:cubicBezTo>
                  <a:lnTo>
                    <a:pt x="1791" y="699"/>
                  </a:lnTo>
                  <a:cubicBezTo>
                    <a:pt x="1537" y="407"/>
                    <a:pt x="1209" y="185"/>
                    <a:pt x="843" y="59"/>
                  </a:cubicBezTo>
                  <a:cubicBezTo>
                    <a:pt x="763" y="20"/>
                    <a:pt x="678" y="1"/>
                    <a:pt x="5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5663675" y="1267725"/>
              <a:ext cx="30950" cy="10725"/>
            </a:xfrm>
            <a:custGeom>
              <a:avLst/>
              <a:gdLst/>
              <a:ahLst/>
              <a:cxnLst/>
              <a:rect l="l" t="t" r="r" b="b"/>
              <a:pathLst>
                <a:path w="1238" h="429" extrusionOk="0">
                  <a:moveTo>
                    <a:pt x="770" y="0"/>
                  </a:moveTo>
                  <a:cubicBezTo>
                    <a:pt x="348" y="0"/>
                    <a:pt x="1" y="429"/>
                    <a:pt x="1" y="429"/>
                  </a:cubicBezTo>
                  <a:lnTo>
                    <a:pt x="1238" y="202"/>
                  </a:lnTo>
                  <a:cubicBezTo>
                    <a:pt x="1081" y="55"/>
                    <a:pt x="921" y="0"/>
                    <a:pt x="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5660650" y="1264950"/>
              <a:ext cx="36925" cy="16150"/>
            </a:xfrm>
            <a:custGeom>
              <a:avLst/>
              <a:gdLst/>
              <a:ahLst/>
              <a:cxnLst/>
              <a:rect l="l" t="t" r="r" b="b"/>
              <a:pathLst>
                <a:path w="1477" h="646" extrusionOk="0">
                  <a:moveTo>
                    <a:pt x="887" y="1"/>
                  </a:moveTo>
                  <a:cubicBezTo>
                    <a:pt x="872" y="1"/>
                    <a:pt x="856" y="1"/>
                    <a:pt x="841" y="2"/>
                  </a:cubicBezTo>
                  <a:cubicBezTo>
                    <a:pt x="527" y="54"/>
                    <a:pt x="242" y="220"/>
                    <a:pt x="41" y="467"/>
                  </a:cubicBezTo>
                  <a:cubicBezTo>
                    <a:pt x="40" y="468"/>
                    <a:pt x="40" y="468"/>
                    <a:pt x="38" y="470"/>
                  </a:cubicBezTo>
                  <a:cubicBezTo>
                    <a:pt x="1" y="516"/>
                    <a:pt x="7" y="584"/>
                    <a:pt x="53" y="622"/>
                  </a:cubicBezTo>
                  <a:cubicBezTo>
                    <a:pt x="72" y="638"/>
                    <a:pt x="98" y="646"/>
                    <a:pt x="122" y="646"/>
                  </a:cubicBezTo>
                  <a:cubicBezTo>
                    <a:pt x="156" y="644"/>
                    <a:pt x="187" y="625"/>
                    <a:pt x="205" y="595"/>
                  </a:cubicBezTo>
                  <a:cubicBezTo>
                    <a:pt x="370" y="395"/>
                    <a:pt x="601" y="258"/>
                    <a:pt x="856" y="209"/>
                  </a:cubicBezTo>
                  <a:cubicBezTo>
                    <a:pt x="864" y="209"/>
                    <a:pt x="872" y="209"/>
                    <a:pt x="881" y="209"/>
                  </a:cubicBezTo>
                  <a:cubicBezTo>
                    <a:pt x="1032" y="209"/>
                    <a:pt x="1177" y="272"/>
                    <a:pt x="1281" y="382"/>
                  </a:cubicBezTo>
                  <a:lnTo>
                    <a:pt x="1283" y="382"/>
                  </a:lnTo>
                  <a:cubicBezTo>
                    <a:pt x="1304" y="403"/>
                    <a:pt x="1331" y="413"/>
                    <a:pt x="1358" y="413"/>
                  </a:cubicBezTo>
                  <a:cubicBezTo>
                    <a:pt x="1385" y="413"/>
                    <a:pt x="1412" y="403"/>
                    <a:pt x="1433" y="382"/>
                  </a:cubicBezTo>
                  <a:cubicBezTo>
                    <a:pt x="1435" y="380"/>
                    <a:pt x="1436" y="379"/>
                    <a:pt x="1438" y="378"/>
                  </a:cubicBezTo>
                  <a:cubicBezTo>
                    <a:pt x="1476" y="336"/>
                    <a:pt x="1475" y="270"/>
                    <a:pt x="1433" y="232"/>
                  </a:cubicBezTo>
                  <a:cubicBezTo>
                    <a:pt x="1289" y="83"/>
                    <a:pt x="1092" y="1"/>
                    <a:pt x="8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5764875" y="1206175"/>
              <a:ext cx="66700" cy="47800"/>
            </a:xfrm>
            <a:custGeom>
              <a:avLst/>
              <a:gdLst/>
              <a:ahLst/>
              <a:cxnLst/>
              <a:rect l="l" t="t" r="r" b="b"/>
              <a:pathLst>
                <a:path w="2668" h="1912" extrusionOk="0">
                  <a:moveTo>
                    <a:pt x="564" y="1"/>
                  </a:moveTo>
                  <a:cubicBezTo>
                    <a:pt x="564" y="1"/>
                    <a:pt x="1" y="337"/>
                    <a:pt x="1" y="864"/>
                  </a:cubicBezTo>
                  <a:cubicBezTo>
                    <a:pt x="1" y="1391"/>
                    <a:pt x="263" y="1505"/>
                    <a:pt x="564" y="1576"/>
                  </a:cubicBezTo>
                  <a:cubicBezTo>
                    <a:pt x="815" y="1637"/>
                    <a:pt x="1328" y="1912"/>
                    <a:pt x="1667" y="1912"/>
                  </a:cubicBezTo>
                  <a:cubicBezTo>
                    <a:pt x="1733" y="1912"/>
                    <a:pt x="1793" y="1901"/>
                    <a:pt x="1843" y="1877"/>
                  </a:cubicBezTo>
                  <a:cubicBezTo>
                    <a:pt x="2148" y="1728"/>
                    <a:pt x="2668" y="1201"/>
                    <a:pt x="2105" y="638"/>
                  </a:cubicBezTo>
                  <a:cubicBezTo>
                    <a:pt x="1542" y="75"/>
                    <a:pt x="564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5762425" y="1203500"/>
              <a:ext cx="64725" cy="53150"/>
            </a:xfrm>
            <a:custGeom>
              <a:avLst/>
              <a:gdLst/>
              <a:ahLst/>
              <a:cxnLst/>
              <a:rect l="l" t="t" r="r" b="b"/>
              <a:pathLst>
                <a:path w="2589" h="2126" extrusionOk="0">
                  <a:moveTo>
                    <a:pt x="698" y="217"/>
                  </a:moveTo>
                  <a:cubicBezTo>
                    <a:pt x="889" y="239"/>
                    <a:pt x="1664" y="355"/>
                    <a:pt x="2131" y="819"/>
                  </a:cubicBezTo>
                  <a:cubicBezTo>
                    <a:pt x="2285" y="948"/>
                    <a:pt x="2364" y="1143"/>
                    <a:pt x="2344" y="1341"/>
                  </a:cubicBezTo>
                  <a:cubicBezTo>
                    <a:pt x="2282" y="1579"/>
                    <a:pt x="2119" y="1778"/>
                    <a:pt x="1898" y="1889"/>
                  </a:cubicBezTo>
                  <a:cubicBezTo>
                    <a:pt x="1864" y="1906"/>
                    <a:pt x="1821" y="1913"/>
                    <a:pt x="1771" y="1913"/>
                  </a:cubicBezTo>
                  <a:cubicBezTo>
                    <a:pt x="1574" y="1913"/>
                    <a:pt x="1275" y="1795"/>
                    <a:pt x="1044" y="1702"/>
                  </a:cubicBezTo>
                  <a:cubicBezTo>
                    <a:pt x="931" y="1655"/>
                    <a:pt x="815" y="1613"/>
                    <a:pt x="697" y="1579"/>
                  </a:cubicBezTo>
                  <a:cubicBezTo>
                    <a:pt x="416" y="1509"/>
                    <a:pt x="215" y="1423"/>
                    <a:pt x="215" y="971"/>
                  </a:cubicBezTo>
                  <a:cubicBezTo>
                    <a:pt x="215" y="578"/>
                    <a:pt x="588" y="292"/>
                    <a:pt x="698" y="217"/>
                  </a:cubicBezTo>
                  <a:close/>
                  <a:moveTo>
                    <a:pt x="671" y="0"/>
                  </a:moveTo>
                  <a:cubicBezTo>
                    <a:pt x="651" y="0"/>
                    <a:pt x="631" y="6"/>
                    <a:pt x="614" y="15"/>
                  </a:cubicBezTo>
                  <a:cubicBezTo>
                    <a:pt x="589" y="30"/>
                    <a:pt x="1" y="370"/>
                    <a:pt x="1" y="971"/>
                  </a:cubicBezTo>
                  <a:cubicBezTo>
                    <a:pt x="1" y="1573"/>
                    <a:pt x="328" y="1710"/>
                    <a:pt x="639" y="1786"/>
                  </a:cubicBezTo>
                  <a:cubicBezTo>
                    <a:pt x="718" y="1807"/>
                    <a:pt x="836" y="1851"/>
                    <a:pt x="960" y="1900"/>
                  </a:cubicBezTo>
                  <a:cubicBezTo>
                    <a:pt x="1214" y="2021"/>
                    <a:pt x="1487" y="2097"/>
                    <a:pt x="1767" y="2125"/>
                  </a:cubicBezTo>
                  <a:cubicBezTo>
                    <a:pt x="1773" y="2126"/>
                    <a:pt x="1779" y="2126"/>
                    <a:pt x="1785" y="2126"/>
                  </a:cubicBezTo>
                  <a:cubicBezTo>
                    <a:pt x="1857" y="2126"/>
                    <a:pt x="1928" y="2109"/>
                    <a:pt x="1994" y="2078"/>
                  </a:cubicBezTo>
                  <a:cubicBezTo>
                    <a:pt x="2276" y="1938"/>
                    <a:pt x="2481" y="1680"/>
                    <a:pt x="2556" y="1375"/>
                  </a:cubicBezTo>
                  <a:cubicBezTo>
                    <a:pt x="2588" y="1108"/>
                    <a:pt x="2487" y="845"/>
                    <a:pt x="2285" y="671"/>
                  </a:cubicBezTo>
                  <a:cubicBezTo>
                    <a:pt x="1700" y="85"/>
                    <a:pt x="718" y="1"/>
                    <a:pt x="678" y="1"/>
                  </a:cubicBezTo>
                  <a:cubicBezTo>
                    <a:pt x="676" y="0"/>
                    <a:pt x="674" y="0"/>
                    <a:pt x="6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5804425" y="1233350"/>
              <a:ext cx="38475" cy="36875"/>
            </a:xfrm>
            <a:custGeom>
              <a:avLst/>
              <a:gdLst/>
              <a:ahLst/>
              <a:cxnLst/>
              <a:rect l="l" t="t" r="r" b="b"/>
              <a:pathLst>
                <a:path w="1539" h="1475" extrusionOk="0">
                  <a:moveTo>
                    <a:pt x="751" y="0"/>
                  </a:moveTo>
                  <a:cubicBezTo>
                    <a:pt x="605" y="0"/>
                    <a:pt x="68" y="27"/>
                    <a:pt x="37" y="415"/>
                  </a:cubicBezTo>
                  <a:cubicBezTo>
                    <a:pt x="0" y="864"/>
                    <a:pt x="186" y="940"/>
                    <a:pt x="374" y="1089"/>
                  </a:cubicBezTo>
                  <a:cubicBezTo>
                    <a:pt x="518" y="1204"/>
                    <a:pt x="861" y="1475"/>
                    <a:pt x="1115" y="1475"/>
                  </a:cubicBezTo>
                  <a:cubicBezTo>
                    <a:pt x="1191" y="1475"/>
                    <a:pt x="1260" y="1450"/>
                    <a:pt x="1312" y="1390"/>
                  </a:cubicBezTo>
                  <a:cubicBezTo>
                    <a:pt x="1538" y="1128"/>
                    <a:pt x="1199" y="188"/>
                    <a:pt x="788" y="1"/>
                  </a:cubicBezTo>
                  <a:cubicBezTo>
                    <a:pt x="788" y="1"/>
                    <a:pt x="774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5801025" y="1230700"/>
              <a:ext cx="41225" cy="42200"/>
            </a:xfrm>
            <a:custGeom>
              <a:avLst/>
              <a:gdLst/>
              <a:ahLst/>
              <a:cxnLst/>
              <a:rect l="l" t="t" r="r" b="b"/>
              <a:pathLst>
                <a:path w="1649" h="1688" extrusionOk="0">
                  <a:moveTo>
                    <a:pt x="891" y="214"/>
                  </a:moveTo>
                  <a:cubicBezTo>
                    <a:pt x="1152" y="410"/>
                    <a:pt x="1327" y="699"/>
                    <a:pt x="1382" y="1019"/>
                  </a:cubicBezTo>
                  <a:cubicBezTo>
                    <a:pt x="1432" y="1152"/>
                    <a:pt x="1426" y="1299"/>
                    <a:pt x="1363" y="1427"/>
                  </a:cubicBezTo>
                  <a:cubicBezTo>
                    <a:pt x="1341" y="1452"/>
                    <a:pt x="1305" y="1474"/>
                    <a:pt x="1244" y="1474"/>
                  </a:cubicBezTo>
                  <a:cubicBezTo>
                    <a:pt x="1130" y="1474"/>
                    <a:pt x="929" y="1397"/>
                    <a:pt x="571" y="1112"/>
                  </a:cubicBezTo>
                  <a:lnTo>
                    <a:pt x="501" y="1058"/>
                  </a:lnTo>
                  <a:cubicBezTo>
                    <a:pt x="313" y="954"/>
                    <a:pt x="220" y="737"/>
                    <a:pt x="273" y="530"/>
                  </a:cubicBezTo>
                  <a:cubicBezTo>
                    <a:pt x="298" y="235"/>
                    <a:pt x="751" y="214"/>
                    <a:pt x="879" y="214"/>
                  </a:cubicBezTo>
                  <a:close/>
                  <a:moveTo>
                    <a:pt x="876" y="0"/>
                  </a:moveTo>
                  <a:cubicBezTo>
                    <a:pt x="714" y="0"/>
                    <a:pt x="101" y="29"/>
                    <a:pt x="62" y="512"/>
                  </a:cubicBezTo>
                  <a:cubicBezTo>
                    <a:pt x="1" y="793"/>
                    <a:pt x="127" y="1082"/>
                    <a:pt x="373" y="1229"/>
                  </a:cubicBezTo>
                  <a:cubicBezTo>
                    <a:pt x="394" y="1246"/>
                    <a:pt x="418" y="1261"/>
                    <a:pt x="440" y="1280"/>
                  </a:cubicBezTo>
                  <a:cubicBezTo>
                    <a:pt x="584" y="1395"/>
                    <a:pt x="951" y="1688"/>
                    <a:pt x="1250" y="1688"/>
                  </a:cubicBezTo>
                  <a:cubicBezTo>
                    <a:pt x="1353" y="1688"/>
                    <a:pt x="1449" y="1643"/>
                    <a:pt x="1516" y="1566"/>
                  </a:cubicBezTo>
                  <a:cubicBezTo>
                    <a:pt x="1625" y="1387"/>
                    <a:pt x="1649" y="1171"/>
                    <a:pt x="1582" y="973"/>
                  </a:cubicBezTo>
                  <a:cubicBezTo>
                    <a:pt x="1499" y="600"/>
                    <a:pt x="1256" y="148"/>
                    <a:pt x="954" y="11"/>
                  </a:cubicBezTo>
                  <a:cubicBezTo>
                    <a:pt x="942" y="5"/>
                    <a:pt x="928" y="2"/>
                    <a:pt x="915" y="1"/>
                  </a:cubicBezTo>
                  <a:cubicBezTo>
                    <a:pt x="912" y="1"/>
                    <a:pt x="898" y="0"/>
                    <a:pt x="8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4914075" y="1643400"/>
              <a:ext cx="171025" cy="491575"/>
            </a:xfrm>
            <a:custGeom>
              <a:avLst/>
              <a:gdLst/>
              <a:ahLst/>
              <a:cxnLst/>
              <a:rect l="l" t="t" r="r" b="b"/>
              <a:pathLst>
                <a:path w="6841" h="19663" extrusionOk="0">
                  <a:moveTo>
                    <a:pt x="5791" y="1"/>
                  </a:moveTo>
                  <a:lnTo>
                    <a:pt x="1655" y="297"/>
                  </a:lnTo>
                  <a:cubicBezTo>
                    <a:pt x="1655" y="297"/>
                    <a:pt x="0" y="4125"/>
                    <a:pt x="0" y="6677"/>
                  </a:cubicBezTo>
                  <a:cubicBezTo>
                    <a:pt x="0" y="9231"/>
                    <a:pt x="1729" y="15234"/>
                    <a:pt x="1729" y="15234"/>
                  </a:cubicBezTo>
                  <a:lnTo>
                    <a:pt x="1729" y="19662"/>
                  </a:lnTo>
                  <a:lnTo>
                    <a:pt x="4740" y="19662"/>
                  </a:lnTo>
                  <a:lnTo>
                    <a:pt x="4817" y="14411"/>
                  </a:lnTo>
                  <a:cubicBezTo>
                    <a:pt x="4817" y="14411"/>
                    <a:pt x="6541" y="9381"/>
                    <a:pt x="6692" y="5252"/>
                  </a:cubicBezTo>
                  <a:cubicBezTo>
                    <a:pt x="6841" y="1125"/>
                    <a:pt x="5791" y="1"/>
                    <a:pt x="579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4911425" y="1640675"/>
              <a:ext cx="176125" cy="496900"/>
            </a:xfrm>
            <a:custGeom>
              <a:avLst/>
              <a:gdLst/>
              <a:ahLst/>
              <a:cxnLst/>
              <a:rect l="l" t="t" r="r" b="b"/>
              <a:pathLst>
                <a:path w="7045" h="19876" extrusionOk="0">
                  <a:moveTo>
                    <a:pt x="5843" y="216"/>
                  </a:moveTo>
                  <a:cubicBezTo>
                    <a:pt x="6012" y="451"/>
                    <a:pt x="6819" y="1730"/>
                    <a:pt x="6686" y="5355"/>
                  </a:cubicBezTo>
                  <a:cubicBezTo>
                    <a:pt x="6539" y="9420"/>
                    <a:pt x="4832" y="14432"/>
                    <a:pt x="4816" y="14481"/>
                  </a:cubicBezTo>
                  <a:cubicBezTo>
                    <a:pt x="4814" y="14491"/>
                    <a:pt x="4814" y="14503"/>
                    <a:pt x="4816" y="14515"/>
                  </a:cubicBezTo>
                  <a:lnTo>
                    <a:pt x="4741" y="19663"/>
                  </a:lnTo>
                  <a:lnTo>
                    <a:pt x="1951" y="19663"/>
                  </a:lnTo>
                  <a:lnTo>
                    <a:pt x="1944" y="15346"/>
                  </a:lnTo>
                  <a:cubicBezTo>
                    <a:pt x="1944" y="15337"/>
                    <a:pt x="1944" y="15327"/>
                    <a:pt x="1944" y="15316"/>
                  </a:cubicBezTo>
                  <a:cubicBezTo>
                    <a:pt x="1926" y="15252"/>
                    <a:pt x="220" y="9295"/>
                    <a:pt x="220" y="6786"/>
                  </a:cubicBezTo>
                  <a:cubicBezTo>
                    <a:pt x="220" y="4458"/>
                    <a:pt x="1625" y="1003"/>
                    <a:pt x="1840" y="509"/>
                  </a:cubicBezTo>
                  <a:lnTo>
                    <a:pt x="5843" y="216"/>
                  </a:lnTo>
                  <a:close/>
                  <a:moveTo>
                    <a:pt x="5889" y="1"/>
                  </a:moveTo>
                  <a:cubicBezTo>
                    <a:pt x="5886" y="1"/>
                    <a:pt x="5883" y="1"/>
                    <a:pt x="5881" y="1"/>
                  </a:cubicBezTo>
                  <a:lnTo>
                    <a:pt x="1752" y="302"/>
                  </a:lnTo>
                  <a:cubicBezTo>
                    <a:pt x="1711" y="303"/>
                    <a:pt x="1677" y="329"/>
                    <a:pt x="1662" y="366"/>
                  </a:cubicBezTo>
                  <a:cubicBezTo>
                    <a:pt x="1644" y="403"/>
                    <a:pt x="1" y="4288"/>
                    <a:pt x="1" y="6786"/>
                  </a:cubicBezTo>
                  <a:cubicBezTo>
                    <a:pt x="1" y="9286"/>
                    <a:pt x="1613" y="14955"/>
                    <a:pt x="1728" y="15357"/>
                  </a:cubicBezTo>
                  <a:lnTo>
                    <a:pt x="1728" y="19770"/>
                  </a:lnTo>
                  <a:cubicBezTo>
                    <a:pt x="1728" y="19828"/>
                    <a:pt x="1776" y="19875"/>
                    <a:pt x="1835" y="19875"/>
                  </a:cubicBezTo>
                  <a:lnTo>
                    <a:pt x="4846" y="19875"/>
                  </a:lnTo>
                  <a:cubicBezTo>
                    <a:pt x="4899" y="19871"/>
                    <a:pt x="4941" y="19826"/>
                    <a:pt x="4941" y="19771"/>
                  </a:cubicBezTo>
                  <a:lnTo>
                    <a:pt x="5018" y="14536"/>
                  </a:lnTo>
                  <a:cubicBezTo>
                    <a:pt x="5126" y="14216"/>
                    <a:pt x="6750" y="9346"/>
                    <a:pt x="6893" y="5366"/>
                  </a:cubicBezTo>
                  <a:cubicBezTo>
                    <a:pt x="7045" y="1240"/>
                    <a:pt x="6009" y="82"/>
                    <a:pt x="5965" y="35"/>
                  </a:cubicBezTo>
                  <a:cubicBezTo>
                    <a:pt x="5945" y="14"/>
                    <a:pt x="5917" y="1"/>
                    <a:pt x="58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4989150" y="1643400"/>
              <a:ext cx="95950" cy="491575"/>
            </a:xfrm>
            <a:custGeom>
              <a:avLst/>
              <a:gdLst/>
              <a:ahLst/>
              <a:cxnLst/>
              <a:rect l="l" t="t" r="r" b="b"/>
              <a:pathLst>
                <a:path w="3838" h="19663" extrusionOk="0">
                  <a:moveTo>
                    <a:pt x="2788" y="1"/>
                  </a:moveTo>
                  <a:lnTo>
                    <a:pt x="1" y="199"/>
                  </a:lnTo>
                  <a:lnTo>
                    <a:pt x="1" y="19662"/>
                  </a:lnTo>
                  <a:lnTo>
                    <a:pt x="1737" y="19662"/>
                  </a:lnTo>
                  <a:lnTo>
                    <a:pt x="1814" y="14411"/>
                  </a:lnTo>
                  <a:cubicBezTo>
                    <a:pt x="1814" y="14411"/>
                    <a:pt x="3538" y="9381"/>
                    <a:pt x="3689" y="5252"/>
                  </a:cubicBezTo>
                  <a:cubicBezTo>
                    <a:pt x="3838" y="1125"/>
                    <a:pt x="2788" y="1"/>
                    <a:pt x="27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4986775" y="1640700"/>
              <a:ext cx="100850" cy="496875"/>
            </a:xfrm>
            <a:custGeom>
              <a:avLst/>
              <a:gdLst/>
              <a:ahLst/>
              <a:cxnLst/>
              <a:rect l="l" t="t" r="r" b="b"/>
              <a:pathLst>
                <a:path w="4034" h="19875" extrusionOk="0">
                  <a:moveTo>
                    <a:pt x="2829" y="215"/>
                  </a:moveTo>
                  <a:cubicBezTo>
                    <a:pt x="2998" y="450"/>
                    <a:pt x="3805" y="1729"/>
                    <a:pt x="3672" y="5354"/>
                  </a:cubicBezTo>
                  <a:cubicBezTo>
                    <a:pt x="3525" y="9419"/>
                    <a:pt x="1818" y="14431"/>
                    <a:pt x="1802" y="14480"/>
                  </a:cubicBezTo>
                  <a:cubicBezTo>
                    <a:pt x="1800" y="14490"/>
                    <a:pt x="1800" y="14502"/>
                    <a:pt x="1802" y="14514"/>
                  </a:cubicBezTo>
                  <a:lnTo>
                    <a:pt x="1727" y="19662"/>
                  </a:lnTo>
                  <a:lnTo>
                    <a:pt x="213" y="19662"/>
                  </a:lnTo>
                  <a:lnTo>
                    <a:pt x="209" y="407"/>
                  </a:lnTo>
                  <a:lnTo>
                    <a:pt x="2829" y="215"/>
                  </a:lnTo>
                  <a:close/>
                  <a:moveTo>
                    <a:pt x="2875" y="0"/>
                  </a:moveTo>
                  <a:cubicBezTo>
                    <a:pt x="2873" y="0"/>
                    <a:pt x="2871" y="0"/>
                    <a:pt x="2869" y="0"/>
                  </a:cubicBezTo>
                  <a:lnTo>
                    <a:pt x="99" y="200"/>
                  </a:lnTo>
                  <a:cubicBezTo>
                    <a:pt x="42" y="204"/>
                    <a:pt x="0" y="252"/>
                    <a:pt x="0" y="307"/>
                  </a:cubicBezTo>
                  <a:lnTo>
                    <a:pt x="0" y="19769"/>
                  </a:lnTo>
                  <a:cubicBezTo>
                    <a:pt x="0" y="19827"/>
                    <a:pt x="48" y="19874"/>
                    <a:pt x="106" y="19874"/>
                  </a:cubicBezTo>
                  <a:lnTo>
                    <a:pt x="1832" y="19874"/>
                  </a:lnTo>
                  <a:cubicBezTo>
                    <a:pt x="1885" y="19871"/>
                    <a:pt x="1927" y="19825"/>
                    <a:pt x="1927" y="19770"/>
                  </a:cubicBezTo>
                  <a:lnTo>
                    <a:pt x="2009" y="14535"/>
                  </a:lnTo>
                  <a:cubicBezTo>
                    <a:pt x="2115" y="14215"/>
                    <a:pt x="3741" y="9345"/>
                    <a:pt x="3883" y="5365"/>
                  </a:cubicBezTo>
                  <a:cubicBezTo>
                    <a:pt x="4034" y="1239"/>
                    <a:pt x="2998" y="81"/>
                    <a:pt x="2956" y="34"/>
                  </a:cubicBezTo>
                  <a:cubicBezTo>
                    <a:pt x="2935" y="12"/>
                    <a:pt x="2906" y="0"/>
                    <a:pt x="28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4863200" y="1401000"/>
              <a:ext cx="294825" cy="274750"/>
            </a:xfrm>
            <a:custGeom>
              <a:avLst/>
              <a:gdLst/>
              <a:ahLst/>
              <a:cxnLst/>
              <a:rect l="l" t="t" r="r" b="b"/>
              <a:pathLst>
                <a:path w="11793" h="10990" extrusionOk="0">
                  <a:moveTo>
                    <a:pt x="6959" y="0"/>
                  </a:moveTo>
                  <a:cubicBezTo>
                    <a:pt x="5051" y="0"/>
                    <a:pt x="2620" y="2370"/>
                    <a:pt x="1431" y="4740"/>
                  </a:cubicBezTo>
                  <a:cubicBezTo>
                    <a:pt x="0" y="7591"/>
                    <a:pt x="2710" y="10145"/>
                    <a:pt x="5408" y="10821"/>
                  </a:cubicBezTo>
                  <a:cubicBezTo>
                    <a:pt x="5884" y="10940"/>
                    <a:pt x="6309" y="10989"/>
                    <a:pt x="6686" y="10989"/>
                  </a:cubicBezTo>
                  <a:cubicBezTo>
                    <a:pt x="8447" y="10989"/>
                    <a:pt x="9167" y="9919"/>
                    <a:pt x="9167" y="9919"/>
                  </a:cubicBezTo>
                  <a:cubicBezTo>
                    <a:pt x="9167" y="9919"/>
                    <a:pt x="11042" y="8717"/>
                    <a:pt x="11417" y="6692"/>
                  </a:cubicBezTo>
                  <a:cubicBezTo>
                    <a:pt x="11792" y="4666"/>
                    <a:pt x="9992" y="1588"/>
                    <a:pt x="8042" y="314"/>
                  </a:cubicBezTo>
                  <a:cubicBezTo>
                    <a:pt x="7712" y="98"/>
                    <a:pt x="7346" y="0"/>
                    <a:pt x="6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883300" y="1398225"/>
              <a:ext cx="277875" cy="280125"/>
            </a:xfrm>
            <a:custGeom>
              <a:avLst/>
              <a:gdLst/>
              <a:ahLst/>
              <a:cxnLst/>
              <a:rect l="l" t="t" r="r" b="b"/>
              <a:pathLst>
                <a:path w="11115" h="11205" extrusionOk="0">
                  <a:moveTo>
                    <a:pt x="6176" y="217"/>
                  </a:moveTo>
                  <a:cubicBezTo>
                    <a:pt x="6533" y="217"/>
                    <a:pt x="6881" y="323"/>
                    <a:pt x="7178" y="518"/>
                  </a:cubicBezTo>
                  <a:cubicBezTo>
                    <a:pt x="9030" y="1729"/>
                    <a:pt x="10890" y="4732"/>
                    <a:pt x="10509" y="6788"/>
                  </a:cubicBezTo>
                  <a:cubicBezTo>
                    <a:pt x="10146" y="8743"/>
                    <a:pt x="8323" y="9933"/>
                    <a:pt x="8305" y="9945"/>
                  </a:cubicBezTo>
                  <a:cubicBezTo>
                    <a:pt x="8293" y="9952"/>
                    <a:pt x="8283" y="9963"/>
                    <a:pt x="8274" y="9975"/>
                  </a:cubicBezTo>
                  <a:cubicBezTo>
                    <a:pt x="8241" y="10021"/>
                    <a:pt x="7561" y="10990"/>
                    <a:pt x="5896" y="10990"/>
                  </a:cubicBezTo>
                  <a:cubicBezTo>
                    <a:pt x="5526" y="10990"/>
                    <a:pt x="5107" y="10943"/>
                    <a:pt x="4637" y="10826"/>
                  </a:cubicBezTo>
                  <a:cubicBezTo>
                    <a:pt x="2853" y="10386"/>
                    <a:pt x="1298" y="9205"/>
                    <a:pt x="658" y="7826"/>
                  </a:cubicBezTo>
                  <a:cubicBezTo>
                    <a:pt x="220" y="6894"/>
                    <a:pt x="247" y="5809"/>
                    <a:pt x="730" y="4899"/>
                  </a:cubicBezTo>
                  <a:cubicBezTo>
                    <a:pt x="1840" y="2685"/>
                    <a:pt x="3828" y="757"/>
                    <a:pt x="5466" y="316"/>
                  </a:cubicBezTo>
                  <a:cubicBezTo>
                    <a:pt x="5689" y="252"/>
                    <a:pt x="5922" y="219"/>
                    <a:pt x="6154" y="218"/>
                  </a:cubicBezTo>
                  <a:cubicBezTo>
                    <a:pt x="6161" y="218"/>
                    <a:pt x="6169" y="217"/>
                    <a:pt x="6176" y="217"/>
                  </a:cubicBezTo>
                  <a:close/>
                  <a:moveTo>
                    <a:pt x="6109" y="1"/>
                  </a:moveTo>
                  <a:cubicBezTo>
                    <a:pt x="5873" y="1"/>
                    <a:pt x="5637" y="38"/>
                    <a:pt x="5408" y="113"/>
                  </a:cubicBezTo>
                  <a:cubicBezTo>
                    <a:pt x="3493" y="627"/>
                    <a:pt x="1507" y="2863"/>
                    <a:pt x="538" y="4805"/>
                  </a:cubicBezTo>
                  <a:cubicBezTo>
                    <a:pt x="27" y="5773"/>
                    <a:pt x="0" y="6924"/>
                    <a:pt x="465" y="7914"/>
                  </a:cubicBezTo>
                  <a:cubicBezTo>
                    <a:pt x="1124" y="9349"/>
                    <a:pt x="2743" y="10573"/>
                    <a:pt x="4585" y="11033"/>
                  </a:cubicBezTo>
                  <a:cubicBezTo>
                    <a:pt x="5007" y="11143"/>
                    <a:pt x="5441" y="11200"/>
                    <a:pt x="5877" y="11204"/>
                  </a:cubicBezTo>
                  <a:cubicBezTo>
                    <a:pt x="7550" y="11204"/>
                    <a:pt x="8317" y="10257"/>
                    <a:pt x="8438" y="10113"/>
                  </a:cubicBezTo>
                  <a:cubicBezTo>
                    <a:pt x="8640" y="9978"/>
                    <a:pt x="10356" y="8795"/>
                    <a:pt x="10720" y="6827"/>
                  </a:cubicBezTo>
                  <a:cubicBezTo>
                    <a:pt x="11115" y="4692"/>
                    <a:pt x="9203" y="1587"/>
                    <a:pt x="7294" y="340"/>
                  </a:cubicBezTo>
                  <a:cubicBezTo>
                    <a:pt x="6935" y="116"/>
                    <a:pt x="6523" y="1"/>
                    <a:pt x="61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4975075" y="1422775"/>
              <a:ext cx="66700" cy="170625"/>
            </a:xfrm>
            <a:custGeom>
              <a:avLst/>
              <a:gdLst/>
              <a:ahLst/>
              <a:cxnLst/>
              <a:rect l="l" t="t" r="r" b="b"/>
              <a:pathLst>
                <a:path w="2668" h="6825" extrusionOk="0">
                  <a:moveTo>
                    <a:pt x="117" y="0"/>
                  </a:moveTo>
                  <a:cubicBezTo>
                    <a:pt x="113" y="0"/>
                    <a:pt x="108" y="0"/>
                    <a:pt x="104" y="1"/>
                  </a:cubicBezTo>
                  <a:cubicBezTo>
                    <a:pt x="102" y="1"/>
                    <a:pt x="102" y="2"/>
                    <a:pt x="101" y="2"/>
                  </a:cubicBezTo>
                  <a:cubicBezTo>
                    <a:pt x="42" y="8"/>
                    <a:pt x="1" y="59"/>
                    <a:pt x="8" y="117"/>
                  </a:cubicBezTo>
                  <a:lnTo>
                    <a:pt x="278" y="2837"/>
                  </a:lnTo>
                  <a:cubicBezTo>
                    <a:pt x="282" y="2872"/>
                    <a:pt x="303" y="2901"/>
                    <a:pt x="331" y="2918"/>
                  </a:cubicBezTo>
                  <a:cubicBezTo>
                    <a:pt x="346" y="2926"/>
                    <a:pt x="362" y="2930"/>
                    <a:pt x="378" y="2930"/>
                  </a:cubicBezTo>
                  <a:cubicBezTo>
                    <a:pt x="394" y="2930"/>
                    <a:pt x="410" y="2926"/>
                    <a:pt x="425" y="2918"/>
                  </a:cubicBezTo>
                  <a:lnTo>
                    <a:pt x="2017" y="2249"/>
                  </a:lnTo>
                  <a:cubicBezTo>
                    <a:pt x="2061" y="2547"/>
                    <a:pt x="2136" y="3280"/>
                    <a:pt x="2274" y="4106"/>
                  </a:cubicBezTo>
                  <a:cubicBezTo>
                    <a:pt x="2392" y="4972"/>
                    <a:pt x="2452" y="5845"/>
                    <a:pt x="2453" y="6719"/>
                  </a:cubicBezTo>
                  <a:cubicBezTo>
                    <a:pt x="2455" y="6777"/>
                    <a:pt x="2502" y="6825"/>
                    <a:pt x="2560" y="6825"/>
                  </a:cubicBezTo>
                  <a:lnTo>
                    <a:pt x="2562" y="6825"/>
                  </a:lnTo>
                  <a:cubicBezTo>
                    <a:pt x="2621" y="6825"/>
                    <a:pt x="2667" y="6776"/>
                    <a:pt x="2666" y="6716"/>
                  </a:cubicBezTo>
                  <a:cubicBezTo>
                    <a:pt x="2664" y="5832"/>
                    <a:pt x="2603" y="4947"/>
                    <a:pt x="2486" y="4070"/>
                  </a:cubicBezTo>
                  <a:cubicBezTo>
                    <a:pt x="2306" y="2998"/>
                    <a:pt x="2215" y="2082"/>
                    <a:pt x="2215" y="2082"/>
                  </a:cubicBezTo>
                  <a:cubicBezTo>
                    <a:pt x="2210" y="2048"/>
                    <a:pt x="2191" y="2018"/>
                    <a:pt x="2161" y="2002"/>
                  </a:cubicBezTo>
                  <a:cubicBezTo>
                    <a:pt x="2146" y="1994"/>
                    <a:pt x="2130" y="1990"/>
                    <a:pt x="2113" y="1990"/>
                  </a:cubicBezTo>
                  <a:cubicBezTo>
                    <a:pt x="2097" y="1990"/>
                    <a:pt x="2080" y="1994"/>
                    <a:pt x="2064" y="2002"/>
                  </a:cubicBezTo>
                  <a:lnTo>
                    <a:pt x="476" y="2671"/>
                  </a:lnTo>
                  <a:lnTo>
                    <a:pt x="218" y="95"/>
                  </a:lnTo>
                  <a:cubicBezTo>
                    <a:pt x="218" y="93"/>
                    <a:pt x="218" y="92"/>
                    <a:pt x="218" y="90"/>
                  </a:cubicBezTo>
                  <a:cubicBezTo>
                    <a:pt x="211" y="38"/>
                    <a:pt x="168" y="0"/>
                    <a:pt x="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4944150" y="1568300"/>
              <a:ext cx="151975" cy="151950"/>
            </a:xfrm>
            <a:custGeom>
              <a:avLst/>
              <a:gdLst/>
              <a:ahLst/>
              <a:cxnLst/>
              <a:rect l="l" t="t" r="r" b="b"/>
              <a:pathLst>
                <a:path w="6079" h="6078" extrusionOk="0">
                  <a:moveTo>
                    <a:pt x="3039" y="0"/>
                  </a:moveTo>
                  <a:cubicBezTo>
                    <a:pt x="1361" y="0"/>
                    <a:pt x="0" y="1361"/>
                    <a:pt x="0" y="3039"/>
                  </a:cubicBezTo>
                  <a:cubicBezTo>
                    <a:pt x="0" y="4717"/>
                    <a:pt x="1361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4941350" y="1565575"/>
              <a:ext cx="157450" cy="157400"/>
            </a:xfrm>
            <a:custGeom>
              <a:avLst/>
              <a:gdLst/>
              <a:ahLst/>
              <a:cxnLst/>
              <a:rect l="l" t="t" r="r" b="b"/>
              <a:pathLst>
                <a:path w="6298" h="6296" extrusionOk="0">
                  <a:moveTo>
                    <a:pt x="3151" y="215"/>
                  </a:moveTo>
                  <a:cubicBezTo>
                    <a:pt x="4774" y="218"/>
                    <a:pt x="6086" y="1534"/>
                    <a:pt x="6085" y="3157"/>
                  </a:cubicBezTo>
                  <a:cubicBezTo>
                    <a:pt x="6080" y="4775"/>
                    <a:pt x="4768" y="6084"/>
                    <a:pt x="3150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7" y="6083"/>
                    <a:pt x="214" y="4768"/>
                    <a:pt x="215" y="3148"/>
                  </a:cubicBezTo>
                  <a:cubicBezTo>
                    <a:pt x="217" y="1527"/>
                    <a:pt x="1531" y="215"/>
                    <a:pt x="3151" y="215"/>
                  </a:cubicBezTo>
                  <a:close/>
                  <a:moveTo>
                    <a:pt x="3151" y="0"/>
                  </a:moveTo>
                  <a:cubicBezTo>
                    <a:pt x="3150" y="0"/>
                    <a:pt x="3149" y="0"/>
                    <a:pt x="3148" y="0"/>
                  </a:cubicBezTo>
                  <a:cubicBezTo>
                    <a:pt x="1409" y="2"/>
                    <a:pt x="1" y="1412"/>
                    <a:pt x="2" y="3150"/>
                  </a:cubicBezTo>
                  <a:cubicBezTo>
                    <a:pt x="4" y="4888"/>
                    <a:pt x="1412" y="6296"/>
                    <a:pt x="3149" y="6296"/>
                  </a:cubicBezTo>
                  <a:cubicBezTo>
                    <a:pt x="3150" y="6296"/>
                    <a:pt x="3150" y="6296"/>
                    <a:pt x="3151" y="6296"/>
                  </a:cubicBezTo>
                  <a:cubicBezTo>
                    <a:pt x="4885" y="6291"/>
                    <a:pt x="6290" y="4890"/>
                    <a:pt x="6298" y="3157"/>
                  </a:cubicBezTo>
                  <a:lnTo>
                    <a:pt x="6298" y="3145"/>
                  </a:lnTo>
                  <a:cubicBezTo>
                    <a:pt x="6296" y="1408"/>
                    <a:pt x="4887" y="0"/>
                    <a:pt x="31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4964800" y="1568500"/>
              <a:ext cx="109050" cy="82450"/>
            </a:xfrm>
            <a:custGeom>
              <a:avLst/>
              <a:gdLst/>
              <a:ahLst/>
              <a:cxnLst/>
              <a:rect l="l" t="t" r="r" b="b"/>
              <a:pathLst>
                <a:path w="4362" h="3298" extrusionOk="0">
                  <a:moveTo>
                    <a:pt x="2221" y="0"/>
                  </a:moveTo>
                  <a:cubicBezTo>
                    <a:pt x="1442" y="0"/>
                    <a:pt x="662" y="298"/>
                    <a:pt x="69" y="894"/>
                  </a:cubicBezTo>
                  <a:cubicBezTo>
                    <a:pt x="48" y="915"/>
                    <a:pt x="28" y="938"/>
                    <a:pt x="7" y="960"/>
                  </a:cubicBezTo>
                  <a:lnTo>
                    <a:pt x="1" y="951"/>
                  </a:lnTo>
                  <a:lnTo>
                    <a:pt x="427" y="3298"/>
                  </a:lnTo>
                  <a:lnTo>
                    <a:pt x="3801" y="3298"/>
                  </a:lnTo>
                  <a:lnTo>
                    <a:pt x="4362" y="883"/>
                  </a:lnTo>
                  <a:cubicBezTo>
                    <a:pt x="3770" y="294"/>
                    <a:pt x="2996" y="0"/>
                    <a:pt x="222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4961875" y="1565400"/>
              <a:ext cx="114450" cy="88000"/>
            </a:xfrm>
            <a:custGeom>
              <a:avLst/>
              <a:gdLst/>
              <a:ahLst/>
              <a:cxnLst/>
              <a:rect l="l" t="t" r="r" b="b"/>
              <a:pathLst>
                <a:path w="4578" h="3520" extrusionOk="0">
                  <a:moveTo>
                    <a:pt x="2333" y="220"/>
                  </a:moveTo>
                  <a:cubicBezTo>
                    <a:pt x="3060" y="220"/>
                    <a:pt x="3788" y="489"/>
                    <a:pt x="4355" y="1030"/>
                  </a:cubicBezTo>
                  <a:lnTo>
                    <a:pt x="3825" y="3305"/>
                  </a:lnTo>
                  <a:lnTo>
                    <a:pt x="627" y="3305"/>
                  </a:lnTo>
                  <a:lnTo>
                    <a:pt x="232" y="1108"/>
                  </a:lnTo>
                  <a:cubicBezTo>
                    <a:pt x="806" y="517"/>
                    <a:pt x="1569" y="220"/>
                    <a:pt x="2333" y="220"/>
                  </a:cubicBezTo>
                  <a:close/>
                  <a:moveTo>
                    <a:pt x="2327" y="1"/>
                  </a:moveTo>
                  <a:cubicBezTo>
                    <a:pt x="1489" y="1"/>
                    <a:pt x="653" y="335"/>
                    <a:pt x="34" y="995"/>
                  </a:cubicBezTo>
                  <a:cubicBezTo>
                    <a:pt x="11" y="1018"/>
                    <a:pt x="0" y="1053"/>
                    <a:pt x="6" y="1085"/>
                  </a:cubicBezTo>
                  <a:lnTo>
                    <a:pt x="433" y="3432"/>
                  </a:lnTo>
                  <a:cubicBezTo>
                    <a:pt x="441" y="3483"/>
                    <a:pt x="486" y="3520"/>
                    <a:pt x="538" y="3520"/>
                  </a:cubicBezTo>
                  <a:lnTo>
                    <a:pt x="3912" y="3520"/>
                  </a:lnTo>
                  <a:cubicBezTo>
                    <a:pt x="3959" y="3515"/>
                    <a:pt x="3999" y="3478"/>
                    <a:pt x="4007" y="3429"/>
                  </a:cubicBezTo>
                  <a:lnTo>
                    <a:pt x="4570" y="1014"/>
                  </a:lnTo>
                  <a:cubicBezTo>
                    <a:pt x="4577" y="978"/>
                    <a:pt x="4567" y="941"/>
                    <a:pt x="4540" y="916"/>
                  </a:cubicBezTo>
                  <a:cubicBezTo>
                    <a:pt x="4518" y="893"/>
                    <a:pt x="4495" y="871"/>
                    <a:pt x="4471" y="849"/>
                  </a:cubicBezTo>
                  <a:cubicBezTo>
                    <a:pt x="3866" y="282"/>
                    <a:pt x="3095" y="1"/>
                    <a:pt x="23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4810925" y="2134950"/>
              <a:ext cx="232450" cy="197100"/>
            </a:xfrm>
            <a:custGeom>
              <a:avLst/>
              <a:gdLst/>
              <a:ahLst/>
              <a:cxnLst/>
              <a:rect l="l" t="t" r="r" b="b"/>
              <a:pathLst>
                <a:path w="9298" h="7884" extrusionOk="0">
                  <a:moveTo>
                    <a:pt x="5855" y="0"/>
                  </a:moveTo>
                  <a:cubicBezTo>
                    <a:pt x="5855" y="0"/>
                    <a:pt x="4878" y="2852"/>
                    <a:pt x="4429" y="3453"/>
                  </a:cubicBezTo>
                  <a:cubicBezTo>
                    <a:pt x="3978" y="4055"/>
                    <a:pt x="2253" y="6013"/>
                    <a:pt x="1126" y="6754"/>
                  </a:cubicBezTo>
                  <a:cubicBezTo>
                    <a:pt x="1" y="7497"/>
                    <a:pt x="976" y="7881"/>
                    <a:pt x="1277" y="7881"/>
                  </a:cubicBezTo>
                  <a:lnTo>
                    <a:pt x="8706" y="7881"/>
                  </a:lnTo>
                  <a:cubicBezTo>
                    <a:pt x="8706" y="7881"/>
                    <a:pt x="8717" y="7884"/>
                    <a:pt x="8736" y="7884"/>
                  </a:cubicBezTo>
                  <a:cubicBezTo>
                    <a:pt x="8855" y="7884"/>
                    <a:pt x="9298" y="7771"/>
                    <a:pt x="9230" y="6081"/>
                  </a:cubicBezTo>
                  <a:cubicBezTo>
                    <a:pt x="9155" y="4129"/>
                    <a:pt x="8866" y="0"/>
                    <a:pt x="88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4821500" y="2132325"/>
              <a:ext cx="224100" cy="202300"/>
            </a:xfrm>
            <a:custGeom>
              <a:avLst/>
              <a:gdLst/>
              <a:ahLst/>
              <a:cxnLst/>
              <a:rect l="l" t="t" r="r" b="b"/>
              <a:pathLst>
                <a:path w="8964" h="8092" extrusionOk="0">
                  <a:moveTo>
                    <a:pt x="8338" y="214"/>
                  </a:moveTo>
                  <a:cubicBezTo>
                    <a:pt x="8385" y="854"/>
                    <a:pt x="8639" y="4425"/>
                    <a:pt x="8705" y="6186"/>
                  </a:cubicBezTo>
                  <a:cubicBezTo>
                    <a:pt x="8752" y="7356"/>
                    <a:pt x="8550" y="7717"/>
                    <a:pt x="8426" y="7827"/>
                  </a:cubicBezTo>
                  <a:cubicBezTo>
                    <a:pt x="8397" y="7860"/>
                    <a:pt x="8356" y="7878"/>
                    <a:pt x="8313" y="7879"/>
                  </a:cubicBezTo>
                  <a:lnTo>
                    <a:pt x="8309" y="7883"/>
                  </a:lnTo>
                  <a:lnTo>
                    <a:pt x="854" y="7883"/>
                  </a:lnTo>
                  <a:cubicBezTo>
                    <a:pt x="693" y="7883"/>
                    <a:pt x="340" y="7732"/>
                    <a:pt x="291" y="7569"/>
                  </a:cubicBezTo>
                  <a:cubicBezTo>
                    <a:pt x="242" y="7407"/>
                    <a:pt x="407" y="7190"/>
                    <a:pt x="761" y="6953"/>
                  </a:cubicBezTo>
                  <a:cubicBezTo>
                    <a:pt x="1862" y="6219"/>
                    <a:pt x="3593" y="4289"/>
                    <a:pt x="4091" y="3627"/>
                  </a:cubicBezTo>
                  <a:cubicBezTo>
                    <a:pt x="4510" y="3064"/>
                    <a:pt x="5349" y="673"/>
                    <a:pt x="5507" y="214"/>
                  </a:cubicBezTo>
                  <a:close/>
                  <a:moveTo>
                    <a:pt x="8446" y="1"/>
                  </a:moveTo>
                  <a:cubicBezTo>
                    <a:pt x="8445" y="1"/>
                    <a:pt x="8444" y="1"/>
                    <a:pt x="8443" y="1"/>
                  </a:cubicBezTo>
                  <a:lnTo>
                    <a:pt x="5428" y="1"/>
                  </a:lnTo>
                  <a:cubicBezTo>
                    <a:pt x="5381" y="1"/>
                    <a:pt x="5340" y="31"/>
                    <a:pt x="5325" y="74"/>
                  </a:cubicBezTo>
                  <a:cubicBezTo>
                    <a:pt x="5316" y="101"/>
                    <a:pt x="4342" y="2916"/>
                    <a:pt x="3915" y="3497"/>
                  </a:cubicBezTo>
                  <a:cubicBezTo>
                    <a:pt x="3425" y="4151"/>
                    <a:pt x="1719" y="6054"/>
                    <a:pt x="639" y="6774"/>
                  </a:cubicBezTo>
                  <a:cubicBezTo>
                    <a:pt x="188" y="7072"/>
                    <a:pt x="0" y="7361"/>
                    <a:pt x="81" y="7627"/>
                  </a:cubicBezTo>
                  <a:cubicBezTo>
                    <a:pt x="182" y="7958"/>
                    <a:pt x="666" y="8092"/>
                    <a:pt x="849" y="8092"/>
                  </a:cubicBezTo>
                  <a:lnTo>
                    <a:pt x="8313" y="8092"/>
                  </a:lnTo>
                  <a:cubicBezTo>
                    <a:pt x="8315" y="8092"/>
                    <a:pt x="8317" y="8092"/>
                    <a:pt x="8320" y="8092"/>
                  </a:cubicBezTo>
                  <a:cubicBezTo>
                    <a:pt x="8407" y="8092"/>
                    <a:pt x="8491" y="8062"/>
                    <a:pt x="8559" y="8007"/>
                  </a:cubicBezTo>
                  <a:cubicBezTo>
                    <a:pt x="8840" y="7779"/>
                    <a:pt x="8964" y="7164"/>
                    <a:pt x="8925" y="6183"/>
                  </a:cubicBezTo>
                  <a:cubicBezTo>
                    <a:pt x="8852" y="4252"/>
                    <a:pt x="8550" y="142"/>
                    <a:pt x="8550" y="99"/>
                  </a:cubicBezTo>
                  <a:cubicBezTo>
                    <a:pt x="8547" y="44"/>
                    <a:pt x="8501" y="1"/>
                    <a:pt x="84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4826225" y="2221325"/>
              <a:ext cx="159975" cy="95625"/>
            </a:xfrm>
            <a:custGeom>
              <a:avLst/>
              <a:gdLst/>
              <a:ahLst/>
              <a:cxnLst/>
              <a:rect l="l" t="t" r="r" b="b"/>
              <a:pathLst>
                <a:path w="6399" h="3825" extrusionOk="0">
                  <a:moveTo>
                    <a:pt x="4125" y="0"/>
                  </a:moveTo>
                  <a:cubicBezTo>
                    <a:pt x="4009" y="0"/>
                    <a:pt x="3892" y="13"/>
                    <a:pt x="3775" y="38"/>
                  </a:cubicBezTo>
                  <a:cubicBezTo>
                    <a:pt x="3282" y="679"/>
                    <a:pt x="1609" y="2564"/>
                    <a:pt x="507" y="3298"/>
                  </a:cubicBezTo>
                  <a:cubicBezTo>
                    <a:pt x="288" y="3417"/>
                    <a:pt x="111" y="3600"/>
                    <a:pt x="1" y="3825"/>
                  </a:cubicBezTo>
                  <a:lnTo>
                    <a:pt x="6360" y="3825"/>
                  </a:lnTo>
                  <a:cubicBezTo>
                    <a:pt x="6398" y="2763"/>
                    <a:pt x="6110" y="1715"/>
                    <a:pt x="5535" y="821"/>
                  </a:cubicBezTo>
                  <a:cubicBezTo>
                    <a:pt x="5243" y="306"/>
                    <a:pt x="4700" y="0"/>
                    <a:pt x="4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4823650" y="2218675"/>
              <a:ext cx="165525" cy="100925"/>
            </a:xfrm>
            <a:custGeom>
              <a:avLst/>
              <a:gdLst/>
              <a:ahLst/>
              <a:cxnLst/>
              <a:rect l="l" t="t" r="r" b="b"/>
              <a:pathLst>
                <a:path w="6621" h="4037" extrusionOk="0">
                  <a:moveTo>
                    <a:pt x="4233" y="213"/>
                  </a:moveTo>
                  <a:cubicBezTo>
                    <a:pt x="4771" y="213"/>
                    <a:pt x="5278" y="502"/>
                    <a:pt x="5549" y="983"/>
                  </a:cubicBezTo>
                  <a:cubicBezTo>
                    <a:pt x="6086" y="1831"/>
                    <a:pt x="6369" y="2818"/>
                    <a:pt x="6363" y="3823"/>
                  </a:cubicBezTo>
                  <a:lnTo>
                    <a:pt x="294" y="3823"/>
                  </a:lnTo>
                  <a:cubicBezTo>
                    <a:pt x="401" y="3694"/>
                    <a:pt x="528" y="3582"/>
                    <a:pt x="669" y="3493"/>
                  </a:cubicBezTo>
                  <a:cubicBezTo>
                    <a:pt x="1767" y="2762"/>
                    <a:pt x="3422" y="908"/>
                    <a:pt x="3938" y="243"/>
                  </a:cubicBezTo>
                  <a:cubicBezTo>
                    <a:pt x="4036" y="223"/>
                    <a:pt x="4135" y="213"/>
                    <a:pt x="4233" y="213"/>
                  </a:cubicBezTo>
                  <a:close/>
                  <a:moveTo>
                    <a:pt x="4234" y="0"/>
                  </a:moveTo>
                  <a:cubicBezTo>
                    <a:pt x="4113" y="0"/>
                    <a:pt x="3992" y="13"/>
                    <a:pt x="3871" y="39"/>
                  </a:cubicBezTo>
                  <a:cubicBezTo>
                    <a:pt x="3842" y="43"/>
                    <a:pt x="3818" y="56"/>
                    <a:pt x="3802" y="79"/>
                  </a:cubicBezTo>
                  <a:cubicBezTo>
                    <a:pt x="3330" y="703"/>
                    <a:pt x="1654" y="2585"/>
                    <a:pt x="558" y="3316"/>
                  </a:cubicBezTo>
                  <a:cubicBezTo>
                    <a:pt x="321" y="3447"/>
                    <a:pt x="129" y="3649"/>
                    <a:pt x="13" y="3893"/>
                  </a:cubicBezTo>
                  <a:cubicBezTo>
                    <a:pt x="1" y="3926"/>
                    <a:pt x="7" y="3963"/>
                    <a:pt x="28" y="3992"/>
                  </a:cubicBezTo>
                  <a:cubicBezTo>
                    <a:pt x="47" y="4020"/>
                    <a:pt x="78" y="4036"/>
                    <a:pt x="112" y="4036"/>
                  </a:cubicBezTo>
                  <a:lnTo>
                    <a:pt x="6472" y="4036"/>
                  </a:lnTo>
                  <a:cubicBezTo>
                    <a:pt x="6525" y="4035"/>
                    <a:pt x="6571" y="3995"/>
                    <a:pt x="6576" y="3941"/>
                  </a:cubicBezTo>
                  <a:cubicBezTo>
                    <a:pt x="6621" y="2856"/>
                    <a:pt x="6327" y="1784"/>
                    <a:pt x="5736" y="872"/>
                  </a:cubicBezTo>
                  <a:cubicBezTo>
                    <a:pt x="5423" y="325"/>
                    <a:pt x="4845" y="0"/>
                    <a:pt x="4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5002300" y="2238425"/>
              <a:ext cx="39925" cy="74725"/>
            </a:xfrm>
            <a:custGeom>
              <a:avLst/>
              <a:gdLst/>
              <a:ahLst/>
              <a:cxnLst/>
              <a:rect l="l" t="t" r="r" b="b"/>
              <a:pathLst>
                <a:path w="1597" h="2989" extrusionOk="0">
                  <a:moveTo>
                    <a:pt x="1477" y="0"/>
                  </a:moveTo>
                  <a:cubicBezTo>
                    <a:pt x="876" y="724"/>
                    <a:pt x="0" y="1952"/>
                    <a:pt x="0" y="2987"/>
                  </a:cubicBezTo>
                  <a:lnTo>
                    <a:pt x="1532" y="2989"/>
                  </a:lnTo>
                  <a:cubicBezTo>
                    <a:pt x="1581" y="2642"/>
                    <a:pt x="1596" y="2290"/>
                    <a:pt x="1575" y="1939"/>
                  </a:cubicBezTo>
                  <a:cubicBezTo>
                    <a:pt x="1556" y="1411"/>
                    <a:pt x="1520" y="724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4999600" y="2235800"/>
              <a:ext cx="45050" cy="80025"/>
            </a:xfrm>
            <a:custGeom>
              <a:avLst/>
              <a:gdLst/>
              <a:ahLst/>
              <a:cxnLst/>
              <a:rect l="l" t="t" r="r" b="b"/>
              <a:pathLst>
                <a:path w="1802" h="3201" extrusionOk="0">
                  <a:moveTo>
                    <a:pt x="1493" y="387"/>
                  </a:moveTo>
                  <a:cubicBezTo>
                    <a:pt x="1535" y="1070"/>
                    <a:pt x="1561" y="1621"/>
                    <a:pt x="1576" y="2049"/>
                  </a:cubicBezTo>
                  <a:cubicBezTo>
                    <a:pt x="1593" y="2361"/>
                    <a:pt x="1584" y="2675"/>
                    <a:pt x="1549" y="2987"/>
                  </a:cubicBezTo>
                  <a:lnTo>
                    <a:pt x="218" y="2987"/>
                  </a:lnTo>
                  <a:cubicBezTo>
                    <a:pt x="272" y="2092"/>
                    <a:pt x="973" y="1047"/>
                    <a:pt x="1493" y="387"/>
                  </a:cubicBezTo>
                  <a:close/>
                  <a:moveTo>
                    <a:pt x="1575" y="0"/>
                  </a:moveTo>
                  <a:cubicBezTo>
                    <a:pt x="1545" y="0"/>
                    <a:pt x="1515" y="13"/>
                    <a:pt x="1494" y="38"/>
                  </a:cubicBezTo>
                  <a:cubicBezTo>
                    <a:pt x="817" y="860"/>
                    <a:pt x="1" y="2059"/>
                    <a:pt x="1" y="3094"/>
                  </a:cubicBezTo>
                  <a:cubicBezTo>
                    <a:pt x="1" y="3152"/>
                    <a:pt x="49" y="3201"/>
                    <a:pt x="108" y="3201"/>
                  </a:cubicBezTo>
                  <a:lnTo>
                    <a:pt x="1640" y="3201"/>
                  </a:lnTo>
                  <a:cubicBezTo>
                    <a:pt x="1692" y="3197"/>
                    <a:pt x="1733" y="3156"/>
                    <a:pt x="1739" y="3107"/>
                  </a:cubicBezTo>
                  <a:cubicBezTo>
                    <a:pt x="1786" y="2753"/>
                    <a:pt x="1801" y="2397"/>
                    <a:pt x="1782" y="2040"/>
                  </a:cubicBezTo>
                  <a:cubicBezTo>
                    <a:pt x="1765" y="1563"/>
                    <a:pt x="1731" y="910"/>
                    <a:pt x="1682" y="100"/>
                  </a:cubicBezTo>
                  <a:cubicBezTo>
                    <a:pt x="1679" y="56"/>
                    <a:pt x="1651" y="19"/>
                    <a:pt x="1609" y="6"/>
                  </a:cubicBezTo>
                  <a:cubicBezTo>
                    <a:pt x="1598" y="2"/>
                    <a:pt x="1586" y="0"/>
                    <a:pt x="15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4944375" y="2134900"/>
              <a:ext cx="90450" cy="35700"/>
            </a:xfrm>
            <a:custGeom>
              <a:avLst/>
              <a:gdLst/>
              <a:ahLst/>
              <a:cxnLst/>
              <a:rect l="l" t="t" r="r" b="b"/>
              <a:pathLst>
                <a:path w="3618" h="1428" extrusionOk="0">
                  <a:moveTo>
                    <a:pt x="517" y="1"/>
                  </a:moveTo>
                  <a:cubicBezTo>
                    <a:pt x="517" y="1"/>
                    <a:pt x="288" y="668"/>
                    <a:pt x="0" y="1427"/>
                  </a:cubicBezTo>
                  <a:lnTo>
                    <a:pt x="3617" y="1427"/>
                  </a:lnTo>
                  <a:cubicBezTo>
                    <a:pt x="3562" y="589"/>
                    <a:pt x="3517" y="1"/>
                    <a:pt x="3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4941325" y="2132225"/>
              <a:ext cx="96550" cy="41050"/>
            </a:xfrm>
            <a:custGeom>
              <a:avLst/>
              <a:gdLst/>
              <a:ahLst/>
              <a:cxnLst/>
              <a:rect l="l" t="t" r="r" b="b"/>
              <a:pathLst>
                <a:path w="3862" h="1642" extrusionOk="0">
                  <a:moveTo>
                    <a:pt x="3541" y="213"/>
                  </a:moveTo>
                  <a:cubicBezTo>
                    <a:pt x="3554" y="404"/>
                    <a:pt x="3586" y="848"/>
                    <a:pt x="3626" y="1427"/>
                  </a:cubicBezTo>
                  <a:lnTo>
                    <a:pt x="276" y="1427"/>
                  </a:lnTo>
                  <a:cubicBezTo>
                    <a:pt x="483" y="878"/>
                    <a:pt x="651" y="391"/>
                    <a:pt x="714" y="213"/>
                  </a:cubicBezTo>
                  <a:close/>
                  <a:moveTo>
                    <a:pt x="3653" y="1"/>
                  </a:moveTo>
                  <a:cubicBezTo>
                    <a:pt x="3652" y="1"/>
                    <a:pt x="3651" y="1"/>
                    <a:pt x="3650" y="1"/>
                  </a:cubicBezTo>
                  <a:lnTo>
                    <a:pt x="630" y="1"/>
                  </a:lnTo>
                  <a:cubicBezTo>
                    <a:pt x="584" y="1"/>
                    <a:pt x="542" y="30"/>
                    <a:pt x="527" y="74"/>
                  </a:cubicBezTo>
                  <a:cubicBezTo>
                    <a:pt x="526" y="79"/>
                    <a:pt x="297" y="749"/>
                    <a:pt x="14" y="1495"/>
                  </a:cubicBezTo>
                  <a:cubicBezTo>
                    <a:pt x="0" y="1528"/>
                    <a:pt x="6" y="1565"/>
                    <a:pt x="27" y="1594"/>
                  </a:cubicBezTo>
                  <a:cubicBezTo>
                    <a:pt x="46" y="1623"/>
                    <a:pt x="79" y="1641"/>
                    <a:pt x="113" y="1641"/>
                  </a:cubicBezTo>
                  <a:lnTo>
                    <a:pt x="3749" y="1641"/>
                  </a:lnTo>
                  <a:cubicBezTo>
                    <a:pt x="3752" y="1641"/>
                    <a:pt x="3755" y="1640"/>
                    <a:pt x="3758" y="1640"/>
                  </a:cubicBezTo>
                  <a:cubicBezTo>
                    <a:pt x="3818" y="1635"/>
                    <a:pt x="3861" y="1583"/>
                    <a:pt x="3857" y="1525"/>
                  </a:cubicBezTo>
                  <a:cubicBezTo>
                    <a:pt x="3799" y="687"/>
                    <a:pt x="3757" y="99"/>
                    <a:pt x="3757" y="99"/>
                  </a:cubicBezTo>
                  <a:cubicBezTo>
                    <a:pt x="3753" y="43"/>
                    <a:pt x="3708" y="1"/>
                    <a:pt x="36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5324225" y="1643400"/>
              <a:ext cx="170825" cy="491575"/>
            </a:xfrm>
            <a:custGeom>
              <a:avLst/>
              <a:gdLst/>
              <a:ahLst/>
              <a:cxnLst/>
              <a:rect l="l" t="t" r="r" b="b"/>
              <a:pathLst>
                <a:path w="6833" h="19663" extrusionOk="0">
                  <a:moveTo>
                    <a:pt x="1051" y="1"/>
                  </a:moveTo>
                  <a:cubicBezTo>
                    <a:pt x="1051" y="1"/>
                    <a:pt x="1" y="1125"/>
                    <a:pt x="150" y="5252"/>
                  </a:cubicBezTo>
                  <a:cubicBezTo>
                    <a:pt x="299" y="9381"/>
                    <a:pt x="2027" y="14411"/>
                    <a:pt x="2027" y="14411"/>
                  </a:cubicBezTo>
                  <a:lnTo>
                    <a:pt x="2102" y="19662"/>
                  </a:lnTo>
                  <a:lnTo>
                    <a:pt x="5107" y="19662"/>
                  </a:lnTo>
                  <a:lnTo>
                    <a:pt x="5107" y="15234"/>
                  </a:lnTo>
                  <a:cubicBezTo>
                    <a:pt x="5107" y="15234"/>
                    <a:pt x="6832" y="9231"/>
                    <a:pt x="6832" y="6677"/>
                  </a:cubicBezTo>
                  <a:cubicBezTo>
                    <a:pt x="6832" y="4125"/>
                    <a:pt x="5181" y="297"/>
                    <a:pt x="5181" y="297"/>
                  </a:cubicBezTo>
                  <a:lnTo>
                    <a:pt x="105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5321550" y="1640600"/>
              <a:ext cx="175975" cy="496975"/>
            </a:xfrm>
            <a:custGeom>
              <a:avLst/>
              <a:gdLst/>
              <a:ahLst/>
              <a:cxnLst/>
              <a:rect l="l" t="t" r="r" b="b"/>
              <a:pathLst>
                <a:path w="7039" h="19879" extrusionOk="0">
                  <a:moveTo>
                    <a:pt x="1202" y="216"/>
                  </a:moveTo>
                  <a:lnTo>
                    <a:pt x="5209" y="507"/>
                  </a:lnTo>
                  <a:cubicBezTo>
                    <a:pt x="5416" y="1002"/>
                    <a:pt x="6826" y="4456"/>
                    <a:pt x="6826" y="6785"/>
                  </a:cubicBezTo>
                  <a:cubicBezTo>
                    <a:pt x="6826" y="9298"/>
                    <a:pt x="5121" y="15255"/>
                    <a:pt x="5102" y="15315"/>
                  </a:cubicBezTo>
                  <a:cubicBezTo>
                    <a:pt x="5102" y="15325"/>
                    <a:pt x="5102" y="15336"/>
                    <a:pt x="5102" y="15345"/>
                  </a:cubicBezTo>
                  <a:lnTo>
                    <a:pt x="5102" y="19666"/>
                  </a:lnTo>
                  <a:lnTo>
                    <a:pt x="2313" y="19666"/>
                  </a:lnTo>
                  <a:lnTo>
                    <a:pt x="2230" y="14514"/>
                  </a:lnTo>
                  <a:cubicBezTo>
                    <a:pt x="2231" y="14502"/>
                    <a:pt x="2231" y="14492"/>
                    <a:pt x="2230" y="14480"/>
                  </a:cubicBezTo>
                  <a:cubicBezTo>
                    <a:pt x="2213" y="14430"/>
                    <a:pt x="507" y="9419"/>
                    <a:pt x="360" y="5354"/>
                  </a:cubicBezTo>
                  <a:cubicBezTo>
                    <a:pt x="227" y="1733"/>
                    <a:pt x="1036" y="443"/>
                    <a:pt x="1202" y="216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1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5209" y="19878"/>
                  </a:lnTo>
                  <a:cubicBezTo>
                    <a:pt x="5266" y="19877"/>
                    <a:pt x="5310" y="19831"/>
                    <a:pt x="5312" y="19774"/>
                  </a:cubicBezTo>
                  <a:lnTo>
                    <a:pt x="5312" y="15361"/>
                  </a:lnTo>
                  <a:cubicBezTo>
                    <a:pt x="5426" y="14958"/>
                    <a:pt x="7039" y="9334"/>
                    <a:pt x="7039" y="6789"/>
                  </a:cubicBezTo>
                  <a:cubicBezTo>
                    <a:pt x="7039" y="4246"/>
                    <a:pt x="5394" y="408"/>
                    <a:pt x="5380" y="369"/>
                  </a:cubicBezTo>
                  <a:cubicBezTo>
                    <a:pt x="5362" y="332"/>
                    <a:pt x="5328" y="308"/>
                    <a:pt x="5288" y="305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5324225" y="1643400"/>
              <a:ext cx="95675" cy="491575"/>
            </a:xfrm>
            <a:custGeom>
              <a:avLst/>
              <a:gdLst/>
              <a:ahLst/>
              <a:cxnLst/>
              <a:rect l="l" t="t" r="r" b="b"/>
              <a:pathLst>
                <a:path w="3827" h="19663" extrusionOk="0">
                  <a:moveTo>
                    <a:pt x="1049" y="1"/>
                  </a:moveTo>
                  <a:cubicBezTo>
                    <a:pt x="1049" y="1"/>
                    <a:pt x="1" y="1125"/>
                    <a:pt x="150" y="5252"/>
                  </a:cubicBezTo>
                  <a:cubicBezTo>
                    <a:pt x="299" y="9381"/>
                    <a:pt x="2026" y="14411"/>
                    <a:pt x="2026" y="14411"/>
                  </a:cubicBezTo>
                  <a:lnTo>
                    <a:pt x="2102" y="19662"/>
                  </a:lnTo>
                  <a:lnTo>
                    <a:pt x="3826" y="19662"/>
                  </a:lnTo>
                  <a:lnTo>
                    <a:pt x="3826" y="199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5321550" y="1640600"/>
              <a:ext cx="100900" cy="496975"/>
            </a:xfrm>
            <a:custGeom>
              <a:avLst/>
              <a:gdLst/>
              <a:ahLst/>
              <a:cxnLst/>
              <a:rect l="l" t="t" r="r" b="b"/>
              <a:pathLst>
                <a:path w="4036" h="19879" extrusionOk="0">
                  <a:moveTo>
                    <a:pt x="1207" y="219"/>
                  </a:moveTo>
                  <a:lnTo>
                    <a:pt x="3827" y="411"/>
                  </a:lnTo>
                  <a:lnTo>
                    <a:pt x="3827" y="19666"/>
                  </a:lnTo>
                  <a:lnTo>
                    <a:pt x="2313" y="19666"/>
                  </a:lnTo>
                  <a:lnTo>
                    <a:pt x="2234" y="14518"/>
                  </a:lnTo>
                  <a:cubicBezTo>
                    <a:pt x="2236" y="14506"/>
                    <a:pt x="2236" y="14494"/>
                    <a:pt x="2234" y="14484"/>
                  </a:cubicBezTo>
                  <a:cubicBezTo>
                    <a:pt x="2216" y="14435"/>
                    <a:pt x="511" y="9423"/>
                    <a:pt x="364" y="5358"/>
                  </a:cubicBezTo>
                  <a:cubicBezTo>
                    <a:pt x="232" y="1737"/>
                    <a:pt x="1040" y="448"/>
                    <a:pt x="1207" y="219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0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3933" y="19878"/>
                  </a:lnTo>
                  <a:cubicBezTo>
                    <a:pt x="3990" y="19877"/>
                    <a:pt x="4034" y="19831"/>
                    <a:pt x="4036" y="19774"/>
                  </a:cubicBezTo>
                  <a:lnTo>
                    <a:pt x="4036" y="309"/>
                  </a:lnTo>
                  <a:cubicBezTo>
                    <a:pt x="4036" y="253"/>
                    <a:pt x="3993" y="207"/>
                    <a:pt x="3937" y="202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5251025" y="1401000"/>
              <a:ext cx="294975" cy="274750"/>
            </a:xfrm>
            <a:custGeom>
              <a:avLst/>
              <a:gdLst/>
              <a:ahLst/>
              <a:cxnLst/>
              <a:rect l="l" t="t" r="r" b="b"/>
              <a:pathLst>
                <a:path w="11799" h="10990" extrusionOk="0">
                  <a:moveTo>
                    <a:pt x="4837" y="0"/>
                  </a:moveTo>
                  <a:cubicBezTo>
                    <a:pt x="4449" y="0"/>
                    <a:pt x="4083" y="98"/>
                    <a:pt x="3754" y="314"/>
                  </a:cubicBezTo>
                  <a:cubicBezTo>
                    <a:pt x="1803" y="1588"/>
                    <a:pt x="0" y="4666"/>
                    <a:pt x="377" y="6692"/>
                  </a:cubicBezTo>
                  <a:cubicBezTo>
                    <a:pt x="752" y="8717"/>
                    <a:pt x="2628" y="9919"/>
                    <a:pt x="2628" y="9919"/>
                  </a:cubicBezTo>
                  <a:cubicBezTo>
                    <a:pt x="2628" y="9919"/>
                    <a:pt x="3348" y="10989"/>
                    <a:pt x="5110" y="10989"/>
                  </a:cubicBezTo>
                  <a:cubicBezTo>
                    <a:pt x="5487" y="10989"/>
                    <a:pt x="5912" y="10940"/>
                    <a:pt x="6388" y="10821"/>
                  </a:cubicBezTo>
                  <a:cubicBezTo>
                    <a:pt x="9086" y="10145"/>
                    <a:pt x="11799" y="7591"/>
                    <a:pt x="10365" y="4740"/>
                  </a:cubicBezTo>
                  <a:cubicBezTo>
                    <a:pt x="9174" y="2370"/>
                    <a:pt x="6744" y="0"/>
                    <a:pt x="4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5248150" y="1398150"/>
              <a:ext cx="277900" cy="280200"/>
            </a:xfrm>
            <a:custGeom>
              <a:avLst/>
              <a:gdLst/>
              <a:ahLst/>
              <a:cxnLst/>
              <a:rect l="l" t="t" r="r" b="b"/>
              <a:pathLst>
                <a:path w="11116" h="11208" extrusionOk="0">
                  <a:moveTo>
                    <a:pt x="4932" y="220"/>
                  </a:moveTo>
                  <a:cubicBezTo>
                    <a:pt x="4942" y="220"/>
                    <a:pt x="4952" y="220"/>
                    <a:pt x="4962" y="221"/>
                  </a:cubicBezTo>
                  <a:lnTo>
                    <a:pt x="4950" y="221"/>
                  </a:lnTo>
                  <a:cubicBezTo>
                    <a:pt x="5188" y="221"/>
                    <a:pt x="5423" y="252"/>
                    <a:pt x="5653" y="314"/>
                  </a:cubicBezTo>
                  <a:cubicBezTo>
                    <a:pt x="7289" y="755"/>
                    <a:pt x="9281" y="2683"/>
                    <a:pt x="10389" y="4897"/>
                  </a:cubicBezTo>
                  <a:cubicBezTo>
                    <a:pt x="10870" y="5809"/>
                    <a:pt x="10894" y="6893"/>
                    <a:pt x="10456" y="7825"/>
                  </a:cubicBezTo>
                  <a:cubicBezTo>
                    <a:pt x="9823" y="9203"/>
                    <a:pt x="8263" y="10380"/>
                    <a:pt x="6479" y="10826"/>
                  </a:cubicBezTo>
                  <a:cubicBezTo>
                    <a:pt x="6004" y="10946"/>
                    <a:pt x="5583" y="10995"/>
                    <a:pt x="5210" y="10995"/>
                  </a:cubicBezTo>
                  <a:cubicBezTo>
                    <a:pt x="3554" y="10995"/>
                    <a:pt x="2877" y="10023"/>
                    <a:pt x="2841" y="9973"/>
                  </a:cubicBezTo>
                  <a:cubicBezTo>
                    <a:pt x="2833" y="9961"/>
                    <a:pt x="2822" y="9952"/>
                    <a:pt x="2812" y="9943"/>
                  </a:cubicBezTo>
                  <a:cubicBezTo>
                    <a:pt x="2792" y="9933"/>
                    <a:pt x="968" y="8742"/>
                    <a:pt x="607" y="6787"/>
                  </a:cubicBezTo>
                  <a:cubicBezTo>
                    <a:pt x="227" y="4731"/>
                    <a:pt x="2084" y="1729"/>
                    <a:pt x="3937" y="517"/>
                  </a:cubicBezTo>
                  <a:cubicBezTo>
                    <a:pt x="4233" y="324"/>
                    <a:pt x="4579" y="220"/>
                    <a:pt x="4932" y="220"/>
                  </a:cubicBezTo>
                  <a:close/>
                  <a:moveTo>
                    <a:pt x="5008" y="0"/>
                  </a:moveTo>
                  <a:cubicBezTo>
                    <a:pt x="4593" y="0"/>
                    <a:pt x="4181" y="115"/>
                    <a:pt x="3820" y="338"/>
                  </a:cubicBezTo>
                  <a:cubicBezTo>
                    <a:pt x="1914" y="1586"/>
                    <a:pt x="1" y="4693"/>
                    <a:pt x="397" y="6826"/>
                  </a:cubicBezTo>
                  <a:cubicBezTo>
                    <a:pt x="760" y="8794"/>
                    <a:pt x="2466" y="9978"/>
                    <a:pt x="2679" y="10112"/>
                  </a:cubicBezTo>
                  <a:cubicBezTo>
                    <a:pt x="2789" y="10260"/>
                    <a:pt x="3564" y="11207"/>
                    <a:pt x="5239" y="11207"/>
                  </a:cubicBezTo>
                  <a:cubicBezTo>
                    <a:pt x="5675" y="11203"/>
                    <a:pt x="6108" y="11143"/>
                    <a:pt x="6531" y="11033"/>
                  </a:cubicBezTo>
                  <a:cubicBezTo>
                    <a:pt x="8374" y="10572"/>
                    <a:pt x="9991" y="9348"/>
                    <a:pt x="10651" y="7912"/>
                  </a:cubicBezTo>
                  <a:cubicBezTo>
                    <a:pt x="11115" y="6922"/>
                    <a:pt x="11089" y="5771"/>
                    <a:pt x="10578" y="4804"/>
                  </a:cubicBezTo>
                  <a:cubicBezTo>
                    <a:pt x="9607" y="2868"/>
                    <a:pt x="7627" y="630"/>
                    <a:pt x="5708" y="112"/>
                  </a:cubicBezTo>
                  <a:cubicBezTo>
                    <a:pt x="5479" y="37"/>
                    <a:pt x="5243" y="0"/>
                    <a:pt x="50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5367300" y="1422850"/>
              <a:ext cx="66650" cy="170600"/>
            </a:xfrm>
            <a:custGeom>
              <a:avLst/>
              <a:gdLst/>
              <a:ahLst/>
              <a:cxnLst/>
              <a:rect l="l" t="t" r="r" b="b"/>
              <a:pathLst>
                <a:path w="2666" h="6824" extrusionOk="0">
                  <a:moveTo>
                    <a:pt x="2555" y="0"/>
                  </a:moveTo>
                  <a:cubicBezTo>
                    <a:pt x="2502" y="0"/>
                    <a:pt x="2455" y="40"/>
                    <a:pt x="2448" y="95"/>
                  </a:cubicBezTo>
                  <a:lnTo>
                    <a:pt x="2191" y="2671"/>
                  </a:lnTo>
                  <a:lnTo>
                    <a:pt x="602" y="2001"/>
                  </a:lnTo>
                  <a:cubicBezTo>
                    <a:pt x="587" y="1992"/>
                    <a:pt x="571" y="1988"/>
                    <a:pt x="554" y="1988"/>
                  </a:cubicBezTo>
                  <a:cubicBezTo>
                    <a:pt x="538" y="1988"/>
                    <a:pt x="521" y="1992"/>
                    <a:pt x="505" y="2001"/>
                  </a:cubicBezTo>
                  <a:cubicBezTo>
                    <a:pt x="476" y="2017"/>
                    <a:pt x="458" y="2048"/>
                    <a:pt x="455" y="2082"/>
                  </a:cubicBezTo>
                  <a:cubicBezTo>
                    <a:pt x="453" y="2090"/>
                    <a:pt x="361" y="3003"/>
                    <a:pt x="184" y="4069"/>
                  </a:cubicBezTo>
                  <a:cubicBezTo>
                    <a:pt x="65" y="4946"/>
                    <a:pt x="4" y="5830"/>
                    <a:pt x="1" y="6716"/>
                  </a:cubicBezTo>
                  <a:cubicBezTo>
                    <a:pt x="1" y="6774"/>
                    <a:pt x="48" y="6822"/>
                    <a:pt x="108" y="6822"/>
                  </a:cubicBezTo>
                  <a:lnTo>
                    <a:pt x="108" y="6823"/>
                  </a:lnTo>
                  <a:cubicBezTo>
                    <a:pt x="163" y="6823"/>
                    <a:pt x="209" y="6780"/>
                    <a:pt x="214" y="6725"/>
                  </a:cubicBezTo>
                  <a:cubicBezTo>
                    <a:pt x="217" y="5851"/>
                    <a:pt x="276" y="4978"/>
                    <a:pt x="394" y="4112"/>
                  </a:cubicBezTo>
                  <a:cubicBezTo>
                    <a:pt x="532" y="3284"/>
                    <a:pt x="619" y="2553"/>
                    <a:pt x="651" y="2255"/>
                  </a:cubicBezTo>
                  <a:lnTo>
                    <a:pt x="2244" y="2909"/>
                  </a:lnTo>
                  <a:cubicBezTo>
                    <a:pt x="2259" y="2916"/>
                    <a:pt x="2276" y="2920"/>
                    <a:pt x="2292" y="2920"/>
                  </a:cubicBezTo>
                  <a:cubicBezTo>
                    <a:pt x="2308" y="2920"/>
                    <a:pt x="2325" y="2916"/>
                    <a:pt x="2340" y="2909"/>
                  </a:cubicBezTo>
                  <a:cubicBezTo>
                    <a:pt x="2368" y="2891"/>
                    <a:pt x="2387" y="2861"/>
                    <a:pt x="2392" y="2828"/>
                  </a:cubicBezTo>
                  <a:lnTo>
                    <a:pt x="2660" y="116"/>
                  </a:lnTo>
                  <a:lnTo>
                    <a:pt x="2660" y="114"/>
                  </a:lnTo>
                  <a:cubicBezTo>
                    <a:pt x="2666" y="57"/>
                    <a:pt x="2624" y="7"/>
                    <a:pt x="2566" y="1"/>
                  </a:cubicBezTo>
                  <a:cubicBezTo>
                    <a:pt x="2562" y="1"/>
                    <a:pt x="2559" y="0"/>
                    <a:pt x="2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5313000" y="1568300"/>
              <a:ext cx="151975" cy="151950"/>
            </a:xfrm>
            <a:custGeom>
              <a:avLst/>
              <a:gdLst/>
              <a:ahLst/>
              <a:cxnLst/>
              <a:rect l="l" t="t" r="r" b="b"/>
              <a:pathLst>
                <a:path w="6079" h="6078" extrusionOk="0">
                  <a:moveTo>
                    <a:pt x="3039" y="0"/>
                  </a:moveTo>
                  <a:cubicBezTo>
                    <a:pt x="1360" y="0"/>
                    <a:pt x="0" y="1361"/>
                    <a:pt x="0" y="3039"/>
                  </a:cubicBezTo>
                  <a:cubicBezTo>
                    <a:pt x="0" y="4717"/>
                    <a:pt x="1360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5310200" y="1565575"/>
              <a:ext cx="157400" cy="157400"/>
            </a:xfrm>
            <a:custGeom>
              <a:avLst/>
              <a:gdLst/>
              <a:ahLst/>
              <a:cxnLst/>
              <a:rect l="l" t="t" r="r" b="b"/>
              <a:pathLst>
                <a:path w="6296" h="6296" extrusionOk="0">
                  <a:moveTo>
                    <a:pt x="3151" y="215"/>
                  </a:moveTo>
                  <a:cubicBezTo>
                    <a:pt x="4773" y="218"/>
                    <a:pt x="6086" y="1534"/>
                    <a:pt x="6083" y="3157"/>
                  </a:cubicBezTo>
                  <a:cubicBezTo>
                    <a:pt x="6080" y="4775"/>
                    <a:pt x="4767" y="6084"/>
                    <a:pt x="3149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5" y="6083"/>
                    <a:pt x="214" y="4768"/>
                    <a:pt x="214" y="3148"/>
                  </a:cubicBezTo>
                  <a:cubicBezTo>
                    <a:pt x="215" y="1527"/>
                    <a:pt x="1530" y="215"/>
                    <a:pt x="3151" y="215"/>
                  </a:cubicBezTo>
                  <a:close/>
                  <a:moveTo>
                    <a:pt x="3149" y="0"/>
                  </a:moveTo>
                  <a:cubicBezTo>
                    <a:pt x="3149" y="0"/>
                    <a:pt x="3148" y="0"/>
                    <a:pt x="3147" y="0"/>
                  </a:cubicBezTo>
                  <a:cubicBezTo>
                    <a:pt x="1408" y="2"/>
                    <a:pt x="1" y="1412"/>
                    <a:pt x="1" y="3150"/>
                  </a:cubicBezTo>
                  <a:cubicBezTo>
                    <a:pt x="2" y="4888"/>
                    <a:pt x="1411" y="6296"/>
                    <a:pt x="3148" y="6296"/>
                  </a:cubicBezTo>
                  <a:cubicBezTo>
                    <a:pt x="3149" y="6296"/>
                    <a:pt x="3150" y="6296"/>
                    <a:pt x="3151" y="6296"/>
                  </a:cubicBezTo>
                  <a:cubicBezTo>
                    <a:pt x="4884" y="6291"/>
                    <a:pt x="6290" y="4890"/>
                    <a:pt x="6296" y="3157"/>
                  </a:cubicBezTo>
                  <a:lnTo>
                    <a:pt x="6296" y="3145"/>
                  </a:lnTo>
                  <a:cubicBezTo>
                    <a:pt x="6296" y="1408"/>
                    <a:pt x="4886" y="0"/>
                    <a:pt x="31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5333250" y="1568300"/>
              <a:ext cx="109150" cy="82425"/>
            </a:xfrm>
            <a:custGeom>
              <a:avLst/>
              <a:gdLst/>
              <a:ahLst/>
              <a:cxnLst/>
              <a:rect l="l" t="t" r="r" b="b"/>
              <a:pathLst>
                <a:path w="4366" h="3297" extrusionOk="0">
                  <a:moveTo>
                    <a:pt x="2240" y="0"/>
                  </a:moveTo>
                  <a:cubicBezTo>
                    <a:pt x="1455" y="0"/>
                    <a:pt x="671" y="303"/>
                    <a:pt x="78" y="907"/>
                  </a:cubicBezTo>
                  <a:cubicBezTo>
                    <a:pt x="55" y="929"/>
                    <a:pt x="33" y="953"/>
                    <a:pt x="11" y="977"/>
                  </a:cubicBezTo>
                  <a:lnTo>
                    <a:pt x="0" y="977"/>
                  </a:lnTo>
                  <a:lnTo>
                    <a:pt x="428" y="3297"/>
                  </a:lnTo>
                  <a:lnTo>
                    <a:pt x="3800" y="3297"/>
                  </a:lnTo>
                  <a:lnTo>
                    <a:pt x="4366" y="870"/>
                  </a:lnTo>
                  <a:cubicBezTo>
                    <a:pt x="3776" y="290"/>
                    <a:pt x="3008" y="0"/>
                    <a:pt x="22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5330525" y="1565875"/>
              <a:ext cx="114225" cy="87525"/>
            </a:xfrm>
            <a:custGeom>
              <a:avLst/>
              <a:gdLst/>
              <a:ahLst/>
              <a:cxnLst/>
              <a:rect l="l" t="t" r="r" b="b"/>
              <a:pathLst>
                <a:path w="4569" h="3501" extrusionOk="0">
                  <a:moveTo>
                    <a:pt x="2339" y="214"/>
                  </a:moveTo>
                  <a:cubicBezTo>
                    <a:pt x="3059" y="214"/>
                    <a:pt x="3781" y="479"/>
                    <a:pt x="4345" y="1011"/>
                  </a:cubicBezTo>
                  <a:lnTo>
                    <a:pt x="3814" y="3286"/>
                  </a:lnTo>
                  <a:lnTo>
                    <a:pt x="614" y="3286"/>
                  </a:lnTo>
                  <a:lnTo>
                    <a:pt x="224" y="1119"/>
                  </a:lnTo>
                  <a:cubicBezTo>
                    <a:pt x="798" y="517"/>
                    <a:pt x="1568" y="214"/>
                    <a:pt x="2339" y="214"/>
                  </a:cubicBezTo>
                  <a:close/>
                  <a:moveTo>
                    <a:pt x="2333" y="0"/>
                  </a:moveTo>
                  <a:cubicBezTo>
                    <a:pt x="1487" y="0"/>
                    <a:pt x="643" y="340"/>
                    <a:pt x="24" y="1011"/>
                  </a:cubicBezTo>
                  <a:cubicBezTo>
                    <a:pt x="7" y="1035"/>
                    <a:pt x="1" y="1065"/>
                    <a:pt x="5" y="1093"/>
                  </a:cubicBezTo>
                  <a:lnTo>
                    <a:pt x="420" y="3413"/>
                  </a:lnTo>
                  <a:cubicBezTo>
                    <a:pt x="429" y="3464"/>
                    <a:pt x="473" y="3501"/>
                    <a:pt x="525" y="3501"/>
                  </a:cubicBezTo>
                  <a:lnTo>
                    <a:pt x="3899" y="3501"/>
                  </a:lnTo>
                  <a:cubicBezTo>
                    <a:pt x="3943" y="3499"/>
                    <a:pt x="3982" y="3471"/>
                    <a:pt x="3997" y="3431"/>
                  </a:cubicBezTo>
                  <a:lnTo>
                    <a:pt x="4560" y="1001"/>
                  </a:lnTo>
                  <a:cubicBezTo>
                    <a:pt x="4569" y="965"/>
                    <a:pt x="4558" y="926"/>
                    <a:pt x="4531" y="901"/>
                  </a:cubicBezTo>
                  <a:cubicBezTo>
                    <a:pt x="4509" y="877"/>
                    <a:pt x="4484" y="855"/>
                    <a:pt x="4460" y="831"/>
                  </a:cubicBezTo>
                  <a:cubicBezTo>
                    <a:pt x="3857" y="275"/>
                    <a:pt x="3094" y="0"/>
                    <a:pt x="23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5365725" y="2134950"/>
              <a:ext cx="232450" cy="197100"/>
            </a:xfrm>
            <a:custGeom>
              <a:avLst/>
              <a:gdLst/>
              <a:ahLst/>
              <a:cxnLst/>
              <a:rect l="l" t="t" r="r" b="b"/>
              <a:pathLst>
                <a:path w="9298" h="7884" extrusionOk="0">
                  <a:moveTo>
                    <a:pt x="442" y="0"/>
                  </a:moveTo>
                  <a:cubicBezTo>
                    <a:pt x="442" y="0"/>
                    <a:pt x="141" y="4129"/>
                    <a:pt x="67" y="6081"/>
                  </a:cubicBezTo>
                  <a:cubicBezTo>
                    <a:pt x="1" y="7771"/>
                    <a:pt x="442" y="7884"/>
                    <a:pt x="562" y="7884"/>
                  </a:cubicBezTo>
                  <a:cubicBezTo>
                    <a:pt x="580" y="7884"/>
                    <a:pt x="591" y="7881"/>
                    <a:pt x="591" y="7881"/>
                  </a:cubicBezTo>
                  <a:lnTo>
                    <a:pt x="8020" y="7881"/>
                  </a:lnTo>
                  <a:cubicBezTo>
                    <a:pt x="8321" y="7881"/>
                    <a:pt x="9298" y="7497"/>
                    <a:pt x="8172" y="6754"/>
                  </a:cubicBezTo>
                  <a:cubicBezTo>
                    <a:pt x="7045" y="6013"/>
                    <a:pt x="5318" y="4055"/>
                    <a:pt x="4868" y="3453"/>
                  </a:cubicBezTo>
                  <a:cubicBezTo>
                    <a:pt x="4419" y="2852"/>
                    <a:pt x="3444" y="0"/>
                    <a:pt x="3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5363625" y="2132075"/>
              <a:ext cx="223725" cy="202550"/>
            </a:xfrm>
            <a:custGeom>
              <a:avLst/>
              <a:gdLst/>
              <a:ahLst/>
              <a:cxnLst/>
              <a:rect l="l" t="t" r="r" b="b"/>
              <a:pathLst>
                <a:path w="8949" h="8102" extrusionOk="0">
                  <a:moveTo>
                    <a:pt x="3452" y="206"/>
                  </a:moveTo>
                  <a:cubicBezTo>
                    <a:pt x="3609" y="666"/>
                    <a:pt x="4440" y="3057"/>
                    <a:pt x="4868" y="3617"/>
                  </a:cubicBezTo>
                  <a:cubicBezTo>
                    <a:pt x="5363" y="4281"/>
                    <a:pt x="7098" y="6211"/>
                    <a:pt x="8195" y="6945"/>
                  </a:cubicBezTo>
                  <a:cubicBezTo>
                    <a:pt x="8550" y="7180"/>
                    <a:pt x="8728" y="7368"/>
                    <a:pt x="8669" y="7560"/>
                  </a:cubicBezTo>
                  <a:cubicBezTo>
                    <a:pt x="8609" y="7752"/>
                    <a:pt x="8267" y="7874"/>
                    <a:pt x="8104" y="7874"/>
                  </a:cubicBezTo>
                  <a:lnTo>
                    <a:pt x="654" y="7874"/>
                  </a:lnTo>
                  <a:cubicBezTo>
                    <a:pt x="652" y="7874"/>
                    <a:pt x="650" y="7874"/>
                    <a:pt x="649" y="7874"/>
                  </a:cubicBezTo>
                  <a:cubicBezTo>
                    <a:pt x="606" y="7874"/>
                    <a:pt x="565" y="7856"/>
                    <a:pt x="536" y="7825"/>
                  </a:cubicBezTo>
                  <a:cubicBezTo>
                    <a:pt x="413" y="7713"/>
                    <a:pt x="212" y="7353"/>
                    <a:pt x="256" y="6183"/>
                  </a:cubicBezTo>
                  <a:cubicBezTo>
                    <a:pt x="325" y="4427"/>
                    <a:pt x="578" y="851"/>
                    <a:pt x="624" y="212"/>
                  </a:cubicBezTo>
                  <a:lnTo>
                    <a:pt x="623" y="212"/>
                  </a:lnTo>
                  <a:lnTo>
                    <a:pt x="3452" y="206"/>
                  </a:lnTo>
                  <a:close/>
                  <a:moveTo>
                    <a:pt x="521" y="1"/>
                  </a:moveTo>
                  <a:cubicBezTo>
                    <a:pt x="465" y="1"/>
                    <a:pt x="419" y="42"/>
                    <a:pt x="414" y="99"/>
                  </a:cubicBezTo>
                  <a:cubicBezTo>
                    <a:pt x="413" y="141"/>
                    <a:pt x="113" y="4250"/>
                    <a:pt x="39" y="6183"/>
                  </a:cubicBezTo>
                  <a:cubicBezTo>
                    <a:pt x="0" y="7164"/>
                    <a:pt x="124" y="7777"/>
                    <a:pt x="405" y="8007"/>
                  </a:cubicBezTo>
                  <a:cubicBezTo>
                    <a:pt x="472" y="8066"/>
                    <a:pt x="557" y="8099"/>
                    <a:pt x="646" y="8102"/>
                  </a:cubicBezTo>
                  <a:lnTo>
                    <a:pt x="636" y="8091"/>
                  </a:lnTo>
                  <a:lnTo>
                    <a:pt x="8100" y="8091"/>
                  </a:lnTo>
                  <a:cubicBezTo>
                    <a:pt x="8286" y="8091"/>
                    <a:pt x="8767" y="7957"/>
                    <a:pt x="8868" y="7627"/>
                  </a:cubicBezTo>
                  <a:cubicBezTo>
                    <a:pt x="8949" y="7362"/>
                    <a:pt x="8761" y="7075"/>
                    <a:pt x="8308" y="6774"/>
                  </a:cubicBezTo>
                  <a:cubicBezTo>
                    <a:pt x="7232" y="6055"/>
                    <a:pt x="5524" y="4150"/>
                    <a:pt x="5033" y="3495"/>
                  </a:cubicBezTo>
                  <a:cubicBezTo>
                    <a:pt x="4598" y="2916"/>
                    <a:pt x="3624" y="100"/>
                    <a:pt x="3624" y="74"/>
                  </a:cubicBezTo>
                  <a:cubicBezTo>
                    <a:pt x="3608" y="29"/>
                    <a:pt x="3568" y="1"/>
                    <a:pt x="35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5422700" y="2221325"/>
              <a:ext cx="159925" cy="95625"/>
            </a:xfrm>
            <a:custGeom>
              <a:avLst/>
              <a:gdLst/>
              <a:ahLst/>
              <a:cxnLst/>
              <a:rect l="l" t="t" r="r" b="b"/>
              <a:pathLst>
                <a:path w="6397" h="3825" extrusionOk="0">
                  <a:moveTo>
                    <a:pt x="2272" y="0"/>
                  </a:moveTo>
                  <a:cubicBezTo>
                    <a:pt x="1697" y="0"/>
                    <a:pt x="1155" y="306"/>
                    <a:pt x="864" y="821"/>
                  </a:cubicBezTo>
                  <a:cubicBezTo>
                    <a:pt x="288" y="1713"/>
                    <a:pt x="0" y="2762"/>
                    <a:pt x="39" y="3825"/>
                  </a:cubicBezTo>
                  <a:lnTo>
                    <a:pt x="6397" y="3825"/>
                  </a:lnTo>
                  <a:cubicBezTo>
                    <a:pt x="6286" y="3601"/>
                    <a:pt x="6111" y="3417"/>
                    <a:pt x="5893" y="3298"/>
                  </a:cubicBezTo>
                  <a:cubicBezTo>
                    <a:pt x="4790" y="2564"/>
                    <a:pt x="3114" y="679"/>
                    <a:pt x="2622" y="38"/>
                  </a:cubicBezTo>
                  <a:cubicBezTo>
                    <a:pt x="2505" y="13"/>
                    <a:pt x="2388" y="0"/>
                    <a:pt x="2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5419900" y="2218675"/>
              <a:ext cx="165475" cy="100925"/>
            </a:xfrm>
            <a:custGeom>
              <a:avLst/>
              <a:gdLst/>
              <a:ahLst/>
              <a:cxnLst/>
              <a:rect l="l" t="t" r="r" b="b"/>
              <a:pathLst>
                <a:path w="6619" h="4037" extrusionOk="0">
                  <a:moveTo>
                    <a:pt x="2380" y="213"/>
                  </a:moveTo>
                  <a:cubicBezTo>
                    <a:pt x="2478" y="213"/>
                    <a:pt x="2577" y="223"/>
                    <a:pt x="2676" y="243"/>
                  </a:cubicBezTo>
                  <a:cubicBezTo>
                    <a:pt x="3194" y="908"/>
                    <a:pt x="4847" y="2762"/>
                    <a:pt x="5946" y="3493"/>
                  </a:cubicBezTo>
                  <a:cubicBezTo>
                    <a:pt x="6089" y="3582"/>
                    <a:pt x="6218" y="3694"/>
                    <a:pt x="6327" y="3823"/>
                  </a:cubicBezTo>
                  <a:lnTo>
                    <a:pt x="251" y="3823"/>
                  </a:lnTo>
                  <a:cubicBezTo>
                    <a:pt x="245" y="2818"/>
                    <a:pt x="528" y="1831"/>
                    <a:pt x="1067" y="983"/>
                  </a:cubicBezTo>
                  <a:cubicBezTo>
                    <a:pt x="1336" y="502"/>
                    <a:pt x="1843" y="213"/>
                    <a:pt x="2380" y="213"/>
                  </a:cubicBezTo>
                  <a:close/>
                  <a:moveTo>
                    <a:pt x="2387" y="0"/>
                  </a:moveTo>
                  <a:cubicBezTo>
                    <a:pt x="1776" y="0"/>
                    <a:pt x="1197" y="325"/>
                    <a:pt x="885" y="872"/>
                  </a:cubicBezTo>
                  <a:cubicBezTo>
                    <a:pt x="294" y="1784"/>
                    <a:pt x="1" y="2856"/>
                    <a:pt x="44" y="3941"/>
                  </a:cubicBezTo>
                  <a:cubicBezTo>
                    <a:pt x="51" y="3995"/>
                    <a:pt x="96" y="4036"/>
                    <a:pt x="151" y="4036"/>
                  </a:cubicBezTo>
                  <a:lnTo>
                    <a:pt x="6509" y="4036"/>
                  </a:lnTo>
                  <a:cubicBezTo>
                    <a:pt x="6543" y="4036"/>
                    <a:pt x="6574" y="4020"/>
                    <a:pt x="6595" y="3992"/>
                  </a:cubicBezTo>
                  <a:cubicBezTo>
                    <a:pt x="6614" y="3963"/>
                    <a:pt x="6619" y="3926"/>
                    <a:pt x="6608" y="3893"/>
                  </a:cubicBezTo>
                  <a:cubicBezTo>
                    <a:pt x="6492" y="3648"/>
                    <a:pt x="6300" y="3447"/>
                    <a:pt x="6062" y="3316"/>
                  </a:cubicBezTo>
                  <a:cubicBezTo>
                    <a:pt x="4966" y="2585"/>
                    <a:pt x="3298" y="703"/>
                    <a:pt x="2819" y="79"/>
                  </a:cubicBezTo>
                  <a:cubicBezTo>
                    <a:pt x="2801" y="56"/>
                    <a:pt x="2777" y="43"/>
                    <a:pt x="2751" y="39"/>
                  </a:cubicBezTo>
                  <a:cubicBezTo>
                    <a:pt x="2629" y="13"/>
                    <a:pt x="2508" y="0"/>
                    <a:pt x="2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5366900" y="2238425"/>
              <a:ext cx="39875" cy="74725"/>
            </a:xfrm>
            <a:custGeom>
              <a:avLst/>
              <a:gdLst/>
              <a:ahLst/>
              <a:cxnLst/>
              <a:rect l="l" t="t" r="r" b="b"/>
              <a:pathLst>
                <a:path w="1595" h="2989" extrusionOk="0">
                  <a:moveTo>
                    <a:pt x="119" y="0"/>
                  </a:moveTo>
                  <a:cubicBezTo>
                    <a:pt x="76" y="724"/>
                    <a:pt x="37" y="1411"/>
                    <a:pt x="20" y="1939"/>
                  </a:cubicBezTo>
                  <a:cubicBezTo>
                    <a:pt x="0" y="2290"/>
                    <a:pt x="14" y="2642"/>
                    <a:pt x="61" y="2989"/>
                  </a:cubicBezTo>
                  <a:lnTo>
                    <a:pt x="1595" y="2987"/>
                  </a:lnTo>
                  <a:cubicBezTo>
                    <a:pt x="1595" y="1952"/>
                    <a:pt x="718" y="724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>
              <a:off x="5364225" y="2235900"/>
              <a:ext cx="45025" cy="79925"/>
            </a:xfrm>
            <a:custGeom>
              <a:avLst/>
              <a:gdLst/>
              <a:ahLst/>
              <a:cxnLst/>
              <a:rect l="l" t="t" r="r" b="b"/>
              <a:pathLst>
                <a:path w="1801" h="3197" extrusionOk="0">
                  <a:moveTo>
                    <a:pt x="311" y="383"/>
                  </a:moveTo>
                  <a:cubicBezTo>
                    <a:pt x="838" y="1043"/>
                    <a:pt x="1540" y="2088"/>
                    <a:pt x="1592" y="2983"/>
                  </a:cubicBezTo>
                  <a:lnTo>
                    <a:pt x="261" y="2983"/>
                  </a:lnTo>
                  <a:cubicBezTo>
                    <a:pt x="225" y="2671"/>
                    <a:pt x="214" y="2357"/>
                    <a:pt x="228" y="2045"/>
                  </a:cubicBezTo>
                  <a:cubicBezTo>
                    <a:pt x="243" y="1622"/>
                    <a:pt x="273" y="1066"/>
                    <a:pt x="311" y="383"/>
                  </a:cubicBezTo>
                  <a:close/>
                  <a:moveTo>
                    <a:pt x="228" y="0"/>
                  </a:moveTo>
                  <a:cubicBezTo>
                    <a:pt x="171" y="0"/>
                    <a:pt x="124" y="42"/>
                    <a:pt x="119" y="100"/>
                  </a:cubicBezTo>
                  <a:cubicBezTo>
                    <a:pt x="70" y="910"/>
                    <a:pt x="37" y="1562"/>
                    <a:pt x="19" y="2040"/>
                  </a:cubicBezTo>
                  <a:cubicBezTo>
                    <a:pt x="0" y="2396"/>
                    <a:pt x="15" y="2753"/>
                    <a:pt x="64" y="3106"/>
                  </a:cubicBezTo>
                  <a:cubicBezTo>
                    <a:pt x="72" y="3158"/>
                    <a:pt x="116" y="3197"/>
                    <a:pt x="168" y="3197"/>
                  </a:cubicBezTo>
                  <a:lnTo>
                    <a:pt x="1702" y="3197"/>
                  </a:lnTo>
                  <a:lnTo>
                    <a:pt x="1702" y="3196"/>
                  </a:lnTo>
                  <a:cubicBezTo>
                    <a:pt x="1756" y="3193"/>
                    <a:pt x="1799" y="3148"/>
                    <a:pt x="1800" y="3094"/>
                  </a:cubicBezTo>
                  <a:cubicBezTo>
                    <a:pt x="1800" y="2059"/>
                    <a:pt x="992" y="861"/>
                    <a:pt x="307" y="37"/>
                  </a:cubicBezTo>
                  <a:cubicBezTo>
                    <a:pt x="289" y="17"/>
                    <a:pt x="262" y="2"/>
                    <a:pt x="234" y="0"/>
                  </a:cubicBezTo>
                  <a:cubicBezTo>
                    <a:pt x="232" y="0"/>
                    <a:pt x="230" y="0"/>
                    <a:pt x="2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5374225" y="2134900"/>
              <a:ext cx="90450" cy="35700"/>
            </a:xfrm>
            <a:custGeom>
              <a:avLst/>
              <a:gdLst/>
              <a:ahLst/>
              <a:cxnLst/>
              <a:rect l="l" t="t" r="r" b="b"/>
              <a:pathLst>
                <a:path w="3618" h="1428" extrusionOk="0">
                  <a:moveTo>
                    <a:pt x="102" y="1"/>
                  </a:moveTo>
                  <a:cubicBezTo>
                    <a:pt x="102" y="1"/>
                    <a:pt x="59" y="589"/>
                    <a:pt x="1" y="1427"/>
                  </a:cubicBezTo>
                  <a:lnTo>
                    <a:pt x="3617" y="1427"/>
                  </a:lnTo>
                  <a:cubicBezTo>
                    <a:pt x="3333" y="66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5371350" y="2132225"/>
              <a:ext cx="96100" cy="41050"/>
            </a:xfrm>
            <a:custGeom>
              <a:avLst/>
              <a:gdLst/>
              <a:ahLst/>
              <a:cxnLst/>
              <a:rect l="l" t="t" r="r" b="b"/>
              <a:pathLst>
                <a:path w="3844" h="1642" extrusionOk="0">
                  <a:moveTo>
                    <a:pt x="3143" y="213"/>
                  </a:moveTo>
                  <a:cubicBezTo>
                    <a:pt x="3204" y="391"/>
                    <a:pt x="3366" y="878"/>
                    <a:pt x="3579" y="1427"/>
                  </a:cubicBezTo>
                  <a:lnTo>
                    <a:pt x="229" y="1427"/>
                  </a:lnTo>
                  <a:cubicBezTo>
                    <a:pt x="269" y="848"/>
                    <a:pt x="311" y="404"/>
                    <a:pt x="311" y="213"/>
                  </a:cubicBezTo>
                  <a:close/>
                  <a:moveTo>
                    <a:pt x="208" y="1"/>
                  </a:moveTo>
                  <a:cubicBezTo>
                    <a:pt x="153" y="1"/>
                    <a:pt x="105" y="44"/>
                    <a:pt x="101" y="99"/>
                  </a:cubicBezTo>
                  <a:cubicBezTo>
                    <a:pt x="101" y="99"/>
                    <a:pt x="59" y="687"/>
                    <a:pt x="1" y="1525"/>
                  </a:cubicBezTo>
                  <a:cubicBezTo>
                    <a:pt x="1" y="1528"/>
                    <a:pt x="1" y="1531"/>
                    <a:pt x="1" y="1534"/>
                  </a:cubicBezTo>
                  <a:cubicBezTo>
                    <a:pt x="1" y="1594"/>
                    <a:pt x="49" y="1641"/>
                    <a:pt x="108" y="1641"/>
                  </a:cubicBezTo>
                  <a:lnTo>
                    <a:pt x="3725" y="1641"/>
                  </a:lnTo>
                  <a:cubicBezTo>
                    <a:pt x="3735" y="1641"/>
                    <a:pt x="3747" y="1638"/>
                    <a:pt x="3758" y="1635"/>
                  </a:cubicBezTo>
                  <a:cubicBezTo>
                    <a:pt x="3814" y="1615"/>
                    <a:pt x="3844" y="1552"/>
                    <a:pt x="3825" y="1495"/>
                  </a:cubicBezTo>
                  <a:cubicBezTo>
                    <a:pt x="3540" y="749"/>
                    <a:pt x="3311" y="74"/>
                    <a:pt x="3311" y="74"/>
                  </a:cubicBezTo>
                  <a:cubicBezTo>
                    <a:pt x="3296" y="30"/>
                    <a:pt x="3254" y="1"/>
                    <a:pt x="32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5133175" y="691650"/>
              <a:ext cx="132375" cy="193125"/>
            </a:xfrm>
            <a:custGeom>
              <a:avLst/>
              <a:gdLst/>
              <a:ahLst/>
              <a:cxnLst/>
              <a:rect l="l" t="t" r="r" b="b"/>
              <a:pathLst>
                <a:path w="5295" h="7725" extrusionOk="0">
                  <a:moveTo>
                    <a:pt x="0" y="0"/>
                  </a:moveTo>
                  <a:lnTo>
                    <a:pt x="0" y="5077"/>
                  </a:lnTo>
                  <a:cubicBezTo>
                    <a:pt x="2" y="6540"/>
                    <a:pt x="1187" y="7725"/>
                    <a:pt x="2649" y="7725"/>
                  </a:cubicBezTo>
                  <a:cubicBezTo>
                    <a:pt x="4110" y="7725"/>
                    <a:pt x="5295" y="6540"/>
                    <a:pt x="5295" y="5077"/>
                  </a:cubicBezTo>
                  <a:lnTo>
                    <a:pt x="5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5130500" y="689000"/>
              <a:ext cx="137700" cy="198425"/>
            </a:xfrm>
            <a:custGeom>
              <a:avLst/>
              <a:gdLst/>
              <a:ahLst/>
              <a:cxnLst/>
              <a:rect l="l" t="t" r="r" b="b"/>
              <a:pathLst>
                <a:path w="5508" h="7937" extrusionOk="0">
                  <a:moveTo>
                    <a:pt x="5295" y="213"/>
                  </a:moveTo>
                  <a:lnTo>
                    <a:pt x="5295" y="5183"/>
                  </a:lnTo>
                  <a:cubicBezTo>
                    <a:pt x="5256" y="6529"/>
                    <a:pt x="4174" y="7612"/>
                    <a:pt x="2828" y="7651"/>
                  </a:cubicBezTo>
                  <a:cubicBezTo>
                    <a:pt x="2802" y="7651"/>
                    <a:pt x="2776" y="7652"/>
                    <a:pt x="2751" y="7652"/>
                  </a:cubicBezTo>
                  <a:cubicBezTo>
                    <a:pt x="1383" y="7652"/>
                    <a:pt x="254" y="6562"/>
                    <a:pt x="213" y="5183"/>
                  </a:cubicBezTo>
                  <a:lnTo>
                    <a:pt x="213" y="213"/>
                  </a:lnTo>
                  <a:close/>
                  <a:moveTo>
                    <a:pt x="107" y="0"/>
                  </a:moveTo>
                  <a:cubicBezTo>
                    <a:pt x="48" y="0"/>
                    <a:pt x="2" y="48"/>
                    <a:pt x="0" y="106"/>
                  </a:cubicBezTo>
                  <a:lnTo>
                    <a:pt x="0" y="5183"/>
                  </a:lnTo>
                  <a:cubicBezTo>
                    <a:pt x="3" y="6704"/>
                    <a:pt x="1234" y="7937"/>
                    <a:pt x="2755" y="7937"/>
                  </a:cubicBezTo>
                  <a:cubicBezTo>
                    <a:pt x="4275" y="7937"/>
                    <a:pt x="5508" y="6704"/>
                    <a:pt x="5508" y="5183"/>
                  </a:cubicBezTo>
                  <a:lnTo>
                    <a:pt x="5508" y="106"/>
                  </a:lnTo>
                  <a:cubicBezTo>
                    <a:pt x="5508" y="48"/>
                    <a:pt x="5460" y="0"/>
                    <a:pt x="54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5096200" y="459425"/>
              <a:ext cx="204525" cy="300650"/>
            </a:xfrm>
            <a:custGeom>
              <a:avLst/>
              <a:gdLst/>
              <a:ahLst/>
              <a:cxnLst/>
              <a:rect l="l" t="t" r="r" b="b"/>
              <a:pathLst>
                <a:path w="8181" h="12026" extrusionOk="0">
                  <a:moveTo>
                    <a:pt x="4263" y="0"/>
                  </a:moveTo>
                  <a:cubicBezTo>
                    <a:pt x="2612" y="0"/>
                    <a:pt x="933" y="1115"/>
                    <a:pt x="547" y="2555"/>
                  </a:cubicBezTo>
                  <a:cubicBezTo>
                    <a:pt x="1" y="4587"/>
                    <a:pt x="547" y="8804"/>
                    <a:pt x="547" y="8804"/>
                  </a:cubicBezTo>
                  <a:lnTo>
                    <a:pt x="2976" y="12026"/>
                  </a:lnTo>
                  <a:lnTo>
                    <a:pt x="5255" y="12026"/>
                  </a:lnTo>
                  <a:lnTo>
                    <a:pt x="7834" y="8752"/>
                  </a:lnTo>
                  <a:lnTo>
                    <a:pt x="7934" y="3995"/>
                  </a:lnTo>
                  <a:cubicBezTo>
                    <a:pt x="7934" y="3995"/>
                    <a:pt x="8181" y="2110"/>
                    <a:pt x="6198" y="624"/>
                  </a:cubicBezTo>
                  <a:cubicBezTo>
                    <a:pt x="5619" y="190"/>
                    <a:pt x="4943" y="0"/>
                    <a:pt x="4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5093650" y="456550"/>
              <a:ext cx="208425" cy="306175"/>
            </a:xfrm>
            <a:custGeom>
              <a:avLst/>
              <a:gdLst/>
              <a:ahLst/>
              <a:cxnLst/>
              <a:rect l="l" t="t" r="r" b="b"/>
              <a:pathLst>
                <a:path w="8337" h="12247" extrusionOk="0">
                  <a:moveTo>
                    <a:pt x="4364" y="223"/>
                  </a:moveTo>
                  <a:cubicBezTo>
                    <a:pt x="5055" y="223"/>
                    <a:pt x="5702" y="427"/>
                    <a:pt x="6236" y="826"/>
                  </a:cubicBezTo>
                  <a:cubicBezTo>
                    <a:pt x="8143" y="2256"/>
                    <a:pt x="7930" y="4081"/>
                    <a:pt x="7930" y="4099"/>
                  </a:cubicBezTo>
                  <a:lnTo>
                    <a:pt x="7930" y="4111"/>
                  </a:lnTo>
                  <a:lnTo>
                    <a:pt x="7832" y="8835"/>
                  </a:lnTo>
                  <a:lnTo>
                    <a:pt x="5307" y="12034"/>
                  </a:lnTo>
                  <a:lnTo>
                    <a:pt x="3131" y="12034"/>
                  </a:lnTo>
                  <a:lnTo>
                    <a:pt x="743" y="8886"/>
                  </a:lnTo>
                  <a:cubicBezTo>
                    <a:pt x="695" y="8511"/>
                    <a:pt x="234" y="4605"/>
                    <a:pt x="743" y="2701"/>
                  </a:cubicBezTo>
                  <a:cubicBezTo>
                    <a:pt x="1011" y="1724"/>
                    <a:pt x="1939" y="841"/>
                    <a:pt x="3088" y="445"/>
                  </a:cubicBezTo>
                  <a:cubicBezTo>
                    <a:pt x="3519" y="297"/>
                    <a:pt x="3949" y="223"/>
                    <a:pt x="4364" y="223"/>
                  </a:cubicBezTo>
                  <a:close/>
                  <a:moveTo>
                    <a:pt x="4384" y="1"/>
                  </a:moveTo>
                  <a:cubicBezTo>
                    <a:pt x="3945" y="1"/>
                    <a:pt x="3486" y="80"/>
                    <a:pt x="3018" y="241"/>
                  </a:cubicBezTo>
                  <a:cubicBezTo>
                    <a:pt x="1773" y="670"/>
                    <a:pt x="826" y="1590"/>
                    <a:pt x="542" y="2643"/>
                  </a:cubicBezTo>
                  <a:cubicBezTo>
                    <a:pt x="0" y="4666"/>
                    <a:pt x="521" y="8758"/>
                    <a:pt x="542" y="8931"/>
                  </a:cubicBezTo>
                  <a:cubicBezTo>
                    <a:pt x="545" y="8950"/>
                    <a:pt x="552" y="8968"/>
                    <a:pt x="564" y="8983"/>
                  </a:cubicBezTo>
                  <a:lnTo>
                    <a:pt x="2993" y="12205"/>
                  </a:lnTo>
                  <a:cubicBezTo>
                    <a:pt x="3014" y="12232"/>
                    <a:pt x="3045" y="12247"/>
                    <a:pt x="3078" y="12247"/>
                  </a:cubicBezTo>
                  <a:lnTo>
                    <a:pt x="5357" y="12247"/>
                  </a:lnTo>
                  <a:cubicBezTo>
                    <a:pt x="5359" y="12247"/>
                    <a:pt x="5360" y="12247"/>
                    <a:pt x="5362" y="12247"/>
                  </a:cubicBezTo>
                  <a:cubicBezTo>
                    <a:pt x="5395" y="12247"/>
                    <a:pt x="5427" y="12232"/>
                    <a:pt x="5447" y="12206"/>
                  </a:cubicBezTo>
                  <a:lnTo>
                    <a:pt x="8021" y="8934"/>
                  </a:lnTo>
                  <a:cubicBezTo>
                    <a:pt x="8034" y="8914"/>
                    <a:pt x="8042" y="8892"/>
                    <a:pt x="8042" y="8870"/>
                  </a:cubicBezTo>
                  <a:lnTo>
                    <a:pt x="8143" y="4116"/>
                  </a:lnTo>
                  <a:cubicBezTo>
                    <a:pt x="8159" y="3976"/>
                    <a:pt x="8337" y="2132"/>
                    <a:pt x="6364" y="652"/>
                  </a:cubicBezTo>
                  <a:cubicBezTo>
                    <a:pt x="5791" y="221"/>
                    <a:pt x="5115" y="1"/>
                    <a:pt x="43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5104950" y="459400"/>
              <a:ext cx="189825" cy="94950"/>
            </a:xfrm>
            <a:custGeom>
              <a:avLst/>
              <a:gdLst/>
              <a:ahLst/>
              <a:cxnLst/>
              <a:rect l="l" t="t" r="r" b="b"/>
              <a:pathLst>
                <a:path w="7593" h="3798" extrusionOk="0">
                  <a:moveTo>
                    <a:pt x="3914" y="0"/>
                  </a:moveTo>
                  <a:cubicBezTo>
                    <a:pt x="2262" y="0"/>
                    <a:pt x="583" y="1116"/>
                    <a:pt x="197" y="2556"/>
                  </a:cubicBezTo>
                  <a:cubicBezTo>
                    <a:pt x="96" y="2964"/>
                    <a:pt x="30" y="3379"/>
                    <a:pt x="1" y="3798"/>
                  </a:cubicBezTo>
                  <a:lnTo>
                    <a:pt x="7593" y="3798"/>
                  </a:lnTo>
                  <a:cubicBezTo>
                    <a:pt x="7593" y="3275"/>
                    <a:pt x="7445" y="1820"/>
                    <a:pt x="5848" y="623"/>
                  </a:cubicBezTo>
                  <a:cubicBezTo>
                    <a:pt x="5269" y="189"/>
                    <a:pt x="4594" y="0"/>
                    <a:pt x="391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5102225" y="456475"/>
              <a:ext cx="195275" cy="100400"/>
            </a:xfrm>
            <a:custGeom>
              <a:avLst/>
              <a:gdLst/>
              <a:ahLst/>
              <a:cxnLst/>
              <a:rect l="l" t="t" r="r" b="b"/>
              <a:pathLst>
                <a:path w="7811" h="4016" extrusionOk="0">
                  <a:moveTo>
                    <a:pt x="4018" y="213"/>
                  </a:moveTo>
                  <a:cubicBezTo>
                    <a:pt x="4709" y="213"/>
                    <a:pt x="5357" y="418"/>
                    <a:pt x="5890" y="818"/>
                  </a:cubicBezTo>
                  <a:cubicBezTo>
                    <a:pt x="7343" y="1909"/>
                    <a:pt x="7574" y="3200"/>
                    <a:pt x="7595" y="3803"/>
                  </a:cubicBezTo>
                  <a:lnTo>
                    <a:pt x="227" y="3803"/>
                  </a:lnTo>
                  <a:cubicBezTo>
                    <a:pt x="253" y="3429"/>
                    <a:pt x="309" y="3057"/>
                    <a:pt x="396" y="2692"/>
                  </a:cubicBezTo>
                  <a:cubicBezTo>
                    <a:pt x="664" y="1715"/>
                    <a:pt x="1591" y="832"/>
                    <a:pt x="2741" y="436"/>
                  </a:cubicBezTo>
                  <a:cubicBezTo>
                    <a:pt x="3172" y="287"/>
                    <a:pt x="3603" y="213"/>
                    <a:pt x="4018" y="213"/>
                  </a:cubicBezTo>
                  <a:close/>
                  <a:moveTo>
                    <a:pt x="4036" y="1"/>
                  </a:moveTo>
                  <a:cubicBezTo>
                    <a:pt x="3599" y="1"/>
                    <a:pt x="3143" y="80"/>
                    <a:pt x="2678" y="240"/>
                  </a:cubicBezTo>
                  <a:cubicBezTo>
                    <a:pt x="1432" y="669"/>
                    <a:pt x="485" y="1589"/>
                    <a:pt x="202" y="2641"/>
                  </a:cubicBezTo>
                  <a:cubicBezTo>
                    <a:pt x="101" y="3054"/>
                    <a:pt x="34" y="3477"/>
                    <a:pt x="5" y="3901"/>
                  </a:cubicBezTo>
                  <a:cubicBezTo>
                    <a:pt x="1" y="3931"/>
                    <a:pt x="11" y="3959"/>
                    <a:pt x="34" y="3980"/>
                  </a:cubicBezTo>
                  <a:cubicBezTo>
                    <a:pt x="51" y="4003"/>
                    <a:pt x="77" y="4016"/>
                    <a:pt x="105" y="4016"/>
                  </a:cubicBezTo>
                  <a:cubicBezTo>
                    <a:pt x="107" y="4016"/>
                    <a:pt x="108" y="4016"/>
                    <a:pt x="110" y="4016"/>
                  </a:cubicBezTo>
                  <a:lnTo>
                    <a:pt x="7702" y="4016"/>
                  </a:lnTo>
                  <a:cubicBezTo>
                    <a:pt x="7758" y="4016"/>
                    <a:pt x="7806" y="3971"/>
                    <a:pt x="7809" y="3915"/>
                  </a:cubicBezTo>
                  <a:cubicBezTo>
                    <a:pt x="7810" y="3338"/>
                    <a:pt x="7642" y="1869"/>
                    <a:pt x="6021" y="655"/>
                  </a:cubicBezTo>
                  <a:cubicBezTo>
                    <a:pt x="5446" y="223"/>
                    <a:pt x="4768" y="1"/>
                    <a:pt x="40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5144675" y="486050"/>
              <a:ext cx="15475" cy="69950"/>
            </a:xfrm>
            <a:custGeom>
              <a:avLst/>
              <a:gdLst/>
              <a:ahLst/>
              <a:cxnLst/>
              <a:rect l="l" t="t" r="r" b="b"/>
              <a:pathLst>
                <a:path w="619" h="2798" extrusionOk="0">
                  <a:moveTo>
                    <a:pt x="513" y="1"/>
                  </a:moveTo>
                  <a:cubicBezTo>
                    <a:pt x="453" y="2"/>
                    <a:pt x="407" y="50"/>
                    <a:pt x="405" y="108"/>
                  </a:cubicBezTo>
                  <a:lnTo>
                    <a:pt x="405" y="1387"/>
                  </a:lnTo>
                  <a:lnTo>
                    <a:pt x="32" y="1761"/>
                  </a:lnTo>
                  <a:cubicBezTo>
                    <a:pt x="12" y="1782"/>
                    <a:pt x="0" y="1808"/>
                    <a:pt x="0" y="1837"/>
                  </a:cubicBezTo>
                  <a:lnTo>
                    <a:pt x="0" y="2690"/>
                  </a:lnTo>
                  <a:cubicBezTo>
                    <a:pt x="0" y="2749"/>
                    <a:pt x="48" y="2797"/>
                    <a:pt x="108" y="2797"/>
                  </a:cubicBezTo>
                  <a:cubicBezTo>
                    <a:pt x="163" y="2794"/>
                    <a:pt x="207" y="2746"/>
                    <a:pt x="207" y="2691"/>
                  </a:cubicBezTo>
                  <a:lnTo>
                    <a:pt x="207" y="1875"/>
                  </a:lnTo>
                  <a:lnTo>
                    <a:pt x="588" y="1496"/>
                  </a:lnTo>
                  <a:cubicBezTo>
                    <a:pt x="608" y="1476"/>
                    <a:pt x="618" y="1450"/>
                    <a:pt x="618" y="1421"/>
                  </a:cubicBezTo>
                  <a:lnTo>
                    <a:pt x="618" y="108"/>
                  </a:lnTo>
                  <a:cubicBezTo>
                    <a:pt x="618" y="48"/>
                    <a:pt x="571" y="1"/>
                    <a:pt x="5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5187625" y="470750"/>
              <a:ext cx="20825" cy="62575"/>
            </a:xfrm>
            <a:custGeom>
              <a:avLst/>
              <a:gdLst/>
              <a:ahLst/>
              <a:cxnLst/>
              <a:rect l="l" t="t" r="r" b="b"/>
              <a:pathLst>
                <a:path w="833" h="2503" extrusionOk="0">
                  <a:moveTo>
                    <a:pt x="108" y="1"/>
                  </a:moveTo>
                  <a:cubicBezTo>
                    <a:pt x="50" y="1"/>
                    <a:pt x="1" y="49"/>
                    <a:pt x="1" y="108"/>
                  </a:cubicBezTo>
                  <a:lnTo>
                    <a:pt x="1" y="1205"/>
                  </a:lnTo>
                  <a:cubicBezTo>
                    <a:pt x="1" y="1265"/>
                    <a:pt x="50" y="1313"/>
                    <a:pt x="108" y="1313"/>
                  </a:cubicBezTo>
                  <a:lnTo>
                    <a:pt x="620" y="1313"/>
                  </a:lnTo>
                  <a:lnTo>
                    <a:pt x="620" y="2397"/>
                  </a:lnTo>
                  <a:cubicBezTo>
                    <a:pt x="620" y="2455"/>
                    <a:pt x="668" y="2502"/>
                    <a:pt x="726" y="2502"/>
                  </a:cubicBezTo>
                  <a:cubicBezTo>
                    <a:pt x="784" y="2502"/>
                    <a:pt x="831" y="2456"/>
                    <a:pt x="833" y="2398"/>
                  </a:cubicBezTo>
                  <a:lnTo>
                    <a:pt x="833" y="1205"/>
                  </a:lnTo>
                  <a:cubicBezTo>
                    <a:pt x="833" y="1147"/>
                    <a:pt x="785" y="1100"/>
                    <a:pt x="726" y="1100"/>
                  </a:cubicBezTo>
                  <a:lnTo>
                    <a:pt x="215" y="1100"/>
                  </a:lnTo>
                  <a:lnTo>
                    <a:pt x="215" y="108"/>
                  </a:lnTo>
                  <a:cubicBezTo>
                    <a:pt x="215" y="49"/>
                    <a:pt x="167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5231725" y="472325"/>
              <a:ext cx="22100" cy="83675"/>
            </a:xfrm>
            <a:custGeom>
              <a:avLst/>
              <a:gdLst/>
              <a:ahLst/>
              <a:cxnLst/>
              <a:rect l="l" t="t" r="r" b="b"/>
              <a:pathLst>
                <a:path w="884" h="3347" extrusionOk="0">
                  <a:moveTo>
                    <a:pt x="777" y="0"/>
                  </a:moveTo>
                  <a:cubicBezTo>
                    <a:pt x="719" y="0"/>
                    <a:pt x="671" y="48"/>
                    <a:pt x="671" y="106"/>
                  </a:cubicBezTo>
                  <a:lnTo>
                    <a:pt x="671" y="1655"/>
                  </a:lnTo>
                  <a:lnTo>
                    <a:pt x="108" y="1655"/>
                  </a:lnTo>
                  <a:cubicBezTo>
                    <a:pt x="49" y="1655"/>
                    <a:pt x="1" y="1702"/>
                    <a:pt x="1" y="1762"/>
                  </a:cubicBezTo>
                  <a:lnTo>
                    <a:pt x="1" y="3239"/>
                  </a:lnTo>
                  <a:cubicBezTo>
                    <a:pt x="1" y="3298"/>
                    <a:pt x="49" y="3346"/>
                    <a:pt x="108" y="3346"/>
                  </a:cubicBezTo>
                  <a:cubicBezTo>
                    <a:pt x="166" y="3346"/>
                    <a:pt x="214" y="3298"/>
                    <a:pt x="214" y="3239"/>
                  </a:cubicBezTo>
                  <a:lnTo>
                    <a:pt x="214" y="1868"/>
                  </a:lnTo>
                  <a:lnTo>
                    <a:pt x="777" y="1868"/>
                  </a:lnTo>
                  <a:cubicBezTo>
                    <a:pt x="836" y="1868"/>
                    <a:pt x="884" y="1820"/>
                    <a:pt x="884" y="1762"/>
                  </a:cubicBezTo>
                  <a:lnTo>
                    <a:pt x="884" y="106"/>
                  </a:lnTo>
                  <a:cubicBezTo>
                    <a:pt x="884" y="48"/>
                    <a:pt x="836" y="0"/>
                    <a:pt x="7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5216475" y="461225"/>
              <a:ext cx="5425" cy="31700"/>
            </a:xfrm>
            <a:custGeom>
              <a:avLst/>
              <a:gdLst/>
              <a:ahLst/>
              <a:cxnLst/>
              <a:rect l="l" t="t" r="r" b="b"/>
              <a:pathLst>
                <a:path w="217" h="1268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1161"/>
                  </a:lnTo>
                  <a:cubicBezTo>
                    <a:pt x="2" y="1219"/>
                    <a:pt x="50" y="1266"/>
                    <a:pt x="108" y="1268"/>
                  </a:cubicBezTo>
                  <a:lnTo>
                    <a:pt x="112" y="1268"/>
                  </a:lnTo>
                  <a:cubicBezTo>
                    <a:pt x="170" y="1265"/>
                    <a:pt x="216" y="1216"/>
                    <a:pt x="213" y="1156"/>
                  </a:cubicBezTo>
                  <a:lnTo>
                    <a:pt x="213" y="108"/>
                  </a:lnTo>
                  <a:cubicBezTo>
                    <a:pt x="213" y="48"/>
                    <a:pt x="166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00750" y="555550"/>
              <a:ext cx="50025" cy="178175"/>
            </a:xfrm>
            <a:custGeom>
              <a:avLst/>
              <a:gdLst/>
              <a:ahLst/>
              <a:cxnLst/>
              <a:rect l="l" t="t" r="r" b="b"/>
              <a:pathLst>
                <a:path w="2001" h="7127" extrusionOk="0">
                  <a:moveTo>
                    <a:pt x="164" y="1"/>
                  </a:moveTo>
                  <a:cubicBezTo>
                    <a:pt x="0" y="2133"/>
                    <a:pt x="365" y="4959"/>
                    <a:pt x="365" y="4959"/>
                  </a:cubicBezTo>
                  <a:lnTo>
                    <a:pt x="2000" y="7127"/>
                  </a:lnTo>
                  <a:lnTo>
                    <a:pt x="2000" y="5157"/>
                  </a:lnTo>
                  <a:cubicBezTo>
                    <a:pt x="2000" y="4898"/>
                    <a:pt x="1918" y="4645"/>
                    <a:pt x="1766" y="4436"/>
                  </a:cubicBezTo>
                  <a:lnTo>
                    <a:pt x="1192" y="3644"/>
                  </a:lnTo>
                  <a:cubicBezTo>
                    <a:pt x="1041" y="3434"/>
                    <a:pt x="961" y="3183"/>
                    <a:pt x="959" y="2923"/>
                  </a:cubicBezTo>
                  <a:lnTo>
                    <a:pt x="9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5098075" y="552875"/>
              <a:ext cx="55375" cy="183525"/>
            </a:xfrm>
            <a:custGeom>
              <a:avLst/>
              <a:gdLst/>
              <a:ahLst/>
              <a:cxnLst/>
              <a:rect l="l" t="t" r="r" b="b"/>
              <a:pathLst>
                <a:path w="2215" h="7341" extrusionOk="0">
                  <a:moveTo>
                    <a:pt x="965" y="213"/>
                  </a:moveTo>
                  <a:lnTo>
                    <a:pt x="965" y="3030"/>
                  </a:lnTo>
                  <a:cubicBezTo>
                    <a:pt x="964" y="3312"/>
                    <a:pt x="1053" y="3586"/>
                    <a:pt x="1218" y="3814"/>
                  </a:cubicBezTo>
                  <a:lnTo>
                    <a:pt x="1791" y="4607"/>
                  </a:lnTo>
                  <a:cubicBezTo>
                    <a:pt x="1930" y="4798"/>
                    <a:pt x="2006" y="5027"/>
                    <a:pt x="2006" y="5264"/>
                  </a:cubicBezTo>
                  <a:lnTo>
                    <a:pt x="2006" y="6917"/>
                  </a:lnTo>
                  <a:lnTo>
                    <a:pt x="579" y="5023"/>
                  </a:lnTo>
                  <a:lnTo>
                    <a:pt x="578" y="5023"/>
                  </a:lnTo>
                  <a:cubicBezTo>
                    <a:pt x="538" y="4731"/>
                    <a:pt x="235" y="2191"/>
                    <a:pt x="365" y="213"/>
                  </a:cubicBezTo>
                  <a:close/>
                  <a:moveTo>
                    <a:pt x="271" y="0"/>
                  </a:moveTo>
                  <a:cubicBezTo>
                    <a:pt x="216" y="0"/>
                    <a:pt x="170" y="44"/>
                    <a:pt x="167" y="99"/>
                  </a:cubicBezTo>
                  <a:cubicBezTo>
                    <a:pt x="0" y="2225"/>
                    <a:pt x="365" y="5051"/>
                    <a:pt x="365" y="5078"/>
                  </a:cubicBezTo>
                  <a:cubicBezTo>
                    <a:pt x="368" y="5097"/>
                    <a:pt x="375" y="5115"/>
                    <a:pt x="387" y="5130"/>
                  </a:cubicBezTo>
                  <a:lnTo>
                    <a:pt x="2022" y="7298"/>
                  </a:lnTo>
                  <a:cubicBezTo>
                    <a:pt x="2043" y="7325"/>
                    <a:pt x="2074" y="7341"/>
                    <a:pt x="2107" y="7341"/>
                  </a:cubicBezTo>
                  <a:cubicBezTo>
                    <a:pt x="2119" y="7341"/>
                    <a:pt x="2131" y="7339"/>
                    <a:pt x="2141" y="7336"/>
                  </a:cubicBezTo>
                  <a:cubicBezTo>
                    <a:pt x="2186" y="7322"/>
                    <a:pt x="2214" y="7280"/>
                    <a:pt x="2214" y="7234"/>
                  </a:cubicBezTo>
                  <a:lnTo>
                    <a:pt x="2214" y="5264"/>
                  </a:lnTo>
                  <a:cubicBezTo>
                    <a:pt x="2214" y="4982"/>
                    <a:pt x="2125" y="4708"/>
                    <a:pt x="1961" y="4481"/>
                  </a:cubicBezTo>
                  <a:lnTo>
                    <a:pt x="1386" y="3687"/>
                  </a:lnTo>
                  <a:cubicBezTo>
                    <a:pt x="1248" y="3496"/>
                    <a:pt x="1172" y="3267"/>
                    <a:pt x="1173" y="3030"/>
                  </a:cubicBezTo>
                  <a:lnTo>
                    <a:pt x="1173" y="108"/>
                  </a:lnTo>
                  <a:cubicBezTo>
                    <a:pt x="1173" y="48"/>
                    <a:pt x="1126" y="0"/>
                    <a:pt x="10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5247850" y="555550"/>
              <a:ext cx="46600" cy="178175"/>
            </a:xfrm>
            <a:custGeom>
              <a:avLst/>
              <a:gdLst/>
              <a:ahLst/>
              <a:cxnLst/>
              <a:rect l="l" t="t" r="r" b="b"/>
              <a:pathLst>
                <a:path w="1864" h="7127" extrusionOk="0">
                  <a:moveTo>
                    <a:pt x="1040" y="1"/>
                  </a:moveTo>
                  <a:lnTo>
                    <a:pt x="1040" y="2923"/>
                  </a:lnTo>
                  <a:cubicBezTo>
                    <a:pt x="1040" y="3183"/>
                    <a:pt x="958" y="3436"/>
                    <a:pt x="806" y="3644"/>
                  </a:cubicBezTo>
                  <a:lnTo>
                    <a:pt x="233" y="4436"/>
                  </a:lnTo>
                  <a:cubicBezTo>
                    <a:pt x="81" y="4646"/>
                    <a:pt x="1" y="4898"/>
                    <a:pt x="1" y="5157"/>
                  </a:cubicBezTo>
                  <a:lnTo>
                    <a:pt x="1" y="7127"/>
                  </a:lnTo>
                  <a:lnTo>
                    <a:pt x="105" y="7018"/>
                  </a:lnTo>
                  <a:lnTo>
                    <a:pt x="1768" y="4907"/>
                  </a:lnTo>
                  <a:lnTo>
                    <a:pt x="1863" y="376"/>
                  </a:lnTo>
                  <a:cubicBezTo>
                    <a:pt x="1853" y="249"/>
                    <a:pt x="1844" y="124"/>
                    <a:pt x="18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5245125" y="552875"/>
              <a:ext cx="52050" cy="183575"/>
            </a:xfrm>
            <a:custGeom>
              <a:avLst/>
              <a:gdLst/>
              <a:ahLst/>
              <a:cxnLst/>
              <a:rect l="l" t="t" r="r" b="b"/>
              <a:pathLst>
                <a:path w="2082" h="7343" extrusionOk="0">
                  <a:moveTo>
                    <a:pt x="1844" y="213"/>
                  </a:moveTo>
                  <a:lnTo>
                    <a:pt x="1867" y="486"/>
                  </a:lnTo>
                  <a:lnTo>
                    <a:pt x="1773" y="4978"/>
                  </a:lnTo>
                  <a:lnTo>
                    <a:pt x="215" y="6952"/>
                  </a:lnTo>
                  <a:lnTo>
                    <a:pt x="215" y="5264"/>
                  </a:lnTo>
                  <a:cubicBezTo>
                    <a:pt x="214" y="5027"/>
                    <a:pt x="290" y="4798"/>
                    <a:pt x="428" y="4607"/>
                  </a:cubicBezTo>
                  <a:lnTo>
                    <a:pt x="1002" y="3814"/>
                  </a:lnTo>
                  <a:cubicBezTo>
                    <a:pt x="1168" y="3586"/>
                    <a:pt x="1258" y="3312"/>
                    <a:pt x="1256" y="3030"/>
                  </a:cubicBezTo>
                  <a:lnTo>
                    <a:pt x="1256" y="213"/>
                  </a:lnTo>
                  <a:close/>
                  <a:moveTo>
                    <a:pt x="1149" y="0"/>
                  </a:moveTo>
                  <a:cubicBezTo>
                    <a:pt x="1091" y="0"/>
                    <a:pt x="1043" y="48"/>
                    <a:pt x="1043" y="108"/>
                  </a:cubicBezTo>
                  <a:lnTo>
                    <a:pt x="1043" y="3038"/>
                  </a:lnTo>
                  <a:cubicBezTo>
                    <a:pt x="1043" y="3273"/>
                    <a:pt x="969" y="3502"/>
                    <a:pt x="830" y="3695"/>
                  </a:cubicBezTo>
                  <a:lnTo>
                    <a:pt x="256" y="4487"/>
                  </a:lnTo>
                  <a:cubicBezTo>
                    <a:pt x="90" y="4714"/>
                    <a:pt x="2" y="4988"/>
                    <a:pt x="2" y="5270"/>
                  </a:cubicBezTo>
                  <a:lnTo>
                    <a:pt x="2" y="7240"/>
                  </a:lnTo>
                  <a:cubicBezTo>
                    <a:pt x="1" y="7284"/>
                    <a:pt x="28" y="7325"/>
                    <a:pt x="68" y="7341"/>
                  </a:cubicBezTo>
                  <a:cubicBezTo>
                    <a:pt x="75" y="7342"/>
                    <a:pt x="82" y="7342"/>
                    <a:pt x="89" y="7342"/>
                  </a:cubicBezTo>
                  <a:cubicBezTo>
                    <a:pt x="96" y="7342"/>
                    <a:pt x="102" y="7342"/>
                    <a:pt x="108" y="7341"/>
                  </a:cubicBezTo>
                  <a:cubicBezTo>
                    <a:pt x="139" y="7338"/>
                    <a:pt x="169" y="7323"/>
                    <a:pt x="187" y="7298"/>
                  </a:cubicBezTo>
                  <a:lnTo>
                    <a:pt x="300" y="7180"/>
                  </a:lnTo>
                  <a:lnTo>
                    <a:pt x="1963" y="5070"/>
                  </a:lnTo>
                  <a:cubicBezTo>
                    <a:pt x="1978" y="5051"/>
                    <a:pt x="1986" y="5029"/>
                    <a:pt x="1986" y="5006"/>
                  </a:cubicBezTo>
                  <a:lnTo>
                    <a:pt x="2081" y="475"/>
                  </a:lnTo>
                  <a:lnTo>
                    <a:pt x="2054" y="99"/>
                  </a:lnTo>
                  <a:cubicBezTo>
                    <a:pt x="2050" y="44"/>
                    <a:pt x="2002" y="0"/>
                    <a:pt x="19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5147550" y="611050"/>
              <a:ext cx="29075" cy="12375"/>
            </a:xfrm>
            <a:custGeom>
              <a:avLst/>
              <a:gdLst/>
              <a:ahLst/>
              <a:cxnLst/>
              <a:rect l="l" t="t" r="r" b="b"/>
              <a:pathLst>
                <a:path w="1163" h="495" extrusionOk="0">
                  <a:moveTo>
                    <a:pt x="118" y="1"/>
                  </a:moveTo>
                  <a:lnTo>
                    <a:pt x="0" y="495"/>
                  </a:lnTo>
                  <a:lnTo>
                    <a:pt x="1163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5144700" y="608475"/>
              <a:ext cx="34625" cy="17725"/>
            </a:xfrm>
            <a:custGeom>
              <a:avLst/>
              <a:gdLst/>
              <a:ahLst/>
              <a:cxnLst/>
              <a:rect l="l" t="t" r="r" b="b"/>
              <a:pathLst>
                <a:path w="1385" h="709" extrusionOk="0">
                  <a:moveTo>
                    <a:pt x="1071" y="214"/>
                  </a:moveTo>
                  <a:lnTo>
                    <a:pt x="1138" y="495"/>
                  </a:lnTo>
                  <a:lnTo>
                    <a:pt x="247" y="495"/>
                  </a:lnTo>
                  <a:lnTo>
                    <a:pt x="314" y="214"/>
                  </a:lnTo>
                  <a:close/>
                  <a:moveTo>
                    <a:pt x="227" y="1"/>
                  </a:moveTo>
                  <a:cubicBezTo>
                    <a:pt x="178" y="1"/>
                    <a:pt x="135" y="35"/>
                    <a:pt x="123" y="84"/>
                  </a:cubicBezTo>
                  <a:lnTo>
                    <a:pt x="8" y="577"/>
                  </a:lnTo>
                  <a:cubicBezTo>
                    <a:pt x="1" y="608"/>
                    <a:pt x="7" y="643"/>
                    <a:pt x="28" y="668"/>
                  </a:cubicBezTo>
                  <a:cubicBezTo>
                    <a:pt x="48" y="694"/>
                    <a:pt x="77" y="708"/>
                    <a:pt x="108" y="708"/>
                  </a:cubicBezTo>
                  <a:cubicBezTo>
                    <a:pt x="110" y="708"/>
                    <a:pt x="111" y="708"/>
                    <a:pt x="113" y="708"/>
                  </a:cubicBezTo>
                  <a:lnTo>
                    <a:pt x="1272" y="708"/>
                  </a:lnTo>
                  <a:cubicBezTo>
                    <a:pt x="1274" y="708"/>
                    <a:pt x="1275" y="708"/>
                    <a:pt x="1277" y="708"/>
                  </a:cubicBezTo>
                  <a:cubicBezTo>
                    <a:pt x="1308" y="708"/>
                    <a:pt x="1337" y="692"/>
                    <a:pt x="1356" y="668"/>
                  </a:cubicBezTo>
                  <a:cubicBezTo>
                    <a:pt x="1377" y="643"/>
                    <a:pt x="1384" y="608"/>
                    <a:pt x="1377" y="577"/>
                  </a:cubicBezTo>
                  <a:lnTo>
                    <a:pt x="1260" y="84"/>
                  </a:lnTo>
                  <a:cubicBezTo>
                    <a:pt x="1250" y="35"/>
                    <a:pt x="1207" y="1"/>
                    <a:pt x="11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221600" y="611050"/>
              <a:ext cx="29075" cy="12375"/>
            </a:xfrm>
            <a:custGeom>
              <a:avLst/>
              <a:gdLst/>
              <a:ahLst/>
              <a:cxnLst/>
              <a:rect l="l" t="t" r="r" b="b"/>
              <a:pathLst>
                <a:path w="1163" h="495" extrusionOk="0">
                  <a:moveTo>
                    <a:pt x="119" y="1"/>
                  </a:moveTo>
                  <a:lnTo>
                    <a:pt x="1" y="495"/>
                  </a:lnTo>
                  <a:lnTo>
                    <a:pt x="1162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5218925" y="608475"/>
              <a:ext cx="34525" cy="17750"/>
            </a:xfrm>
            <a:custGeom>
              <a:avLst/>
              <a:gdLst/>
              <a:ahLst/>
              <a:cxnLst/>
              <a:rect l="l" t="t" r="r" b="b"/>
              <a:pathLst>
                <a:path w="1381" h="710" extrusionOk="0">
                  <a:moveTo>
                    <a:pt x="1070" y="214"/>
                  </a:moveTo>
                  <a:lnTo>
                    <a:pt x="1135" y="495"/>
                  </a:lnTo>
                  <a:lnTo>
                    <a:pt x="242" y="495"/>
                  </a:lnTo>
                  <a:lnTo>
                    <a:pt x="307" y="214"/>
                  </a:lnTo>
                  <a:close/>
                  <a:moveTo>
                    <a:pt x="226" y="1"/>
                  </a:moveTo>
                  <a:cubicBezTo>
                    <a:pt x="175" y="1"/>
                    <a:pt x="132" y="35"/>
                    <a:pt x="120" y="84"/>
                  </a:cubicBezTo>
                  <a:lnTo>
                    <a:pt x="5" y="577"/>
                  </a:lnTo>
                  <a:cubicBezTo>
                    <a:pt x="4" y="585"/>
                    <a:pt x="2" y="594"/>
                    <a:pt x="2" y="601"/>
                  </a:cubicBezTo>
                  <a:cubicBezTo>
                    <a:pt x="1" y="661"/>
                    <a:pt x="48" y="708"/>
                    <a:pt x="108" y="708"/>
                  </a:cubicBezTo>
                  <a:lnTo>
                    <a:pt x="1269" y="708"/>
                  </a:lnTo>
                  <a:lnTo>
                    <a:pt x="1269" y="710"/>
                  </a:lnTo>
                  <a:cubicBezTo>
                    <a:pt x="1302" y="710"/>
                    <a:pt x="1333" y="695"/>
                    <a:pt x="1353" y="668"/>
                  </a:cubicBezTo>
                  <a:cubicBezTo>
                    <a:pt x="1374" y="643"/>
                    <a:pt x="1381" y="608"/>
                    <a:pt x="1375" y="577"/>
                  </a:cubicBezTo>
                  <a:lnTo>
                    <a:pt x="1257" y="84"/>
                  </a:lnTo>
                  <a:cubicBezTo>
                    <a:pt x="1247" y="35"/>
                    <a:pt x="1204" y="1"/>
                    <a:pt x="11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177575" y="696225"/>
              <a:ext cx="40900" cy="5375"/>
            </a:xfrm>
            <a:custGeom>
              <a:avLst/>
              <a:gdLst/>
              <a:ahLst/>
              <a:cxnLst/>
              <a:rect l="l" t="t" r="r" b="b"/>
              <a:pathLst>
                <a:path w="1636" h="215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2" y="166"/>
                    <a:pt x="48" y="213"/>
                    <a:pt x="106" y="215"/>
                  </a:cubicBezTo>
                  <a:lnTo>
                    <a:pt x="1530" y="215"/>
                  </a:lnTo>
                  <a:cubicBezTo>
                    <a:pt x="1588" y="215"/>
                    <a:pt x="1635" y="166"/>
                    <a:pt x="1635" y="108"/>
                  </a:cubicBezTo>
                  <a:cubicBezTo>
                    <a:pt x="1635" y="48"/>
                    <a:pt x="1588" y="0"/>
                    <a:pt x="15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5644800" y="1131900"/>
              <a:ext cx="493225" cy="316075"/>
            </a:xfrm>
            <a:custGeom>
              <a:avLst/>
              <a:gdLst/>
              <a:ahLst/>
              <a:cxnLst/>
              <a:rect l="l" t="t" r="r" b="b"/>
              <a:pathLst>
                <a:path w="19729" h="12643" extrusionOk="0">
                  <a:moveTo>
                    <a:pt x="19410" y="284"/>
                  </a:moveTo>
                  <a:lnTo>
                    <a:pt x="16340" y="6801"/>
                  </a:lnTo>
                  <a:lnTo>
                    <a:pt x="318" y="12346"/>
                  </a:lnTo>
                  <a:lnTo>
                    <a:pt x="3389" y="5831"/>
                  </a:lnTo>
                  <a:lnTo>
                    <a:pt x="19410" y="284"/>
                  </a:lnTo>
                  <a:close/>
                  <a:moveTo>
                    <a:pt x="19616" y="1"/>
                  </a:moveTo>
                  <a:cubicBezTo>
                    <a:pt x="19604" y="1"/>
                    <a:pt x="19592" y="3"/>
                    <a:pt x="19580" y="7"/>
                  </a:cubicBezTo>
                  <a:lnTo>
                    <a:pt x="3276" y="5655"/>
                  </a:lnTo>
                  <a:cubicBezTo>
                    <a:pt x="3249" y="5664"/>
                    <a:pt x="3229" y="5685"/>
                    <a:pt x="3217" y="5710"/>
                  </a:cubicBezTo>
                  <a:lnTo>
                    <a:pt x="17" y="12495"/>
                  </a:lnTo>
                  <a:cubicBezTo>
                    <a:pt x="1" y="12535"/>
                    <a:pt x="8" y="12580"/>
                    <a:pt x="35" y="12613"/>
                  </a:cubicBezTo>
                  <a:cubicBezTo>
                    <a:pt x="54" y="12630"/>
                    <a:pt x="80" y="12639"/>
                    <a:pt x="105" y="12639"/>
                  </a:cubicBezTo>
                  <a:cubicBezTo>
                    <a:pt x="108" y="12639"/>
                    <a:pt x="112" y="12638"/>
                    <a:pt x="115" y="12638"/>
                  </a:cubicBezTo>
                  <a:lnTo>
                    <a:pt x="117" y="12638"/>
                  </a:lnTo>
                  <a:cubicBezTo>
                    <a:pt x="126" y="12641"/>
                    <a:pt x="138" y="12642"/>
                    <a:pt x="148" y="12642"/>
                  </a:cubicBezTo>
                  <a:lnTo>
                    <a:pt x="16452" y="6993"/>
                  </a:lnTo>
                  <a:cubicBezTo>
                    <a:pt x="16479" y="6984"/>
                    <a:pt x="16501" y="6964"/>
                    <a:pt x="16513" y="6938"/>
                  </a:cubicBezTo>
                  <a:lnTo>
                    <a:pt x="19713" y="152"/>
                  </a:lnTo>
                  <a:cubicBezTo>
                    <a:pt x="19729" y="113"/>
                    <a:pt x="19722" y="68"/>
                    <a:pt x="19695" y="37"/>
                  </a:cubicBezTo>
                  <a:cubicBezTo>
                    <a:pt x="19675" y="14"/>
                    <a:pt x="19645" y="1"/>
                    <a:pt x="19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5819875" y="1317125"/>
              <a:ext cx="90100" cy="57775"/>
            </a:xfrm>
            <a:custGeom>
              <a:avLst/>
              <a:gdLst/>
              <a:ahLst/>
              <a:cxnLst/>
              <a:rect l="l" t="t" r="r" b="b"/>
              <a:pathLst>
                <a:path w="3604" h="2311" extrusionOk="0">
                  <a:moveTo>
                    <a:pt x="3277" y="290"/>
                  </a:moveTo>
                  <a:lnTo>
                    <a:pt x="2880" y="1128"/>
                  </a:lnTo>
                  <a:lnTo>
                    <a:pt x="322" y="2020"/>
                  </a:lnTo>
                  <a:lnTo>
                    <a:pt x="322" y="2020"/>
                  </a:lnTo>
                  <a:lnTo>
                    <a:pt x="716" y="1179"/>
                  </a:lnTo>
                  <a:lnTo>
                    <a:pt x="3277" y="290"/>
                  </a:lnTo>
                  <a:close/>
                  <a:moveTo>
                    <a:pt x="3491" y="1"/>
                  </a:moveTo>
                  <a:cubicBezTo>
                    <a:pt x="3478" y="1"/>
                    <a:pt x="3466" y="3"/>
                    <a:pt x="3453" y="7"/>
                  </a:cubicBezTo>
                  <a:lnTo>
                    <a:pt x="602" y="991"/>
                  </a:lnTo>
                  <a:cubicBezTo>
                    <a:pt x="576" y="1002"/>
                    <a:pt x="554" y="1023"/>
                    <a:pt x="542" y="1048"/>
                  </a:cubicBezTo>
                  <a:lnTo>
                    <a:pt x="21" y="2156"/>
                  </a:lnTo>
                  <a:cubicBezTo>
                    <a:pt x="0" y="2195"/>
                    <a:pt x="8" y="2242"/>
                    <a:pt x="37" y="2273"/>
                  </a:cubicBezTo>
                  <a:cubicBezTo>
                    <a:pt x="57" y="2297"/>
                    <a:pt x="86" y="2311"/>
                    <a:pt x="116" y="2311"/>
                  </a:cubicBezTo>
                  <a:lnTo>
                    <a:pt x="116" y="2309"/>
                  </a:lnTo>
                  <a:cubicBezTo>
                    <a:pt x="128" y="2309"/>
                    <a:pt x="140" y="2308"/>
                    <a:pt x="150" y="2303"/>
                  </a:cubicBezTo>
                  <a:lnTo>
                    <a:pt x="3002" y="1316"/>
                  </a:lnTo>
                  <a:cubicBezTo>
                    <a:pt x="3029" y="1306"/>
                    <a:pt x="3051" y="1286"/>
                    <a:pt x="3063" y="1261"/>
                  </a:cubicBezTo>
                  <a:lnTo>
                    <a:pt x="3585" y="152"/>
                  </a:lnTo>
                  <a:cubicBezTo>
                    <a:pt x="3603" y="113"/>
                    <a:pt x="3596" y="67"/>
                    <a:pt x="3569" y="34"/>
                  </a:cubicBezTo>
                  <a:cubicBezTo>
                    <a:pt x="3548" y="12"/>
                    <a:pt x="3520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5685775" y="1166950"/>
              <a:ext cx="422150" cy="223150"/>
            </a:xfrm>
            <a:custGeom>
              <a:avLst/>
              <a:gdLst/>
              <a:ahLst/>
              <a:cxnLst/>
              <a:rect l="l" t="t" r="r" b="b"/>
              <a:pathLst>
                <a:path w="16886" h="8926" extrusionOk="0">
                  <a:moveTo>
                    <a:pt x="16561" y="283"/>
                  </a:moveTo>
                  <a:lnTo>
                    <a:pt x="15030" y="3534"/>
                  </a:lnTo>
                  <a:lnTo>
                    <a:pt x="315" y="8635"/>
                  </a:lnTo>
                  <a:lnTo>
                    <a:pt x="315" y="8635"/>
                  </a:lnTo>
                  <a:lnTo>
                    <a:pt x="1853" y="5384"/>
                  </a:lnTo>
                  <a:lnTo>
                    <a:pt x="16561" y="283"/>
                  </a:lnTo>
                  <a:close/>
                  <a:moveTo>
                    <a:pt x="16771" y="0"/>
                  </a:moveTo>
                  <a:cubicBezTo>
                    <a:pt x="16759" y="0"/>
                    <a:pt x="16747" y="2"/>
                    <a:pt x="16735" y="6"/>
                  </a:cubicBezTo>
                  <a:lnTo>
                    <a:pt x="1740" y="5197"/>
                  </a:lnTo>
                  <a:cubicBezTo>
                    <a:pt x="1713" y="5207"/>
                    <a:pt x="1691" y="5227"/>
                    <a:pt x="1677" y="5252"/>
                  </a:cubicBezTo>
                  <a:lnTo>
                    <a:pt x="20" y="8772"/>
                  </a:lnTo>
                  <a:cubicBezTo>
                    <a:pt x="1" y="8810"/>
                    <a:pt x="8" y="8857"/>
                    <a:pt x="38" y="8888"/>
                  </a:cubicBezTo>
                  <a:cubicBezTo>
                    <a:pt x="58" y="8912"/>
                    <a:pt x="87" y="8925"/>
                    <a:pt x="117" y="8925"/>
                  </a:cubicBezTo>
                  <a:cubicBezTo>
                    <a:pt x="120" y="8925"/>
                    <a:pt x="122" y="8926"/>
                    <a:pt x="125" y="8926"/>
                  </a:cubicBezTo>
                  <a:cubicBezTo>
                    <a:pt x="137" y="8926"/>
                    <a:pt x="149" y="8923"/>
                    <a:pt x="162" y="8918"/>
                  </a:cubicBezTo>
                  <a:lnTo>
                    <a:pt x="15146" y="3726"/>
                  </a:lnTo>
                  <a:cubicBezTo>
                    <a:pt x="15173" y="3717"/>
                    <a:pt x="15197" y="3697"/>
                    <a:pt x="15209" y="3672"/>
                  </a:cubicBezTo>
                  <a:lnTo>
                    <a:pt x="16866" y="151"/>
                  </a:lnTo>
                  <a:cubicBezTo>
                    <a:pt x="16885" y="114"/>
                    <a:pt x="16878" y="67"/>
                    <a:pt x="16848" y="36"/>
                  </a:cubicBezTo>
                  <a:cubicBezTo>
                    <a:pt x="16829" y="13"/>
                    <a:pt x="16800" y="0"/>
                    <a:pt x="16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5723000" y="1182525"/>
              <a:ext cx="377300" cy="134025"/>
            </a:xfrm>
            <a:custGeom>
              <a:avLst/>
              <a:gdLst/>
              <a:ahLst/>
              <a:cxnLst/>
              <a:rect l="l" t="t" r="r" b="b"/>
              <a:pathLst>
                <a:path w="15092" h="5361" extrusionOk="0">
                  <a:moveTo>
                    <a:pt x="14965" y="1"/>
                  </a:moveTo>
                  <a:cubicBezTo>
                    <a:pt x="14954" y="1"/>
                    <a:pt x="14943" y="2"/>
                    <a:pt x="14932" y="6"/>
                  </a:cubicBezTo>
                  <a:lnTo>
                    <a:pt x="99" y="5146"/>
                  </a:lnTo>
                  <a:cubicBezTo>
                    <a:pt x="41" y="5156"/>
                    <a:pt x="1" y="5211"/>
                    <a:pt x="11" y="5271"/>
                  </a:cubicBezTo>
                  <a:cubicBezTo>
                    <a:pt x="19" y="5323"/>
                    <a:pt x="65" y="5360"/>
                    <a:pt x="116" y="5360"/>
                  </a:cubicBezTo>
                  <a:cubicBezTo>
                    <a:pt x="123" y="5360"/>
                    <a:pt x="129" y="5360"/>
                    <a:pt x="135" y="5359"/>
                  </a:cubicBezTo>
                  <a:lnTo>
                    <a:pt x="136" y="5359"/>
                  </a:lnTo>
                  <a:cubicBezTo>
                    <a:pt x="147" y="5359"/>
                    <a:pt x="159" y="5357"/>
                    <a:pt x="169" y="5353"/>
                  </a:cubicBezTo>
                  <a:lnTo>
                    <a:pt x="14999" y="220"/>
                  </a:lnTo>
                  <a:cubicBezTo>
                    <a:pt x="15058" y="201"/>
                    <a:pt x="15091" y="138"/>
                    <a:pt x="15072" y="79"/>
                  </a:cubicBezTo>
                  <a:cubicBezTo>
                    <a:pt x="15056" y="30"/>
                    <a:pt x="15012" y="1"/>
                    <a:pt x="14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716575" y="1197250"/>
              <a:ext cx="376450" cy="133700"/>
            </a:xfrm>
            <a:custGeom>
              <a:avLst/>
              <a:gdLst/>
              <a:ahLst/>
              <a:cxnLst/>
              <a:rect l="l" t="t" r="r" b="b"/>
              <a:pathLst>
                <a:path w="15058" h="5348" extrusionOk="0">
                  <a:moveTo>
                    <a:pt x="14941" y="0"/>
                  </a:moveTo>
                  <a:cubicBezTo>
                    <a:pt x="14932" y="0"/>
                    <a:pt x="14924" y="1"/>
                    <a:pt x="14915" y="3"/>
                  </a:cubicBezTo>
                  <a:lnTo>
                    <a:pt x="85" y="5142"/>
                  </a:lnTo>
                  <a:lnTo>
                    <a:pt x="84" y="5142"/>
                  </a:lnTo>
                  <a:cubicBezTo>
                    <a:pt x="29" y="5161"/>
                    <a:pt x="0" y="5222"/>
                    <a:pt x="20" y="5277"/>
                  </a:cubicBezTo>
                  <a:cubicBezTo>
                    <a:pt x="35" y="5320"/>
                    <a:pt x="75" y="5347"/>
                    <a:pt x="119" y="5347"/>
                  </a:cubicBezTo>
                  <a:lnTo>
                    <a:pt x="149" y="5344"/>
                  </a:lnTo>
                  <a:lnTo>
                    <a:pt x="14985" y="204"/>
                  </a:lnTo>
                  <a:cubicBezTo>
                    <a:pt x="15033" y="184"/>
                    <a:pt x="15058" y="131"/>
                    <a:pt x="15044" y="81"/>
                  </a:cubicBezTo>
                  <a:cubicBezTo>
                    <a:pt x="15032" y="33"/>
                    <a:pt x="14988" y="0"/>
                    <a:pt x="14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5709375" y="1211625"/>
              <a:ext cx="377325" cy="133800"/>
            </a:xfrm>
            <a:custGeom>
              <a:avLst/>
              <a:gdLst/>
              <a:ahLst/>
              <a:cxnLst/>
              <a:rect l="l" t="t" r="r" b="b"/>
              <a:pathLst>
                <a:path w="15093" h="5352" extrusionOk="0">
                  <a:moveTo>
                    <a:pt x="14971" y="1"/>
                  </a:moveTo>
                  <a:cubicBezTo>
                    <a:pt x="14960" y="1"/>
                    <a:pt x="14949" y="3"/>
                    <a:pt x="14938" y="6"/>
                  </a:cubicBezTo>
                  <a:lnTo>
                    <a:pt x="101" y="5137"/>
                  </a:lnTo>
                  <a:cubicBezTo>
                    <a:pt x="41" y="5147"/>
                    <a:pt x="1" y="5203"/>
                    <a:pt x="11" y="5261"/>
                  </a:cubicBezTo>
                  <a:cubicBezTo>
                    <a:pt x="19" y="5314"/>
                    <a:pt x="64" y="5352"/>
                    <a:pt x="116" y="5352"/>
                  </a:cubicBezTo>
                  <a:cubicBezTo>
                    <a:pt x="122" y="5352"/>
                    <a:pt x="129" y="5351"/>
                    <a:pt x="135" y="5350"/>
                  </a:cubicBezTo>
                  <a:cubicBezTo>
                    <a:pt x="140" y="5351"/>
                    <a:pt x="145" y="5351"/>
                    <a:pt x="151" y="5351"/>
                  </a:cubicBezTo>
                  <a:cubicBezTo>
                    <a:pt x="160" y="5351"/>
                    <a:pt x="170" y="5350"/>
                    <a:pt x="180" y="5347"/>
                  </a:cubicBezTo>
                  <a:lnTo>
                    <a:pt x="15009" y="207"/>
                  </a:lnTo>
                  <a:cubicBezTo>
                    <a:pt x="15064" y="188"/>
                    <a:pt x="15093" y="128"/>
                    <a:pt x="15075" y="73"/>
                  </a:cubicBezTo>
                  <a:cubicBezTo>
                    <a:pt x="15059" y="29"/>
                    <a:pt x="15017" y="1"/>
                    <a:pt x="14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5702575" y="1225975"/>
              <a:ext cx="377125" cy="133975"/>
            </a:xfrm>
            <a:custGeom>
              <a:avLst/>
              <a:gdLst/>
              <a:ahLst/>
              <a:cxnLst/>
              <a:rect l="l" t="t" r="r" b="b"/>
              <a:pathLst>
                <a:path w="15085" h="5359" extrusionOk="0">
                  <a:moveTo>
                    <a:pt x="14964" y="1"/>
                  </a:moveTo>
                  <a:cubicBezTo>
                    <a:pt x="14952" y="1"/>
                    <a:pt x="14940" y="3"/>
                    <a:pt x="14928" y="7"/>
                  </a:cubicBezTo>
                  <a:lnTo>
                    <a:pt x="100" y="5144"/>
                  </a:lnTo>
                  <a:cubicBezTo>
                    <a:pt x="41" y="5154"/>
                    <a:pt x="0" y="5209"/>
                    <a:pt x="11" y="5269"/>
                  </a:cubicBezTo>
                  <a:cubicBezTo>
                    <a:pt x="20" y="5321"/>
                    <a:pt x="65" y="5358"/>
                    <a:pt x="117" y="5358"/>
                  </a:cubicBezTo>
                  <a:cubicBezTo>
                    <a:pt x="123" y="5358"/>
                    <a:pt x="130" y="5358"/>
                    <a:pt x="136" y="5357"/>
                  </a:cubicBezTo>
                  <a:cubicBezTo>
                    <a:pt x="148" y="5355"/>
                    <a:pt x="160" y="5352"/>
                    <a:pt x="170" y="5346"/>
                  </a:cubicBezTo>
                  <a:lnTo>
                    <a:pt x="15000" y="209"/>
                  </a:lnTo>
                  <a:cubicBezTo>
                    <a:pt x="15055" y="190"/>
                    <a:pt x="15085" y="129"/>
                    <a:pt x="15065" y="72"/>
                  </a:cubicBezTo>
                  <a:cubicBezTo>
                    <a:pt x="15050" y="29"/>
                    <a:pt x="15009" y="1"/>
                    <a:pt x="149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5695950" y="1240550"/>
              <a:ext cx="376900" cy="133800"/>
            </a:xfrm>
            <a:custGeom>
              <a:avLst/>
              <a:gdLst/>
              <a:ahLst/>
              <a:cxnLst/>
              <a:rect l="l" t="t" r="r" b="b"/>
              <a:pathLst>
                <a:path w="15076" h="5352" extrusionOk="0">
                  <a:moveTo>
                    <a:pt x="14950" y="0"/>
                  </a:moveTo>
                  <a:cubicBezTo>
                    <a:pt x="14939" y="0"/>
                    <a:pt x="14927" y="2"/>
                    <a:pt x="14915" y="6"/>
                  </a:cubicBezTo>
                  <a:lnTo>
                    <a:pt x="85" y="5144"/>
                  </a:lnTo>
                  <a:cubicBezTo>
                    <a:pt x="30" y="5164"/>
                    <a:pt x="0" y="5223"/>
                    <a:pt x="20" y="5280"/>
                  </a:cubicBezTo>
                  <a:cubicBezTo>
                    <a:pt x="35" y="5323"/>
                    <a:pt x="75" y="5351"/>
                    <a:pt x="121" y="5351"/>
                  </a:cubicBezTo>
                  <a:cubicBezTo>
                    <a:pt x="123" y="5352"/>
                    <a:pt x="126" y="5352"/>
                    <a:pt x="128" y="5352"/>
                  </a:cubicBezTo>
                  <a:cubicBezTo>
                    <a:pt x="140" y="5352"/>
                    <a:pt x="151" y="5349"/>
                    <a:pt x="161" y="5345"/>
                  </a:cubicBezTo>
                  <a:lnTo>
                    <a:pt x="14985" y="219"/>
                  </a:lnTo>
                  <a:cubicBezTo>
                    <a:pt x="15045" y="200"/>
                    <a:pt x="15076" y="136"/>
                    <a:pt x="15056" y="77"/>
                  </a:cubicBezTo>
                  <a:cubicBezTo>
                    <a:pt x="15041" y="30"/>
                    <a:pt x="14997" y="0"/>
                    <a:pt x="14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6040675" y="1173775"/>
              <a:ext cx="47600" cy="93300"/>
            </a:xfrm>
            <a:custGeom>
              <a:avLst/>
              <a:gdLst/>
              <a:ahLst/>
              <a:cxnLst/>
              <a:rect l="l" t="t" r="r" b="b"/>
              <a:pathLst>
                <a:path w="1904" h="3732" extrusionOk="0">
                  <a:moveTo>
                    <a:pt x="1781" y="1"/>
                  </a:moveTo>
                  <a:cubicBezTo>
                    <a:pt x="1741" y="1"/>
                    <a:pt x="1704" y="23"/>
                    <a:pt x="1687" y="62"/>
                  </a:cubicBezTo>
                  <a:lnTo>
                    <a:pt x="26" y="3587"/>
                  </a:lnTo>
                  <a:cubicBezTo>
                    <a:pt x="0" y="3640"/>
                    <a:pt x="24" y="3704"/>
                    <a:pt x="76" y="3730"/>
                  </a:cubicBezTo>
                  <a:cubicBezTo>
                    <a:pt x="85" y="3731"/>
                    <a:pt x="92" y="3732"/>
                    <a:pt x="100" y="3732"/>
                  </a:cubicBezTo>
                  <a:cubicBezTo>
                    <a:pt x="108" y="3732"/>
                    <a:pt x="116" y="3731"/>
                    <a:pt x="124" y="3730"/>
                  </a:cubicBezTo>
                  <a:cubicBezTo>
                    <a:pt x="125" y="3730"/>
                    <a:pt x="127" y="3730"/>
                    <a:pt x="128" y="3730"/>
                  </a:cubicBezTo>
                  <a:cubicBezTo>
                    <a:pt x="167" y="3730"/>
                    <a:pt x="203" y="3708"/>
                    <a:pt x="221" y="3672"/>
                  </a:cubicBezTo>
                  <a:lnTo>
                    <a:pt x="1878" y="153"/>
                  </a:lnTo>
                  <a:cubicBezTo>
                    <a:pt x="1879" y="153"/>
                    <a:pt x="1879" y="153"/>
                    <a:pt x="1879" y="152"/>
                  </a:cubicBezTo>
                  <a:cubicBezTo>
                    <a:pt x="1903" y="100"/>
                    <a:pt x="1881" y="36"/>
                    <a:pt x="1827" y="10"/>
                  </a:cubicBezTo>
                  <a:lnTo>
                    <a:pt x="1824" y="10"/>
                  </a:ln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6017075" y="1181925"/>
              <a:ext cx="47525" cy="93325"/>
            </a:xfrm>
            <a:custGeom>
              <a:avLst/>
              <a:gdLst/>
              <a:ahLst/>
              <a:cxnLst/>
              <a:rect l="l" t="t" r="r" b="b"/>
              <a:pathLst>
                <a:path w="1901" h="3733" extrusionOk="0">
                  <a:moveTo>
                    <a:pt x="1778" y="0"/>
                  </a:moveTo>
                  <a:cubicBezTo>
                    <a:pt x="1738" y="0"/>
                    <a:pt x="1700" y="24"/>
                    <a:pt x="1681" y="63"/>
                  </a:cubicBezTo>
                  <a:lnTo>
                    <a:pt x="24" y="3581"/>
                  </a:lnTo>
                  <a:cubicBezTo>
                    <a:pt x="24" y="3582"/>
                    <a:pt x="24" y="3582"/>
                    <a:pt x="24" y="3584"/>
                  </a:cubicBezTo>
                  <a:cubicBezTo>
                    <a:pt x="0" y="3636"/>
                    <a:pt x="23" y="3699"/>
                    <a:pt x="76" y="3721"/>
                  </a:cubicBezTo>
                  <a:cubicBezTo>
                    <a:pt x="90" y="3728"/>
                    <a:pt x="105" y="3731"/>
                    <a:pt x="121" y="3733"/>
                  </a:cubicBezTo>
                  <a:cubicBezTo>
                    <a:pt x="163" y="3733"/>
                    <a:pt x="200" y="3709"/>
                    <a:pt x="216" y="3670"/>
                  </a:cubicBezTo>
                  <a:lnTo>
                    <a:pt x="1876" y="152"/>
                  </a:lnTo>
                  <a:cubicBezTo>
                    <a:pt x="1876" y="150"/>
                    <a:pt x="1876" y="150"/>
                    <a:pt x="1876" y="149"/>
                  </a:cubicBezTo>
                  <a:cubicBezTo>
                    <a:pt x="1900" y="97"/>
                    <a:pt x="1878" y="34"/>
                    <a:pt x="1824" y="10"/>
                  </a:cubicBezTo>
                  <a:lnTo>
                    <a:pt x="1823" y="10"/>
                  </a:lnTo>
                  <a:cubicBezTo>
                    <a:pt x="1808" y="4"/>
                    <a:pt x="179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5993425" y="1190075"/>
              <a:ext cx="47575" cy="93375"/>
            </a:xfrm>
            <a:custGeom>
              <a:avLst/>
              <a:gdLst/>
              <a:ahLst/>
              <a:cxnLst/>
              <a:rect l="l" t="t" r="r" b="b"/>
              <a:pathLst>
                <a:path w="1903" h="3735" extrusionOk="0">
                  <a:moveTo>
                    <a:pt x="1780" y="0"/>
                  </a:moveTo>
                  <a:cubicBezTo>
                    <a:pt x="1739" y="0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5" y="3582"/>
                    <a:pt x="25" y="3582"/>
                  </a:cubicBezTo>
                  <a:cubicBezTo>
                    <a:pt x="1" y="3636"/>
                    <a:pt x="23" y="3699"/>
                    <a:pt x="77" y="3724"/>
                  </a:cubicBezTo>
                  <a:cubicBezTo>
                    <a:pt x="92" y="3731"/>
                    <a:pt x="107" y="3734"/>
                    <a:pt x="122" y="3734"/>
                  </a:cubicBezTo>
                  <a:cubicBezTo>
                    <a:pt x="123" y="3734"/>
                    <a:pt x="124" y="3734"/>
                    <a:pt x="125" y="3734"/>
                  </a:cubicBezTo>
                  <a:cubicBezTo>
                    <a:pt x="165" y="3734"/>
                    <a:pt x="201" y="3711"/>
                    <a:pt x="218" y="3675"/>
                  </a:cubicBezTo>
                  <a:lnTo>
                    <a:pt x="1877" y="153"/>
                  </a:lnTo>
                  <a:cubicBezTo>
                    <a:pt x="1902" y="100"/>
                    <a:pt x="1878" y="37"/>
                    <a:pt x="1826" y="10"/>
                  </a:cubicBezTo>
                  <a:lnTo>
                    <a:pt x="1825" y="10"/>
                  </a:lnTo>
                  <a:cubicBezTo>
                    <a:pt x="1810" y="4"/>
                    <a:pt x="1795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5969800" y="1198025"/>
              <a:ext cx="47600" cy="93575"/>
            </a:xfrm>
            <a:custGeom>
              <a:avLst/>
              <a:gdLst/>
              <a:ahLst/>
              <a:cxnLst/>
              <a:rect l="l" t="t" r="r" b="b"/>
              <a:pathLst>
                <a:path w="1904" h="3743" extrusionOk="0">
                  <a:moveTo>
                    <a:pt x="1785" y="0"/>
                  </a:moveTo>
                  <a:cubicBezTo>
                    <a:pt x="1740" y="0"/>
                    <a:pt x="1697" y="28"/>
                    <a:pt x="1683" y="74"/>
                  </a:cubicBezTo>
                  <a:lnTo>
                    <a:pt x="24" y="3592"/>
                  </a:lnTo>
                  <a:cubicBezTo>
                    <a:pt x="0" y="3644"/>
                    <a:pt x="23" y="3707"/>
                    <a:pt x="75" y="3732"/>
                  </a:cubicBezTo>
                  <a:cubicBezTo>
                    <a:pt x="88" y="3738"/>
                    <a:pt x="102" y="3743"/>
                    <a:pt x="116" y="3743"/>
                  </a:cubicBezTo>
                  <a:cubicBezTo>
                    <a:pt x="118" y="3743"/>
                    <a:pt x="120" y="3743"/>
                    <a:pt x="123" y="3742"/>
                  </a:cubicBezTo>
                  <a:cubicBezTo>
                    <a:pt x="163" y="3742"/>
                    <a:pt x="200" y="3719"/>
                    <a:pt x="218" y="3681"/>
                  </a:cubicBezTo>
                  <a:lnTo>
                    <a:pt x="1875" y="163"/>
                  </a:lnTo>
                  <a:cubicBezTo>
                    <a:pt x="1880" y="156"/>
                    <a:pt x="1882" y="148"/>
                    <a:pt x="1885" y="141"/>
                  </a:cubicBezTo>
                  <a:cubicBezTo>
                    <a:pt x="1903" y="84"/>
                    <a:pt x="1874" y="23"/>
                    <a:pt x="1818" y="5"/>
                  </a:cubicBezTo>
                  <a:cubicBezTo>
                    <a:pt x="1807" y="2"/>
                    <a:pt x="1796" y="0"/>
                    <a:pt x="1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5946125" y="1206750"/>
              <a:ext cx="47550" cy="93125"/>
            </a:xfrm>
            <a:custGeom>
              <a:avLst/>
              <a:gdLst/>
              <a:ahLst/>
              <a:cxnLst/>
              <a:rect l="l" t="t" r="r" b="b"/>
              <a:pathLst>
                <a:path w="1902" h="3725" extrusionOk="0">
                  <a:moveTo>
                    <a:pt x="1779" y="1"/>
                  </a:moveTo>
                  <a:cubicBezTo>
                    <a:pt x="1739" y="1"/>
                    <a:pt x="1702" y="23"/>
                    <a:pt x="1683" y="61"/>
                  </a:cubicBezTo>
                  <a:lnTo>
                    <a:pt x="26" y="3580"/>
                  </a:lnTo>
                  <a:cubicBezTo>
                    <a:pt x="26" y="3580"/>
                    <a:pt x="26" y="3581"/>
                    <a:pt x="26" y="3581"/>
                  </a:cubicBezTo>
                  <a:cubicBezTo>
                    <a:pt x="1" y="3635"/>
                    <a:pt x="24" y="3697"/>
                    <a:pt x="78" y="3722"/>
                  </a:cubicBezTo>
                  <a:cubicBezTo>
                    <a:pt x="85" y="3724"/>
                    <a:pt x="93" y="3725"/>
                    <a:pt x="100" y="3725"/>
                  </a:cubicBezTo>
                  <a:cubicBezTo>
                    <a:pt x="108" y="3725"/>
                    <a:pt x="115" y="3724"/>
                    <a:pt x="123" y="3722"/>
                  </a:cubicBezTo>
                  <a:cubicBezTo>
                    <a:pt x="124" y="3723"/>
                    <a:pt x="125" y="3723"/>
                    <a:pt x="127" y="3723"/>
                  </a:cubicBezTo>
                  <a:cubicBezTo>
                    <a:pt x="164" y="3723"/>
                    <a:pt x="199" y="3703"/>
                    <a:pt x="218" y="3670"/>
                  </a:cubicBezTo>
                  <a:lnTo>
                    <a:pt x="1878" y="152"/>
                  </a:lnTo>
                  <a:cubicBezTo>
                    <a:pt x="1878" y="152"/>
                    <a:pt x="1878" y="151"/>
                    <a:pt x="1878" y="149"/>
                  </a:cubicBezTo>
                  <a:cubicBezTo>
                    <a:pt x="1902" y="97"/>
                    <a:pt x="1880" y="36"/>
                    <a:pt x="1826" y="12"/>
                  </a:cubicBezTo>
                  <a:cubicBezTo>
                    <a:pt x="1811" y="4"/>
                    <a:pt x="1794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5922525" y="1214850"/>
              <a:ext cx="47550" cy="93175"/>
            </a:xfrm>
            <a:custGeom>
              <a:avLst/>
              <a:gdLst/>
              <a:ahLst/>
              <a:cxnLst/>
              <a:rect l="l" t="t" r="r" b="b"/>
              <a:pathLst>
                <a:path w="1902" h="3727" extrusionOk="0">
                  <a:moveTo>
                    <a:pt x="1779" y="1"/>
                  </a:moveTo>
                  <a:cubicBezTo>
                    <a:pt x="1739" y="1"/>
                    <a:pt x="1700" y="24"/>
                    <a:pt x="1683" y="63"/>
                  </a:cubicBezTo>
                  <a:lnTo>
                    <a:pt x="26" y="3582"/>
                  </a:lnTo>
                  <a:cubicBezTo>
                    <a:pt x="26" y="3582"/>
                    <a:pt x="26" y="3583"/>
                    <a:pt x="26" y="3583"/>
                  </a:cubicBezTo>
                  <a:cubicBezTo>
                    <a:pt x="1" y="3637"/>
                    <a:pt x="23" y="3699"/>
                    <a:pt x="76" y="3725"/>
                  </a:cubicBezTo>
                  <a:cubicBezTo>
                    <a:pt x="84" y="3726"/>
                    <a:pt x="91" y="3727"/>
                    <a:pt x="99" y="3727"/>
                  </a:cubicBezTo>
                  <a:cubicBezTo>
                    <a:pt x="106" y="3727"/>
                    <a:pt x="114" y="3726"/>
                    <a:pt x="121" y="3725"/>
                  </a:cubicBezTo>
                  <a:cubicBezTo>
                    <a:pt x="126" y="3725"/>
                    <a:pt x="131" y="3725"/>
                    <a:pt x="135" y="3725"/>
                  </a:cubicBezTo>
                  <a:cubicBezTo>
                    <a:pt x="176" y="3725"/>
                    <a:pt x="212" y="3702"/>
                    <a:pt x="228" y="3665"/>
                  </a:cubicBezTo>
                  <a:lnTo>
                    <a:pt x="1877" y="154"/>
                  </a:lnTo>
                  <a:cubicBezTo>
                    <a:pt x="1902" y="100"/>
                    <a:pt x="1878" y="38"/>
                    <a:pt x="1826" y="11"/>
                  </a:cubicBezTo>
                  <a:lnTo>
                    <a:pt x="1824" y="11"/>
                  </a:lnTo>
                  <a:cubicBezTo>
                    <a:pt x="1810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5898900" y="1223425"/>
              <a:ext cx="47275" cy="92825"/>
            </a:xfrm>
            <a:custGeom>
              <a:avLst/>
              <a:gdLst/>
              <a:ahLst/>
              <a:cxnLst/>
              <a:rect l="l" t="t" r="r" b="b"/>
              <a:pathLst>
                <a:path w="1891" h="3713" extrusionOk="0">
                  <a:moveTo>
                    <a:pt x="1773" y="0"/>
                  </a:moveTo>
                  <a:cubicBezTo>
                    <a:pt x="1737" y="0"/>
                    <a:pt x="1703" y="18"/>
                    <a:pt x="1683" y="51"/>
                  </a:cubicBezTo>
                  <a:lnTo>
                    <a:pt x="24" y="3569"/>
                  </a:lnTo>
                  <a:cubicBezTo>
                    <a:pt x="0" y="3623"/>
                    <a:pt x="22" y="3685"/>
                    <a:pt x="75" y="3711"/>
                  </a:cubicBezTo>
                  <a:cubicBezTo>
                    <a:pt x="83" y="3712"/>
                    <a:pt x="91" y="3713"/>
                    <a:pt x="99" y="3713"/>
                  </a:cubicBezTo>
                  <a:cubicBezTo>
                    <a:pt x="107" y="3713"/>
                    <a:pt x="115" y="3712"/>
                    <a:pt x="122" y="3711"/>
                  </a:cubicBezTo>
                  <a:cubicBezTo>
                    <a:pt x="123" y="3711"/>
                    <a:pt x="125" y="3711"/>
                    <a:pt x="126" y="3711"/>
                  </a:cubicBezTo>
                  <a:cubicBezTo>
                    <a:pt x="163" y="3711"/>
                    <a:pt x="199" y="3690"/>
                    <a:pt x="217" y="3658"/>
                  </a:cubicBezTo>
                  <a:lnTo>
                    <a:pt x="1875" y="140"/>
                  </a:lnTo>
                  <a:cubicBezTo>
                    <a:pt x="1891" y="94"/>
                    <a:pt x="1872" y="42"/>
                    <a:pt x="1830" y="17"/>
                  </a:cubicBezTo>
                  <a:cubicBezTo>
                    <a:pt x="1812" y="6"/>
                    <a:pt x="1792" y="0"/>
                    <a:pt x="1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5875225" y="1231225"/>
              <a:ext cx="47575" cy="93400"/>
            </a:xfrm>
            <a:custGeom>
              <a:avLst/>
              <a:gdLst/>
              <a:ahLst/>
              <a:cxnLst/>
              <a:rect l="l" t="t" r="r" b="b"/>
              <a:pathLst>
                <a:path w="1903" h="3736" extrusionOk="0">
                  <a:moveTo>
                    <a:pt x="1779" y="1"/>
                  </a:moveTo>
                  <a:cubicBezTo>
                    <a:pt x="1739" y="1"/>
                    <a:pt x="1701" y="23"/>
                    <a:pt x="1683" y="62"/>
                  </a:cubicBezTo>
                  <a:lnTo>
                    <a:pt x="25" y="3582"/>
                  </a:lnTo>
                  <a:cubicBezTo>
                    <a:pt x="25" y="3582"/>
                    <a:pt x="25" y="3582"/>
                    <a:pt x="25" y="3583"/>
                  </a:cubicBezTo>
                  <a:cubicBezTo>
                    <a:pt x="0" y="3637"/>
                    <a:pt x="24" y="3699"/>
                    <a:pt x="78" y="3725"/>
                  </a:cubicBezTo>
                  <a:cubicBezTo>
                    <a:pt x="91" y="3731"/>
                    <a:pt x="107" y="3735"/>
                    <a:pt x="122" y="3735"/>
                  </a:cubicBezTo>
                  <a:cubicBezTo>
                    <a:pt x="164" y="3735"/>
                    <a:pt x="201" y="3711"/>
                    <a:pt x="217" y="3673"/>
                  </a:cubicBezTo>
                  <a:lnTo>
                    <a:pt x="1878" y="154"/>
                  </a:lnTo>
                  <a:cubicBezTo>
                    <a:pt x="1903" y="101"/>
                    <a:pt x="1879" y="37"/>
                    <a:pt x="1826" y="11"/>
                  </a:cubicBezTo>
                  <a:cubicBezTo>
                    <a:pt x="1811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5851625" y="1239225"/>
              <a:ext cx="47550" cy="93325"/>
            </a:xfrm>
            <a:custGeom>
              <a:avLst/>
              <a:gdLst/>
              <a:ahLst/>
              <a:cxnLst/>
              <a:rect l="l" t="t" r="r" b="b"/>
              <a:pathLst>
                <a:path w="1902" h="3733" extrusionOk="0">
                  <a:moveTo>
                    <a:pt x="1781" y="1"/>
                  </a:moveTo>
                  <a:cubicBezTo>
                    <a:pt x="1740" y="1"/>
                    <a:pt x="1700" y="24"/>
                    <a:pt x="1683" y="63"/>
                  </a:cubicBezTo>
                  <a:lnTo>
                    <a:pt x="25" y="3582"/>
                  </a:lnTo>
                  <a:cubicBezTo>
                    <a:pt x="25" y="3582"/>
                    <a:pt x="24" y="3583"/>
                    <a:pt x="24" y="3585"/>
                  </a:cubicBezTo>
                  <a:cubicBezTo>
                    <a:pt x="0" y="3637"/>
                    <a:pt x="24" y="3698"/>
                    <a:pt x="76" y="3722"/>
                  </a:cubicBezTo>
                  <a:cubicBezTo>
                    <a:pt x="89" y="3728"/>
                    <a:pt x="102" y="3733"/>
                    <a:pt x="115" y="3733"/>
                  </a:cubicBezTo>
                  <a:cubicBezTo>
                    <a:pt x="117" y="3733"/>
                    <a:pt x="119" y="3732"/>
                    <a:pt x="121" y="3732"/>
                  </a:cubicBezTo>
                  <a:cubicBezTo>
                    <a:pt x="122" y="3732"/>
                    <a:pt x="123" y="3732"/>
                    <a:pt x="124" y="3732"/>
                  </a:cubicBezTo>
                  <a:cubicBezTo>
                    <a:pt x="165" y="3732"/>
                    <a:pt x="202" y="3707"/>
                    <a:pt x="218" y="3671"/>
                  </a:cubicBezTo>
                  <a:lnTo>
                    <a:pt x="1876" y="153"/>
                  </a:lnTo>
                  <a:cubicBezTo>
                    <a:pt x="1901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5827975" y="1247425"/>
              <a:ext cx="47375" cy="93200"/>
            </a:xfrm>
            <a:custGeom>
              <a:avLst/>
              <a:gdLst/>
              <a:ahLst/>
              <a:cxnLst/>
              <a:rect l="l" t="t" r="r" b="b"/>
              <a:pathLst>
                <a:path w="1895" h="3728" extrusionOk="0">
                  <a:moveTo>
                    <a:pt x="1777" y="1"/>
                  </a:moveTo>
                  <a:cubicBezTo>
                    <a:pt x="1740" y="1"/>
                    <a:pt x="1703" y="20"/>
                    <a:pt x="1683" y="54"/>
                  </a:cubicBezTo>
                  <a:lnTo>
                    <a:pt x="24" y="3574"/>
                  </a:lnTo>
                  <a:cubicBezTo>
                    <a:pt x="1" y="3626"/>
                    <a:pt x="23" y="3690"/>
                    <a:pt x="77" y="3715"/>
                  </a:cubicBezTo>
                  <a:cubicBezTo>
                    <a:pt x="90" y="3723"/>
                    <a:pt x="106" y="3726"/>
                    <a:pt x="123" y="3727"/>
                  </a:cubicBezTo>
                  <a:cubicBezTo>
                    <a:pt x="163" y="3726"/>
                    <a:pt x="200" y="3702"/>
                    <a:pt x="218" y="3665"/>
                  </a:cubicBezTo>
                  <a:lnTo>
                    <a:pt x="1875" y="146"/>
                  </a:lnTo>
                  <a:cubicBezTo>
                    <a:pt x="1895" y="97"/>
                    <a:pt x="1875" y="41"/>
                    <a:pt x="1829" y="14"/>
                  </a:cubicBezTo>
                  <a:cubicBezTo>
                    <a:pt x="1813" y="5"/>
                    <a:pt x="1795" y="1"/>
                    <a:pt x="1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5804300" y="1255825"/>
              <a:ext cx="47600" cy="93150"/>
            </a:xfrm>
            <a:custGeom>
              <a:avLst/>
              <a:gdLst/>
              <a:ahLst/>
              <a:cxnLst/>
              <a:rect l="l" t="t" r="r" b="b"/>
              <a:pathLst>
                <a:path w="1904" h="3726" extrusionOk="0">
                  <a:moveTo>
                    <a:pt x="1780" y="0"/>
                  </a:moveTo>
                  <a:cubicBezTo>
                    <a:pt x="1741" y="0"/>
                    <a:pt x="1704" y="23"/>
                    <a:pt x="1686" y="62"/>
                  </a:cubicBezTo>
                  <a:lnTo>
                    <a:pt x="27" y="3580"/>
                  </a:lnTo>
                  <a:cubicBezTo>
                    <a:pt x="26" y="3580"/>
                    <a:pt x="26" y="3582"/>
                    <a:pt x="26" y="3582"/>
                  </a:cubicBezTo>
                  <a:cubicBezTo>
                    <a:pt x="1" y="3636"/>
                    <a:pt x="25" y="3698"/>
                    <a:pt x="78" y="3723"/>
                  </a:cubicBezTo>
                  <a:cubicBezTo>
                    <a:pt x="86" y="3725"/>
                    <a:pt x="93" y="3726"/>
                    <a:pt x="100" y="3726"/>
                  </a:cubicBezTo>
                  <a:cubicBezTo>
                    <a:pt x="108" y="3726"/>
                    <a:pt x="115" y="3725"/>
                    <a:pt x="123" y="3723"/>
                  </a:cubicBezTo>
                  <a:cubicBezTo>
                    <a:pt x="124" y="3723"/>
                    <a:pt x="126" y="3723"/>
                    <a:pt x="127" y="3723"/>
                  </a:cubicBezTo>
                  <a:cubicBezTo>
                    <a:pt x="164" y="3723"/>
                    <a:pt x="201" y="3704"/>
                    <a:pt x="221" y="3673"/>
                  </a:cubicBezTo>
                  <a:lnTo>
                    <a:pt x="1878" y="153"/>
                  </a:lnTo>
                  <a:cubicBezTo>
                    <a:pt x="1904" y="99"/>
                    <a:pt x="1880" y="35"/>
                    <a:pt x="1826" y="10"/>
                  </a:cubicBezTo>
                  <a:lnTo>
                    <a:pt x="1823" y="10"/>
                  </a:lnTo>
                  <a:cubicBezTo>
                    <a:pt x="1809" y="4"/>
                    <a:pt x="1794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5780700" y="1263800"/>
              <a:ext cx="47575" cy="93350"/>
            </a:xfrm>
            <a:custGeom>
              <a:avLst/>
              <a:gdLst/>
              <a:ahLst/>
              <a:cxnLst/>
              <a:rect l="l" t="t" r="r" b="b"/>
              <a:pathLst>
                <a:path w="1903" h="3734" extrusionOk="0">
                  <a:moveTo>
                    <a:pt x="1780" y="1"/>
                  </a:moveTo>
                  <a:cubicBezTo>
                    <a:pt x="1740" y="1"/>
                    <a:pt x="1702" y="24"/>
                    <a:pt x="1683" y="63"/>
                  </a:cubicBezTo>
                  <a:lnTo>
                    <a:pt x="26" y="3582"/>
                  </a:lnTo>
                  <a:cubicBezTo>
                    <a:pt x="26" y="3583"/>
                    <a:pt x="26" y="3583"/>
                    <a:pt x="25" y="3585"/>
                  </a:cubicBezTo>
                  <a:cubicBezTo>
                    <a:pt x="1" y="3637"/>
                    <a:pt x="25" y="3699"/>
                    <a:pt x="77" y="3722"/>
                  </a:cubicBezTo>
                  <a:cubicBezTo>
                    <a:pt x="92" y="3729"/>
                    <a:pt x="106" y="3732"/>
                    <a:pt x="121" y="3733"/>
                  </a:cubicBezTo>
                  <a:cubicBezTo>
                    <a:pt x="163" y="3733"/>
                    <a:pt x="202" y="3710"/>
                    <a:pt x="218" y="3671"/>
                  </a:cubicBezTo>
                  <a:lnTo>
                    <a:pt x="1877" y="153"/>
                  </a:lnTo>
                  <a:cubicBezTo>
                    <a:pt x="1902" y="99"/>
                    <a:pt x="1878" y="36"/>
                    <a:pt x="1826" y="11"/>
                  </a:cubicBezTo>
                  <a:lnTo>
                    <a:pt x="1825" y="11"/>
                  </a:ln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5757075" y="1271975"/>
              <a:ext cx="47525" cy="93350"/>
            </a:xfrm>
            <a:custGeom>
              <a:avLst/>
              <a:gdLst/>
              <a:ahLst/>
              <a:cxnLst/>
              <a:rect l="l" t="t" r="r" b="b"/>
              <a:pathLst>
                <a:path w="1901" h="3734" extrusionOk="0">
                  <a:moveTo>
                    <a:pt x="1780" y="1"/>
                  </a:moveTo>
                  <a:cubicBezTo>
                    <a:pt x="1740" y="1"/>
                    <a:pt x="1701" y="23"/>
                    <a:pt x="1683" y="62"/>
                  </a:cubicBezTo>
                  <a:lnTo>
                    <a:pt x="24" y="3581"/>
                  </a:lnTo>
                  <a:cubicBezTo>
                    <a:pt x="0" y="3634"/>
                    <a:pt x="23" y="3698"/>
                    <a:pt x="75" y="3724"/>
                  </a:cubicBezTo>
                  <a:cubicBezTo>
                    <a:pt x="90" y="3730"/>
                    <a:pt x="106" y="3734"/>
                    <a:pt x="122" y="3734"/>
                  </a:cubicBezTo>
                  <a:cubicBezTo>
                    <a:pt x="163" y="3734"/>
                    <a:pt x="200" y="3710"/>
                    <a:pt x="218" y="3673"/>
                  </a:cubicBezTo>
                  <a:lnTo>
                    <a:pt x="1875" y="153"/>
                  </a:lnTo>
                  <a:lnTo>
                    <a:pt x="1876" y="153"/>
                  </a:lnTo>
                  <a:cubicBezTo>
                    <a:pt x="1900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5733275" y="1280450"/>
              <a:ext cx="47300" cy="93050"/>
            </a:xfrm>
            <a:custGeom>
              <a:avLst/>
              <a:gdLst/>
              <a:ahLst/>
              <a:cxnLst/>
              <a:rect l="l" t="t" r="r" b="b"/>
              <a:pathLst>
                <a:path w="1892" h="3722" extrusionOk="0">
                  <a:moveTo>
                    <a:pt x="1775" y="1"/>
                  </a:moveTo>
                  <a:cubicBezTo>
                    <a:pt x="1740" y="1"/>
                    <a:pt x="1704" y="19"/>
                    <a:pt x="1685" y="51"/>
                  </a:cubicBezTo>
                  <a:lnTo>
                    <a:pt x="25" y="3571"/>
                  </a:lnTo>
                  <a:cubicBezTo>
                    <a:pt x="25" y="3571"/>
                    <a:pt x="25" y="3572"/>
                    <a:pt x="25" y="3572"/>
                  </a:cubicBezTo>
                  <a:cubicBezTo>
                    <a:pt x="1" y="3626"/>
                    <a:pt x="23" y="3687"/>
                    <a:pt x="77" y="3711"/>
                  </a:cubicBezTo>
                  <a:cubicBezTo>
                    <a:pt x="88" y="3717"/>
                    <a:pt x="101" y="3721"/>
                    <a:pt x="115" y="3721"/>
                  </a:cubicBezTo>
                  <a:cubicBezTo>
                    <a:pt x="117" y="3721"/>
                    <a:pt x="119" y="3721"/>
                    <a:pt x="121" y="3721"/>
                  </a:cubicBezTo>
                  <a:cubicBezTo>
                    <a:pt x="123" y="3721"/>
                    <a:pt x="124" y="3721"/>
                    <a:pt x="125" y="3721"/>
                  </a:cubicBezTo>
                  <a:cubicBezTo>
                    <a:pt x="165" y="3721"/>
                    <a:pt x="202" y="3696"/>
                    <a:pt x="220" y="3660"/>
                  </a:cubicBezTo>
                  <a:lnTo>
                    <a:pt x="1877" y="140"/>
                  </a:lnTo>
                  <a:cubicBezTo>
                    <a:pt x="1892" y="94"/>
                    <a:pt x="1872" y="42"/>
                    <a:pt x="1831" y="17"/>
                  </a:cubicBezTo>
                  <a:cubicBezTo>
                    <a:pt x="1814" y="6"/>
                    <a:pt x="1794" y="1"/>
                    <a:pt x="1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5709800" y="1288600"/>
              <a:ext cx="47550" cy="93175"/>
            </a:xfrm>
            <a:custGeom>
              <a:avLst/>
              <a:gdLst/>
              <a:ahLst/>
              <a:cxnLst/>
              <a:rect l="l" t="t" r="r" b="b"/>
              <a:pathLst>
                <a:path w="1902" h="3727" extrusionOk="0">
                  <a:moveTo>
                    <a:pt x="1781" y="1"/>
                  </a:moveTo>
                  <a:cubicBezTo>
                    <a:pt x="1740" y="1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6" y="3583"/>
                    <a:pt x="26" y="3583"/>
                  </a:cubicBezTo>
                  <a:cubicBezTo>
                    <a:pt x="0" y="3636"/>
                    <a:pt x="24" y="3699"/>
                    <a:pt x="78" y="3724"/>
                  </a:cubicBezTo>
                  <a:cubicBezTo>
                    <a:pt x="84" y="3726"/>
                    <a:pt x="92" y="3726"/>
                    <a:pt x="100" y="3726"/>
                  </a:cubicBezTo>
                  <a:cubicBezTo>
                    <a:pt x="107" y="3726"/>
                    <a:pt x="115" y="3726"/>
                    <a:pt x="122" y="3724"/>
                  </a:cubicBezTo>
                  <a:cubicBezTo>
                    <a:pt x="124" y="3724"/>
                    <a:pt x="125" y="3724"/>
                    <a:pt x="127" y="3724"/>
                  </a:cubicBezTo>
                  <a:cubicBezTo>
                    <a:pt x="164" y="3724"/>
                    <a:pt x="199" y="3705"/>
                    <a:pt x="218" y="3672"/>
                  </a:cubicBezTo>
                  <a:lnTo>
                    <a:pt x="1876" y="154"/>
                  </a:lnTo>
                  <a:cubicBezTo>
                    <a:pt x="1902" y="100"/>
                    <a:pt x="1879" y="36"/>
                    <a:pt x="1826" y="11"/>
                  </a:cubicBezTo>
                  <a:cubicBezTo>
                    <a:pt x="1811" y="4"/>
                    <a:pt x="1796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4664375" y="656725"/>
              <a:ext cx="218350" cy="174750"/>
            </a:xfrm>
            <a:custGeom>
              <a:avLst/>
              <a:gdLst/>
              <a:ahLst/>
              <a:cxnLst/>
              <a:rect l="l" t="t" r="r" b="b"/>
              <a:pathLst>
                <a:path w="8734" h="6990" extrusionOk="0">
                  <a:moveTo>
                    <a:pt x="700" y="209"/>
                  </a:moveTo>
                  <a:lnTo>
                    <a:pt x="8047" y="214"/>
                  </a:lnTo>
                  <a:cubicBezTo>
                    <a:pt x="8313" y="214"/>
                    <a:pt x="8531" y="431"/>
                    <a:pt x="8531" y="697"/>
                  </a:cubicBezTo>
                  <a:lnTo>
                    <a:pt x="8531" y="6296"/>
                  </a:lnTo>
                  <a:cubicBezTo>
                    <a:pt x="8531" y="6564"/>
                    <a:pt x="8313" y="6780"/>
                    <a:pt x="8047" y="6780"/>
                  </a:cubicBezTo>
                  <a:lnTo>
                    <a:pt x="711" y="6780"/>
                  </a:lnTo>
                  <a:cubicBezTo>
                    <a:pt x="443" y="6780"/>
                    <a:pt x="227" y="6564"/>
                    <a:pt x="227" y="6296"/>
                  </a:cubicBezTo>
                  <a:lnTo>
                    <a:pt x="227" y="697"/>
                  </a:lnTo>
                  <a:cubicBezTo>
                    <a:pt x="224" y="434"/>
                    <a:pt x="435" y="215"/>
                    <a:pt x="700" y="209"/>
                  </a:cubicBezTo>
                  <a:close/>
                  <a:moveTo>
                    <a:pt x="696" y="1"/>
                  </a:moveTo>
                  <a:cubicBezTo>
                    <a:pt x="312" y="2"/>
                    <a:pt x="1" y="313"/>
                    <a:pt x="2" y="697"/>
                  </a:cubicBezTo>
                  <a:lnTo>
                    <a:pt x="2" y="6291"/>
                  </a:lnTo>
                  <a:cubicBezTo>
                    <a:pt x="2" y="6677"/>
                    <a:pt x="315" y="6990"/>
                    <a:pt x="700" y="6990"/>
                  </a:cubicBezTo>
                  <a:lnTo>
                    <a:pt x="8036" y="6990"/>
                  </a:lnTo>
                  <a:lnTo>
                    <a:pt x="8036" y="6988"/>
                  </a:lnTo>
                  <a:cubicBezTo>
                    <a:pt x="8419" y="6988"/>
                    <a:pt x="8730" y="6678"/>
                    <a:pt x="8733" y="6296"/>
                  </a:cubicBezTo>
                  <a:lnTo>
                    <a:pt x="8733" y="697"/>
                  </a:lnTo>
                  <a:cubicBezTo>
                    <a:pt x="8733" y="313"/>
                    <a:pt x="8421" y="1"/>
                    <a:pt x="8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4433975" y="743450"/>
              <a:ext cx="296550" cy="272700"/>
            </a:xfrm>
            <a:custGeom>
              <a:avLst/>
              <a:gdLst/>
              <a:ahLst/>
              <a:cxnLst/>
              <a:rect l="l" t="t" r="r" b="b"/>
              <a:pathLst>
                <a:path w="11862" h="10908" extrusionOk="0">
                  <a:moveTo>
                    <a:pt x="699" y="215"/>
                  </a:moveTo>
                  <a:lnTo>
                    <a:pt x="11164" y="217"/>
                  </a:lnTo>
                  <a:cubicBezTo>
                    <a:pt x="11431" y="217"/>
                    <a:pt x="11648" y="434"/>
                    <a:pt x="11648" y="701"/>
                  </a:cubicBezTo>
                  <a:lnTo>
                    <a:pt x="11648" y="10207"/>
                  </a:lnTo>
                  <a:cubicBezTo>
                    <a:pt x="11648" y="10475"/>
                    <a:pt x="11431" y="10691"/>
                    <a:pt x="11164" y="10691"/>
                  </a:cubicBezTo>
                  <a:lnTo>
                    <a:pt x="699" y="10691"/>
                  </a:lnTo>
                  <a:cubicBezTo>
                    <a:pt x="432" y="10691"/>
                    <a:pt x="215" y="10475"/>
                    <a:pt x="215" y="10207"/>
                  </a:cubicBezTo>
                  <a:lnTo>
                    <a:pt x="215" y="699"/>
                  </a:lnTo>
                  <a:cubicBezTo>
                    <a:pt x="215" y="431"/>
                    <a:pt x="432" y="215"/>
                    <a:pt x="699" y="215"/>
                  </a:cubicBezTo>
                  <a:close/>
                  <a:moveTo>
                    <a:pt x="697" y="1"/>
                  </a:moveTo>
                  <a:cubicBezTo>
                    <a:pt x="311" y="2"/>
                    <a:pt x="0" y="315"/>
                    <a:pt x="2" y="701"/>
                  </a:cubicBezTo>
                  <a:lnTo>
                    <a:pt x="2" y="10210"/>
                  </a:lnTo>
                  <a:cubicBezTo>
                    <a:pt x="2" y="10595"/>
                    <a:pt x="314" y="10907"/>
                    <a:pt x="699" y="10907"/>
                  </a:cubicBezTo>
                  <a:lnTo>
                    <a:pt x="11167" y="10907"/>
                  </a:lnTo>
                  <a:cubicBezTo>
                    <a:pt x="11551" y="10904"/>
                    <a:pt x="11861" y="10592"/>
                    <a:pt x="11861" y="10207"/>
                  </a:cubicBezTo>
                  <a:lnTo>
                    <a:pt x="11861" y="699"/>
                  </a:lnTo>
                  <a:cubicBezTo>
                    <a:pt x="11860" y="313"/>
                    <a:pt x="11548" y="2"/>
                    <a:pt x="1116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4371875" y="1254050"/>
              <a:ext cx="292750" cy="157625"/>
            </a:xfrm>
            <a:custGeom>
              <a:avLst/>
              <a:gdLst/>
              <a:ahLst/>
              <a:cxnLst/>
              <a:rect l="l" t="t" r="r" b="b"/>
              <a:pathLst>
                <a:path w="11710" h="6305" extrusionOk="0">
                  <a:moveTo>
                    <a:pt x="1" y="1"/>
                  </a:moveTo>
                  <a:lnTo>
                    <a:pt x="1" y="6305"/>
                  </a:lnTo>
                  <a:lnTo>
                    <a:pt x="11710" y="6305"/>
                  </a:lnTo>
                  <a:lnTo>
                    <a:pt x="117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4369225" y="1251375"/>
              <a:ext cx="298150" cy="162950"/>
            </a:xfrm>
            <a:custGeom>
              <a:avLst/>
              <a:gdLst/>
              <a:ahLst/>
              <a:cxnLst/>
              <a:rect l="l" t="t" r="r" b="b"/>
              <a:pathLst>
                <a:path w="11926" h="6518" extrusionOk="0">
                  <a:moveTo>
                    <a:pt x="11713" y="215"/>
                  </a:moveTo>
                  <a:lnTo>
                    <a:pt x="11713" y="6305"/>
                  </a:lnTo>
                  <a:lnTo>
                    <a:pt x="218" y="6305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9"/>
                    <a:pt x="1" y="108"/>
                  </a:cubicBezTo>
                  <a:lnTo>
                    <a:pt x="1" y="6412"/>
                  </a:lnTo>
                  <a:cubicBezTo>
                    <a:pt x="1" y="6470"/>
                    <a:pt x="49" y="6517"/>
                    <a:pt x="108" y="6517"/>
                  </a:cubicBezTo>
                  <a:lnTo>
                    <a:pt x="11820" y="6517"/>
                  </a:lnTo>
                  <a:cubicBezTo>
                    <a:pt x="11878" y="6517"/>
                    <a:pt x="11926" y="6470"/>
                    <a:pt x="11926" y="6412"/>
                  </a:cubicBezTo>
                  <a:lnTo>
                    <a:pt x="11926" y="108"/>
                  </a:lnTo>
                  <a:cubicBezTo>
                    <a:pt x="11926" y="49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4371875" y="1383300"/>
              <a:ext cx="292750" cy="28375"/>
            </a:xfrm>
            <a:custGeom>
              <a:avLst/>
              <a:gdLst/>
              <a:ahLst/>
              <a:cxnLst/>
              <a:rect l="l" t="t" r="r" b="b"/>
              <a:pathLst>
                <a:path w="11710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1710" y="1135"/>
                  </a:lnTo>
                  <a:lnTo>
                    <a:pt x="11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369225" y="1380575"/>
              <a:ext cx="298200" cy="33750"/>
            </a:xfrm>
            <a:custGeom>
              <a:avLst/>
              <a:gdLst/>
              <a:ahLst/>
              <a:cxnLst/>
              <a:rect l="l" t="t" r="r" b="b"/>
              <a:pathLst>
                <a:path w="11928" h="1350" extrusionOk="0">
                  <a:moveTo>
                    <a:pt x="11713" y="215"/>
                  </a:moveTo>
                  <a:lnTo>
                    <a:pt x="11713" y="1137"/>
                  </a:lnTo>
                  <a:lnTo>
                    <a:pt x="218" y="1137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6"/>
                  </a:cubicBezTo>
                  <a:lnTo>
                    <a:pt x="1" y="1244"/>
                  </a:lnTo>
                  <a:cubicBezTo>
                    <a:pt x="1" y="1302"/>
                    <a:pt x="49" y="1349"/>
                    <a:pt x="108" y="1349"/>
                  </a:cubicBezTo>
                  <a:lnTo>
                    <a:pt x="11822" y="1349"/>
                  </a:lnTo>
                  <a:cubicBezTo>
                    <a:pt x="11881" y="1349"/>
                    <a:pt x="11927" y="1300"/>
                    <a:pt x="11926" y="1241"/>
                  </a:cubicBezTo>
                  <a:lnTo>
                    <a:pt x="11926" y="106"/>
                  </a:lnTo>
                  <a:cubicBezTo>
                    <a:pt x="11926" y="48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4466350" y="1273375"/>
              <a:ext cx="103850" cy="94600"/>
            </a:xfrm>
            <a:custGeom>
              <a:avLst/>
              <a:gdLst/>
              <a:ahLst/>
              <a:cxnLst/>
              <a:rect l="l" t="t" r="r" b="b"/>
              <a:pathLst>
                <a:path w="4154" h="3784" extrusionOk="0">
                  <a:moveTo>
                    <a:pt x="2077" y="0"/>
                  </a:moveTo>
                  <a:cubicBezTo>
                    <a:pt x="1593" y="0"/>
                    <a:pt x="1108" y="185"/>
                    <a:pt x="739" y="554"/>
                  </a:cubicBezTo>
                  <a:cubicBezTo>
                    <a:pt x="1" y="1293"/>
                    <a:pt x="1" y="2490"/>
                    <a:pt x="739" y="3228"/>
                  </a:cubicBezTo>
                  <a:cubicBezTo>
                    <a:pt x="1108" y="3598"/>
                    <a:pt x="1593" y="3783"/>
                    <a:pt x="2077" y="3783"/>
                  </a:cubicBezTo>
                  <a:cubicBezTo>
                    <a:pt x="2561" y="3783"/>
                    <a:pt x="3045" y="3598"/>
                    <a:pt x="3415" y="3228"/>
                  </a:cubicBezTo>
                  <a:cubicBezTo>
                    <a:pt x="4153" y="2490"/>
                    <a:pt x="4153" y="1293"/>
                    <a:pt x="3415" y="554"/>
                  </a:cubicBezTo>
                  <a:cubicBezTo>
                    <a:pt x="3045" y="185"/>
                    <a:pt x="2561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4494825" y="1282925"/>
              <a:ext cx="62750" cy="72400"/>
            </a:xfrm>
            <a:custGeom>
              <a:avLst/>
              <a:gdLst/>
              <a:ahLst/>
              <a:cxnLst/>
              <a:rect l="l" t="t" r="r" b="b"/>
              <a:pathLst>
                <a:path w="2510" h="2896" extrusionOk="0">
                  <a:moveTo>
                    <a:pt x="1" y="1"/>
                  </a:moveTo>
                  <a:lnTo>
                    <a:pt x="1" y="2895"/>
                  </a:lnTo>
                  <a:lnTo>
                    <a:pt x="2509" y="14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5636975" y="715100"/>
              <a:ext cx="469450" cy="355425"/>
            </a:xfrm>
            <a:custGeom>
              <a:avLst/>
              <a:gdLst/>
              <a:ahLst/>
              <a:cxnLst/>
              <a:rect l="l" t="t" r="r" b="b"/>
              <a:pathLst>
                <a:path w="18778" h="14217" extrusionOk="0">
                  <a:moveTo>
                    <a:pt x="18178" y="222"/>
                  </a:moveTo>
                  <a:cubicBezTo>
                    <a:pt x="18392" y="224"/>
                    <a:pt x="18565" y="398"/>
                    <a:pt x="18563" y="612"/>
                  </a:cubicBezTo>
                  <a:lnTo>
                    <a:pt x="18563" y="13621"/>
                  </a:lnTo>
                  <a:lnTo>
                    <a:pt x="18563" y="13624"/>
                  </a:lnTo>
                  <a:cubicBezTo>
                    <a:pt x="18563" y="13838"/>
                    <a:pt x="18391" y="14011"/>
                    <a:pt x="18176" y="14011"/>
                  </a:cubicBezTo>
                  <a:lnTo>
                    <a:pt x="601" y="14011"/>
                  </a:lnTo>
                  <a:cubicBezTo>
                    <a:pt x="387" y="14011"/>
                    <a:pt x="214" y="13835"/>
                    <a:pt x="214" y="13621"/>
                  </a:cubicBezTo>
                  <a:lnTo>
                    <a:pt x="214" y="612"/>
                  </a:lnTo>
                  <a:cubicBezTo>
                    <a:pt x="214" y="398"/>
                    <a:pt x="387" y="224"/>
                    <a:pt x="601" y="222"/>
                  </a:cubicBezTo>
                  <a:close/>
                  <a:moveTo>
                    <a:pt x="601" y="0"/>
                  </a:moveTo>
                  <a:cubicBezTo>
                    <a:pt x="269" y="2"/>
                    <a:pt x="1" y="271"/>
                    <a:pt x="1" y="605"/>
                  </a:cubicBezTo>
                  <a:lnTo>
                    <a:pt x="1" y="13612"/>
                  </a:lnTo>
                  <a:cubicBezTo>
                    <a:pt x="1" y="13946"/>
                    <a:pt x="269" y="14215"/>
                    <a:pt x="601" y="14217"/>
                  </a:cubicBezTo>
                  <a:lnTo>
                    <a:pt x="18176" y="14217"/>
                  </a:lnTo>
                  <a:cubicBezTo>
                    <a:pt x="18508" y="14215"/>
                    <a:pt x="18778" y="13946"/>
                    <a:pt x="18778" y="13612"/>
                  </a:cubicBezTo>
                  <a:lnTo>
                    <a:pt x="18778" y="605"/>
                  </a:lnTo>
                  <a:cubicBezTo>
                    <a:pt x="18778" y="271"/>
                    <a:pt x="18508" y="2"/>
                    <a:pt x="18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5661175" y="1033725"/>
              <a:ext cx="435775" cy="2675"/>
            </a:xfrm>
            <a:custGeom>
              <a:avLst/>
              <a:gdLst/>
              <a:ahLst/>
              <a:cxnLst/>
              <a:rect l="l" t="t" r="r" b="b"/>
              <a:pathLst>
                <a:path w="17431" h="107" extrusionOk="0">
                  <a:moveTo>
                    <a:pt x="1" y="1"/>
                  </a:moveTo>
                  <a:lnTo>
                    <a:pt x="1" y="106"/>
                  </a:lnTo>
                  <a:lnTo>
                    <a:pt x="17430" y="106"/>
                  </a:lnTo>
                  <a:lnTo>
                    <a:pt x="174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56598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568887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5717900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57469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57760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580505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58341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5863200" y="1035025"/>
              <a:ext cx="2650" cy="6500"/>
            </a:xfrm>
            <a:custGeom>
              <a:avLst/>
              <a:gdLst/>
              <a:ahLst/>
              <a:cxnLst/>
              <a:rect l="l" t="t" r="r" b="b"/>
              <a:pathLst>
                <a:path w="106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58922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5921300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5950325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9794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60084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6037475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6066500" y="1035025"/>
              <a:ext cx="2700" cy="6500"/>
            </a:xfrm>
            <a:custGeom>
              <a:avLst/>
              <a:gdLst/>
              <a:ahLst/>
              <a:cxnLst/>
              <a:rect l="l" t="t" r="r" b="b"/>
              <a:pathLst>
                <a:path w="108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6095575" y="1035025"/>
              <a:ext cx="2675" cy="6500"/>
            </a:xfrm>
            <a:custGeom>
              <a:avLst/>
              <a:gdLst/>
              <a:ahLst/>
              <a:cxnLst/>
              <a:rect l="l" t="t" r="r" b="b"/>
              <a:pathLst>
                <a:path w="10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5675650" y="748625"/>
              <a:ext cx="406775" cy="281225"/>
            </a:xfrm>
            <a:custGeom>
              <a:avLst/>
              <a:gdLst/>
              <a:ahLst/>
              <a:cxnLst/>
              <a:rect l="l" t="t" r="r" b="b"/>
              <a:pathLst>
                <a:path w="16271" h="11249" extrusionOk="0">
                  <a:moveTo>
                    <a:pt x="13957" y="1"/>
                  </a:moveTo>
                  <a:cubicBezTo>
                    <a:pt x="13888" y="1"/>
                    <a:pt x="13833" y="56"/>
                    <a:pt x="13833" y="124"/>
                  </a:cubicBezTo>
                  <a:lnTo>
                    <a:pt x="12792" y="8181"/>
                  </a:lnTo>
                  <a:cubicBezTo>
                    <a:pt x="12786" y="8221"/>
                    <a:pt x="12767" y="8257"/>
                    <a:pt x="12737" y="8282"/>
                  </a:cubicBezTo>
                  <a:lnTo>
                    <a:pt x="11735" y="9058"/>
                  </a:lnTo>
                  <a:cubicBezTo>
                    <a:pt x="11714" y="9074"/>
                    <a:pt x="11689" y="9081"/>
                    <a:pt x="11664" y="9081"/>
                  </a:cubicBezTo>
                  <a:cubicBezTo>
                    <a:pt x="11629" y="9081"/>
                    <a:pt x="11594" y="9066"/>
                    <a:pt x="11570" y="9036"/>
                  </a:cubicBezTo>
                  <a:cubicBezTo>
                    <a:pt x="11564" y="9027"/>
                    <a:pt x="11560" y="9019"/>
                    <a:pt x="11555" y="9009"/>
                  </a:cubicBezTo>
                  <a:lnTo>
                    <a:pt x="10544" y="6924"/>
                  </a:lnTo>
                  <a:cubicBezTo>
                    <a:pt x="10528" y="6878"/>
                    <a:pt x="10483" y="6849"/>
                    <a:pt x="10436" y="6849"/>
                  </a:cubicBezTo>
                  <a:cubicBezTo>
                    <a:pt x="10423" y="6849"/>
                    <a:pt x="10410" y="6851"/>
                    <a:pt x="10397" y="6856"/>
                  </a:cubicBezTo>
                  <a:cubicBezTo>
                    <a:pt x="10374" y="6863"/>
                    <a:pt x="10355" y="6878"/>
                    <a:pt x="10342" y="6898"/>
                  </a:cubicBezTo>
                  <a:lnTo>
                    <a:pt x="9298" y="8247"/>
                  </a:lnTo>
                  <a:lnTo>
                    <a:pt x="8135" y="9738"/>
                  </a:lnTo>
                  <a:lnTo>
                    <a:pt x="6975" y="8247"/>
                  </a:lnTo>
                  <a:lnTo>
                    <a:pt x="5949" y="6926"/>
                  </a:lnTo>
                  <a:cubicBezTo>
                    <a:pt x="5927" y="6892"/>
                    <a:pt x="5889" y="6874"/>
                    <a:pt x="5851" y="6874"/>
                  </a:cubicBezTo>
                  <a:cubicBezTo>
                    <a:pt x="5829" y="6874"/>
                    <a:pt x="5807" y="6880"/>
                    <a:pt x="5787" y="6893"/>
                  </a:cubicBezTo>
                  <a:cubicBezTo>
                    <a:pt x="5760" y="6912"/>
                    <a:pt x="5741" y="6941"/>
                    <a:pt x="5736" y="6973"/>
                  </a:cubicBezTo>
                  <a:lnTo>
                    <a:pt x="4646" y="10344"/>
                  </a:lnTo>
                  <a:lnTo>
                    <a:pt x="3492" y="4337"/>
                  </a:lnTo>
                  <a:lnTo>
                    <a:pt x="2331" y="10947"/>
                  </a:lnTo>
                  <a:lnTo>
                    <a:pt x="1168" y="10048"/>
                  </a:lnTo>
                  <a:lnTo>
                    <a:pt x="250" y="7435"/>
                  </a:lnTo>
                  <a:cubicBezTo>
                    <a:pt x="230" y="7385"/>
                    <a:pt x="182" y="7354"/>
                    <a:pt x="131" y="7354"/>
                  </a:cubicBezTo>
                  <a:cubicBezTo>
                    <a:pt x="117" y="7354"/>
                    <a:pt x="102" y="7357"/>
                    <a:pt x="87" y="7362"/>
                  </a:cubicBezTo>
                  <a:cubicBezTo>
                    <a:pt x="34" y="7381"/>
                    <a:pt x="1" y="7435"/>
                    <a:pt x="5" y="7492"/>
                  </a:cubicBezTo>
                  <a:lnTo>
                    <a:pt x="2" y="11248"/>
                  </a:lnTo>
                  <a:lnTo>
                    <a:pt x="16271" y="11248"/>
                  </a:lnTo>
                  <a:lnTo>
                    <a:pt x="16271" y="9000"/>
                  </a:lnTo>
                  <a:lnTo>
                    <a:pt x="15120" y="6774"/>
                  </a:lnTo>
                  <a:cubicBezTo>
                    <a:pt x="15112" y="6759"/>
                    <a:pt x="15106" y="6743"/>
                    <a:pt x="15105" y="6725"/>
                  </a:cubicBezTo>
                  <a:lnTo>
                    <a:pt x="14080" y="124"/>
                  </a:lnTo>
                  <a:cubicBezTo>
                    <a:pt x="14080" y="56"/>
                    <a:pt x="14025" y="1"/>
                    <a:pt x="13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5672875" y="746175"/>
              <a:ext cx="412225" cy="286350"/>
            </a:xfrm>
            <a:custGeom>
              <a:avLst/>
              <a:gdLst/>
              <a:ahLst/>
              <a:cxnLst/>
              <a:rect l="l" t="t" r="r" b="b"/>
              <a:pathLst>
                <a:path w="16489" h="11454" extrusionOk="0">
                  <a:moveTo>
                    <a:pt x="239" y="7551"/>
                  </a:moveTo>
                  <a:cubicBezTo>
                    <a:pt x="253" y="7551"/>
                    <a:pt x="253" y="7570"/>
                    <a:pt x="253" y="7570"/>
                  </a:cubicBezTo>
                  <a:lnTo>
                    <a:pt x="1185" y="10212"/>
                  </a:lnTo>
                  <a:lnTo>
                    <a:pt x="2510" y="11239"/>
                  </a:lnTo>
                  <a:lnTo>
                    <a:pt x="219" y="11239"/>
                  </a:lnTo>
                  <a:lnTo>
                    <a:pt x="219" y="7590"/>
                  </a:lnTo>
                  <a:cubicBezTo>
                    <a:pt x="219" y="7563"/>
                    <a:pt x="224" y="7551"/>
                    <a:pt x="239" y="7551"/>
                  </a:cubicBezTo>
                  <a:close/>
                  <a:moveTo>
                    <a:pt x="14068" y="209"/>
                  </a:moveTo>
                  <a:cubicBezTo>
                    <a:pt x="14087" y="209"/>
                    <a:pt x="14087" y="222"/>
                    <a:pt x="14087" y="237"/>
                  </a:cubicBezTo>
                  <a:lnTo>
                    <a:pt x="15110" y="6850"/>
                  </a:lnTo>
                  <a:cubicBezTo>
                    <a:pt x="15114" y="6876"/>
                    <a:pt x="15123" y="6905"/>
                    <a:pt x="15137" y="6930"/>
                  </a:cubicBezTo>
                  <a:lnTo>
                    <a:pt x="16274" y="9125"/>
                  </a:lnTo>
                  <a:lnTo>
                    <a:pt x="16274" y="11239"/>
                  </a:lnTo>
                  <a:lnTo>
                    <a:pt x="2512" y="11239"/>
                  </a:lnTo>
                  <a:lnTo>
                    <a:pt x="3603" y="5024"/>
                  </a:lnTo>
                  <a:lnTo>
                    <a:pt x="4735" y="10876"/>
                  </a:lnTo>
                  <a:lnTo>
                    <a:pt x="5952" y="7107"/>
                  </a:lnTo>
                  <a:cubicBezTo>
                    <a:pt x="5957" y="7094"/>
                    <a:pt x="5963" y="7094"/>
                    <a:pt x="5977" y="7094"/>
                  </a:cubicBezTo>
                  <a:lnTo>
                    <a:pt x="8246" y="10023"/>
                  </a:lnTo>
                  <a:lnTo>
                    <a:pt x="10539" y="7064"/>
                  </a:lnTo>
                  <a:lnTo>
                    <a:pt x="10453" y="6999"/>
                  </a:lnTo>
                  <a:lnTo>
                    <a:pt x="10560" y="7071"/>
                  </a:lnTo>
                  <a:lnTo>
                    <a:pt x="11571" y="9157"/>
                  </a:lnTo>
                  <a:cubicBezTo>
                    <a:pt x="11601" y="9220"/>
                    <a:pt x="11657" y="9268"/>
                    <a:pt x="11726" y="9284"/>
                  </a:cubicBezTo>
                  <a:cubicBezTo>
                    <a:pt x="11743" y="9288"/>
                    <a:pt x="11761" y="9291"/>
                    <a:pt x="11778" y="9291"/>
                  </a:cubicBezTo>
                  <a:cubicBezTo>
                    <a:pt x="11827" y="9291"/>
                    <a:pt x="11874" y="9274"/>
                    <a:pt x="11912" y="9244"/>
                  </a:cubicBezTo>
                  <a:lnTo>
                    <a:pt x="12914" y="8468"/>
                  </a:lnTo>
                  <a:cubicBezTo>
                    <a:pt x="12966" y="8425"/>
                    <a:pt x="13000" y="8364"/>
                    <a:pt x="13009" y="8297"/>
                  </a:cubicBezTo>
                  <a:lnTo>
                    <a:pt x="14050" y="240"/>
                  </a:lnTo>
                  <a:cubicBezTo>
                    <a:pt x="14053" y="209"/>
                    <a:pt x="14048" y="209"/>
                    <a:pt x="14068" y="209"/>
                  </a:cubicBezTo>
                  <a:close/>
                  <a:moveTo>
                    <a:pt x="14068" y="1"/>
                  </a:moveTo>
                  <a:cubicBezTo>
                    <a:pt x="13949" y="5"/>
                    <a:pt x="13852" y="96"/>
                    <a:pt x="13840" y="215"/>
                  </a:cubicBezTo>
                  <a:lnTo>
                    <a:pt x="12813" y="8264"/>
                  </a:lnTo>
                  <a:cubicBezTo>
                    <a:pt x="12811" y="8275"/>
                    <a:pt x="12807" y="8285"/>
                    <a:pt x="12799" y="8292"/>
                  </a:cubicBezTo>
                  <a:lnTo>
                    <a:pt x="11794" y="9071"/>
                  </a:lnTo>
                  <a:lnTo>
                    <a:pt x="11861" y="9154"/>
                  </a:lnTo>
                  <a:lnTo>
                    <a:pt x="11861" y="9154"/>
                  </a:lnTo>
                  <a:lnTo>
                    <a:pt x="11778" y="9058"/>
                  </a:lnTo>
                  <a:lnTo>
                    <a:pt x="10767" y="6972"/>
                  </a:lnTo>
                  <a:cubicBezTo>
                    <a:pt x="10732" y="6900"/>
                    <a:pt x="10664" y="6850"/>
                    <a:pt x="10585" y="6841"/>
                  </a:cubicBezTo>
                  <a:cubicBezTo>
                    <a:pt x="10578" y="6840"/>
                    <a:pt x="10571" y="6840"/>
                    <a:pt x="10563" y="6840"/>
                  </a:cubicBezTo>
                  <a:cubicBezTo>
                    <a:pt x="10494" y="6840"/>
                    <a:pt x="10427" y="6872"/>
                    <a:pt x="10386" y="6927"/>
                  </a:cubicBezTo>
                  <a:lnTo>
                    <a:pt x="8252" y="9668"/>
                  </a:lnTo>
                  <a:lnTo>
                    <a:pt x="6153" y="6955"/>
                  </a:lnTo>
                  <a:cubicBezTo>
                    <a:pt x="6112" y="6899"/>
                    <a:pt x="6047" y="6866"/>
                    <a:pt x="5979" y="6866"/>
                  </a:cubicBezTo>
                  <a:cubicBezTo>
                    <a:pt x="5965" y="6866"/>
                    <a:pt x="5952" y="6868"/>
                    <a:pt x="5938" y="6870"/>
                  </a:cubicBezTo>
                  <a:cubicBezTo>
                    <a:pt x="5853" y="6887"/>
                    <a:pt x="5783" y="6951"/>
                    <a:pt x="5758" y="7034"/>
                  </a:cubicBezTo>
                  <a:lnTo>
                    <a:pt x="4796" y="10020"/>
                  </a:lnTo>
                  <a:lnTo>
                    <a:pt x="3603" y="3848"/>
                  </a:lnTo>
                  <a:lnTo>
                    <a:pt x="2362" y="10853"/>
                  </a:lnTo>
                  <a:lnTo>
                    <a:pt x="1364" y="10082"/>
                  </a:lnTo>
                  <a:lnTo>
                    <a:pt x="456" y="7499"/>
                  </a:lnTo>
                  <a:cubicBezTo>
                    <a:pt x="427" y="7402"/>
                    <a:pt x="337" y="7338"/>
                    <a:pt x="239" y="7338"/>
                  </a:cubicBezTo>
                  <a:cubicBezTo>
                    <a:pt x="227" y="7338"/>
                    <a:pt x="215" y="7339"/>
                    <a:pt x="203" y="7341"/>
                  </a:cubicBezTo>
                  <a:cubicBezTo>
                    <a:pt x="84" y="7365"/>
                    <a:pt x="0" y="7470"/>
                    <a:pt x="6" y="7591"/>
                  </a:cubicBezTo>
                  <a:lnTo>
                    <a:pt x="6" y="11453"/>
                  </a:lnTo>
                  <a:lnTo>
                    <a:pt x="16489" y="11453"/>
                  </a:lnTo>
                  <a:lnTo>
                    <a:pt x="16489" y="9082"/>
                  </a:lnTo>
                  <a:lnTo>
                    <a:pt x="15320" y="6815"/>
                  </a:lnTo>
                  <a:lnTo>
                    <a:pt x="14298" y="215"/>
                  </a:lnTo>
                  <a:cubicBezTo>
                    <a:pt x="14288" y="94"/>
                    <a:pt x="14188" y="2"/>
                    <a:pt x="140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5675650" y="788050"/>
              <a:ext cx="406850" cy="241900"/>
            </a:xfrm>
            <a:custGeom>
              <a:avLst/>
              <a:gdLst/>
              <a:ahLst/>
              <a:cxnLst/>
              <a:rect l="l" t="t" r="r" b="b"/>
              <a:pathLst>
                <a:path w="16274" h="9676" extrusionOk="0">
                  <a:moveTo>
                    <a:pt x="2316" y="0"/>
                  </a:moveTo>
                  <a:cubicBezTo>
                    <a:pt x="2256" y="0"/>
                    <a:pt x="2203" y="42"/>
                    <a:pt x="2191" y="103"/>
                  </a:cubicBezTo>
                  <a:lnTo>
                    <a:pt x="1168" y="5779"/>
                  </a:lnTo>
                  <a:cubicBezTo>
                    <a:pt x="1165" y="5794"/>
                    <a:pt x="1159" y="5809"/>
                    <a:pt x="1150" y="5822"/>
                  </a:cubicBezTo>
                  <a:lnTo>
                    <a:pt x="1" y="7742"/>
                  </a:lnTo>
                  <a:lnTo>
                    <a:pt x="1" y="9676"/>
                  </a:lnTo>
                  <a:lnTo>
                    <a:pt x="16271" y="9676"/>
                  </a:lnTo>
                  <a:lnTo>
                    <a:pt x="16273" y="6434"/>
                  </a:lnTo>
                  <a:cubicBezTo>
                    <a:pt x="16273" y="6382"/>
                    <a:pt x="16242" y="6334"/>
                    <a:pt x="16193" y="6315"/>
                  </a:cubicBezTo>
                  <a:cubicBezTo>
                    <a:pt x="16178" y="6309"/>
                    <a:pt x="16163" y="6307"/>
                    <a:pt x="16147" y="6307"/>
                  </a:cubicBezTo>
                  <a:cubicBezTo>
                    <a:pt x="16097" y="6307"/>
                    <a:pt x="16049" y="6337"/>
                    <a:pt x="16029" y="6387"/>
                  </a:cubicBezTo>
                  <a:lnTo>
                    <a:pt x="15111" y="8633"/>
                  </a:lnTo>
                  <a:lnTo>
                    <a:pt x="13949" y="9406"/>
                  </a:lnTo>
                  <a:lnTo>
                    <a:pt x="12786" y="8891"/>
                  </a:lnTo>
                  <a:lnTo>
                    <a:pt x="11624" y="8891"/>
                  </a:lnTo>
                  <a:lnTo>
                    <a:pt x="10534" y="5991"/>
                  </a:lnTo>
                  <a:cubicBezTo>
                    <a:pt x="10528" y="5970"/>
                    <a:pt x="10514" y="5952"/>
                    <a:pt x="10498" y="5938"/>
                  </a:cubicBezTo>
                  <a:cubicBezTo>
                    <a:pt x="10474" y="5917"/>
                    <a:pt x="10445" y="5907"/>
                    <a:pt x="10416" y="5907"/>
                  </a:cubicBezTo>
                  <a:cubicBezTo>
                    <a:pt x="10381" y="5907"/>
                    <a:pt x="10346" y="5922"/>
                    <a:pt x="10321" y="5950"/>
                  </a:cubicBezTo>
                  <a:lnTo>
                    <a:pt x="9298" y="7086"/>
                  </a:lnTo>
                  <a:lnTo>
                    <a:pt x="8135" y="8365"/>
                  </a:lnTo>
                  <a:lnTo>
                    <a:pt x="6975" y="7086"/>
                  </a:lnTo>
                  <a:lnTo>
                    <a:pt x="5928" y="5927"/>
                  </a:lnTo>
                  <a:cubicBezTo>
                    <a:pt x="5919" y="5916"/>
                    <a:pt x="5909" y="5909"/>
                    <a:pt x="5897" y="5901"/>
                  </a:cubicBezTo>
                  <a:cubicBezTo>
                    <a:pt x="5878" y="5890"/>
                    <a:pt x="5857" y="5885"/>
                    <a:pt x="5836" y="5885"/>
                  </a:cubicBezTo>
                  <a:cubicBezTo>
                    <a:pt x="5791" y="5885"/>
                    <a:pt x="5748" y="5909"/>
                    <a:pt x="5726" y="5950"/>
                  </a:cubicBezTo>
                  <a:lnTo>
                    <a:pt x="4716" y="7742"/>
                  </a:lnTo>
                  <a:cubicBezTo>
                    <a:pt x="4715" y="7745"/>
                    <a:pt x="4713" y="7746"/>
                    <a:pt x="4712" y="7749"/>
                  </a:cubicBezTo>
                  <a:cubicBezTo>
                    <a:pt x="4687" y="7786"/>
                    <a:pt x="4648" y="7805"/>
                    <a:pt x="4607" y="7805"/>
                  </a:cubicBezTo>
                  <a:cubicBezTo>
                    <a:pt x="4583" y="7805"/>
                    <a:pt x="4559" y="7798"/>
                    <a:pt x="4538" y="7785"/>
                  </a:cubicBezTo>
                  <a:lnTo>
                    <a:pt x="3536" y="7116"/>
                  </a:lnTo>
                  <a:cubicBezTo>
                    <a:pt x="3504" y="7098"/>
                    <a:pt x="3485" y="7067"/>
                    <a:pt x="3481" y="7031"/>
                  </a:cubicBezTo>
                  <a:lnTo>
                    <a:pt x="2440" y="103"/>
                  </a:lnTo>
                  <a:cubicBezTo>
                    <a:pt x="2429" y="51"/>
                    <a:pt x="2389" y="11"/>
                    <a:pt x="2339" y="2"/>
                  </a:cubicBezTo>
                  <a:cubicBezTo>
                    <a:pt x="2331" y="1"/>
                    <a:pt x="2324" y="0"/>
                    <a:pt x="2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5893225" y="762025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6"/>
                    <a:pt x="50" y="212"/>
                    <a:pt x="108" y="214"/>
                  </a:cubicBezTo>
                  <a:lnTo>
                    <a:pt x="3710" y="214"/>
                  </a:lnTo>
                  <a:cubicBezTo>
                    <a:pt x="3768" y="212"/>
                    <a:pt x="3815" y="166"/>
                    <a:pt x="3817" y="107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5893225" y="7831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2" y="164"/>
                    <a:pt x="50" y="212"/>
                    <a:pt x="108" y="213"/>
                  </a:cubicBezTo>
                  <a:lnTo>
                    <a:pt x="3710" y="213"/>
                  </a:lnTo>
                  <a:cubicBezTo>
                    <a:pt x="3768" y="212"/>
                    <a:pt x="3815" y="164"/>
                    <a:pt x="3817" y="106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5893225" y="804125"/>
              <a:ext cx="95425" cy="5400"/>
            </a:xfrm>
            <a:custGeom>
              <a:avLst/>
              <a:gdLst/>
              <a:ahLst/>
              <a:cxnLst/>
              <a:rect l="l" t="t" r="r" b="b"/>
              <a:pathLst>
                <a:path w="3817" h="216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50" y="215"/>
                    <a:pt x="108" y="215"/>
                  </a:cubicBezTo>
                  <a:lnTo>
                    <a:pt x="3710" y="215"/>
                  </a:lnTo>
                  <a:cubicBezTo>
                    <a:pt x="3769" y="215"/>
                    <a:pt x="3817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5893225" y="8252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50" y="2"/>
                    <a:pt x="2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5" y="48"/>
                    <a:pt x="3768" y="2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5893225" y="846300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2" y="166"/>
                    <a:pt x="50" y="214"/>
                    <a:pt x="108" y="214"/>
                  </a:cubicBezTo>
                  <a:lnTo>
                    <a:pt x="3710" y="214"/>
                  </a:lnTo>
                  <a:cubicBezTo>
                    <a:pt x="3768" y="214"/>
                    <a:pt x="3815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5893225" y="867375"/>
              <a:ext cx="95425" cy="5350"/>
            </a:xfrm>
            <a:custGeom>
              <a:avLst/>
              <a:gdLst/>
              <a:ahLst/>
              <a:cxnLst/>
              <a:rect l="l" t="t" r="r" b="b"/>
              <a:pathLst>
                <a:path w="3817" h="214" extrusionOk="0">
                  <a:moveTo>
                    <a:pt x="108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7" y="48"/>
                    <a:pt x="3769" y="0"/>
                    <a:pt x="37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5872825" y="762025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2"/>
                    <a:pt x="663" y="166"/>
                    <a:pt x="663" y="107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5872825" y="7831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2"/>
                    <a:pt x="663" y="164"/>
                    <a:pt x="663" y="106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5872825" y="804125"/>
              <a:ext cx="16600" cy="5400"/>
            </a:xfrm>
            <a:custGeom>
              <a:avLst/>
              <a:gdLst/>
              <a:ahLst/>
              <a:cxnLst/>
              <a:rect l="l" t="t" r="r" b="b"/>
              <a:pathLst>
                <a:path w="664" h="216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5"/>
                    <a:pt x="107" y="215"/>
                  </a:cubicBezTo>
                  <a:lnTo>
                    <a:pt x="558" y="215"/>
                  </a:lnTo>
                  <a:cubicBezTo>
                    <a:pt x="616" y="215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5872825" y="8252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2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5872825" y="846300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4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5872825" y="867375"/>
              <a:ext cx="16600" cy="5350"/>
            </a:xfrm>
            <a:custGeom>
              <a:avLst/>
              <a:gdLst/>
              <a:ahLst/>
              <a:cxnLst/>
              <a:rect l="l" t="t" r="r" b="b"/>
              <a:pathLst>
                <a:path w="664" h="214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0"/>
                    <a:pt x="5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447300" y="1644425"/>
              <a:ext cx="157625" cy="211150"/>
            </a:xfrm>
            <a:custGeom>
              <a:avLst/>
              <a:gdLst/>
              <a:ahLst/>
              <a:cxnLst/>
              <a:rect l="l" t="t" r="r" b="b"/>
              <a:pathLst>
                <a:path w="6305" h="8446" extrusionOk="0">
                  <a:moveTo>
                    <a:pt x="0" y="0"/>
                  </a:moveTo>
                  <a:lnTo>
                    <a:pt x="0" y="8445"/>
                  </a:lnTo>
                  <a:lnTo>
                    <a:pt x="6304" y="8445"/>
                  </a:lnTo>
                  <a:lnTo>
                    <a:pt x="6304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4456525" y="1637275"/>
              <a:ext cx="157600" cy="211150"/>
            </a:xfrm>
            <a:custGeom>
              <a:avLst/>
              <a:gdLst/>
              <a:ahLst/>
              <a:cxnLst/>
              <a:rect l="l" t="t" r="r" b="b"/>
              <a:pathLst>
                <a:path w="6304" h="8446" extrusionOk="0">
                  <a:moveTo>
                    <a:pt x="0" y="0"/>
                  </a:moveTo>
                  <a:lnTo>
                    <a:pt x="0" y="8445"/>
                  </a:lnTo>
                  <a:lnTo>
                    <a:pt x="6303" y="8445"/>
                  </a:lnTo>
                  <a:lnTo>
                    <a:pt x="6303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454100" y="1634625"/>
              <a:ext cx="162950" cy="216475"/>
            </a:xfrm>
            <a:custGeom>
              <a:avLst/>
              <a:gdLst/>
              <a:ahLst/>
              <a:cxnLst/>
              <a:rect l="l" t="t" r="r" b="b"/>
              <a:pathLst>
                <a:path w="6518" h="8659" extrusionOk="0">
                  <a:moveTo>
                    <a:pt x="4481" y="213"/>
                  </a:moveTo>
                  <a:lnTo>
                    <a:pt x="6291" y="1875"/>
                  </a:lnTo>
                  <a:lnTo>
                    <a:pt x="6291" y="8444"/>
                  </a:lnTo>
                  <a:lnTo>
                    <a:pt x="203" y="8444"/>
                  </a:lnTo>
                  <a:lnTo>
                    <a:pt x="203" y="213"/>
                  </a:lnTo>
                  <a:close/>
                  <a:moveTo>
                    <a:pt x="108" y="0"/>
                  </a:moveTo>
                  <a:cubicBezTo>
                    <a:pt x="48" y="0"/>
                    <a:pt x="1" y="48"/>
                    <a:pt x="1" y="106"/>
                  </a:cubicBezTo>
                  <a:lnTo>
                    <a:pt x="1" y="8551"/>
                  </a:lnTo>
                  <a:cubicBezTo>
                    <a:pt x="1" y="8611"/>
                    <a:pt x="48" y="8659"/>
                    <a:pt x="108" y="8659"/>
                  </a:cubicBezTo>
                  <a:lnTo>
                    <a:pt x="6400" y="8659"/>
                  </a:lnTo>
                  <a:lnTo>
                    <a:pt x="6400" y="8657"/>
                  </a:lnTo>
                  <a:cubicBezTo>
                    <a:pt x="6405" y="8659"/>
                    <a:pt x="6408" y="8659"/>
                    <a:pt x="6412" y="8659"/>
                  </a:cubicBezTo>
                  <a:cubicBezTo>
                    <a:pt x="6470" y="8657"/>
                    <a:pt x="6518" y="8609"/>
                    <a:pt x="6518" y="8551"/>
                  </a:cubicBezTo>
                  <a:lnTo>
                    <a:pt x="6518" y="1827"/>
                  </a:lnTo>
                  <a:cubicBezTo>
                    <a:pt x="6518" y="1798"/>
                    <a:pt x="6506" y="1769"/>
                    <a:pt x="6484" y="1748"/>
                  </a:cubicBezTo>
                  <a:lnTo>
                    <a:pt x="4607" y="30"/>
                  </a:lnTo>
                  <a:cubicBezTo>
                    <a:pt x="4588" y="11"/>
                    <a:pt x="4561" y="0"/>
                    <a:pt x="4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555700" y="1637275"/>
              <a:ext cx="58425" cy="50575"/>
            </a:xfrm>
            <a:custGeom>
              <a:avLst/>
              <a:gdLst/>
              <a:ahLst/>
              <a:cxnLst/>
              <a:rect l="l" t="t" r="r" b="b"/>
              <a:pathLst>
                <a:path w="2337" h="2023" extrusionOk="0">
                  <a:moveTo>
                    <a:pt x="460" y="0"/>
                  </a:moveTo>
                  <a:lnTo>
                    <a:pt x="0" y="2022"/>
                  </a:lnTo>
                  <a:lnTo>
                    <a:pt x="0" y="2022"/>
                  </a:lnTo>
                  <a:lnTo>
                    <a:pt x="2336" y="1721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552900" y="1634625"/>
              <a:ext cx="64225" cy="55900"/>
            </a:xfrm>
            <a:custGeom>
              <a:avLst/>
              <a:gdLst/>
              <a:ahLst/>
              <a:cxnLst/>
              <a:rect l="l" t="t" r="r" b="b"/>
              <a:pathLst>
                <a:path w="2569" h="2236" extrusionOk="0">
                  <a:moveTo>
                    <a:pt x="636" y="316"/>
                  </a:moveTo>
                  <a:lnTo>
                    <a:pt x="2207" y="1757"/>
                  </a:lnTo>
                  <a:lnTo>
                    <a:pt x="250" y="2009"/>
                  </a:lnTo>
                  <a:lnTo>
                    <a:pt x="250" y="2009"/>
                  </a:lnTo>
                  <a:lnTo>
                    <a:pt x="636" y="316"/>
                  </a:lnTo>
                  <a:close/>
                  <a:moveTo>
                    <a:pt x="571" y="1"/>
                  </a:moveTo>
                  <a:cubicBezTo>
                    <a:pt x="523" y="1"/>
                    <a:pt x="479" y="34"/>
                    <a:pt x="468" y="82"/>
                  </a:cubicBezTo>
                  <a:lnTo>
                    <a:pt x="6" y="2103"/>
                  </a:lnTo>
                  <a:cubicBezTo>
                    <a:pt x="0" y="2137"/>
                    <a:pt x="9" y="2173"/>
                    <a:pt x="33" y="2198"/>
                  </a:cubicBezTo>
                  <a:cubicBezTo>
                    <a:pt x="52" y="2220"/>
                    <a:pt x="81" y="2234"/>
                    <a:pt x="112" y="2235"/>
                  </a:cubicBezTo>
                  <a:lnTo>
                    <a:pt x="112" y="2234"/>
                  </a:lnTo>
                  <a:lnTo>
                    <a:pt x="115" y="2232"/>
                  </a:lnTo>
                  <a:lnTo>
                    <a:pt x="2462" y="1933"/>
                  </a:lnTo>
                  <a:cubicBezTo>
                    <a:pt x="2488" y="1932"/>
                    <a:pt x="2512" y="1918"/>
                    <a:pt x="2530" y="1899"/>
                  </a:cubicBezTo>
                  <a:cubicBezTo>
                    <a:pt x="2569" y="1854"/>
                    <a:pt x="2566" y="1787"/>
                    <a:pt x="2521" y="1748"/>
                  </a:cubicBezTo>
                  <a:lnTo>
                    <a:pt x="645" y="29"/>
                  </a:lnTo>
                  <a:cubicBezTo>
                    <a:pt x="630" y="17"/>
                    <a:pt x="614" y="8"/>
                    <a:pt x="596" y="3"/>
                  </a:cubicBezTo>
                  <a:cubicBezTo>
                    <a:pt x="588" y="2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4567200" y="1637275"/>
              <a:ext cx="46925" cy="43050"/>
            </a:xfrm>
            <a:custGeom>
              <a:avLst/>
              <a:gdLst/>
              <a:ahLst/>
              <a:cxnLst/>
              <a:rect l="l" t="t" r="r" b="b"/>
              <a:pathLst>
                <a:path w="1877" h="1722" extrusionOk="0">
                  <a:moveTo>
                    <a:pt x="0" y="0"/>
                  </a:moveTo>
                  <a:lnTo>
                    <a:pt x="0" y="1721"/>
                  </a:lnTo>
                  <a:lnTo>
                    <a:pt x="1876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4564500" y="1634650"/>
              <a:ext cx="52600" cy="48350"/>
            </a:xfrm>
            <a:custGeom>
              <a:avLst/>
              <a:gdLst/>
              <a:ahLst/>
              <a:cxnLst/>
              <a:rect l="l" t="t" r="r" b="b"/>
              <a:pathLst>
                <a:path w="2104" h="1934" extrusionOk="0">
                  <a:moveTo>
                    <a:pt x="214" y="348"/>
                  </a:moveTo>
                  <a:lnTo>
                    <a:pt x="1707" y="1719"/>
                  </a:lnTo>
                  <a:lnTo>
                    <a:pt x="214" y="1719"/>
                  </a:lnTo>
                  <a:lnTo>
                    <a:pt x="214" y="348"/>
                  </a:lnTo>
                  <a:close/>
                  <a:moveTo>
                    <a:pt x="109" y="0"/>
                  </a:moveTo>
                  <a:cubicBezTo>
                    <a:pt x="94" y="0"/>
                    <a:pt x="79" y="3"/>
                    <a:pt x="65" y="10"/>
                  </a:cubicBezTo>
                  <a:cubicBezTo>
                    <a:pt x="28" y="26"/>
                    <a:pt x="2" y="63"/>
                    <a:pt x="1" y="105"/>
                  </a:cubicBezTo>
                  <a:lnTo>
                    <a:pt x="1" y="1826"/>
                  </a:lnTo>
                  <a:cubicBezTo>
                    <a:pt x="1" y="1886"/>
                    <a:pt x="49" y="1934"/>
                    <a:pt x="108" y="1934"/>
                  </a:cubicBezTo>
                  <a:lnTo>
                    <a:pt x="1984" y="1934"/>
                  </a:lnTo>
                  <a:lnTo>
                    <a:pt x="1984" y="1932"/>
                  </a:lnTo>
                  <a:cubicBezTo>
                    <a:pt x="1986" y="1932"/>
                    <a:pt x="1987" y="1932"/>
                    <a:pt x="1989" y="1932"/>
                  </a:cubicBezTo>
                  <a:cubicBezTo>
                    <a:pt x="2018" y="1932"/>
                    <a:pt x="2045" y="1919"/>
                    <a:pt x="2065" y="1898"/>
                  </a:cubicBezTo>
                  <a:cubicBezTo>
                    <a:pt x="2103" y="1855"/>
                    <a:pt x="2100" y="1786"/>
                    <a:pt x="2057" y="1747"/>
                  </a:cubicBezTo>
                  <a:lnTo>
                    <a:pt x="181" y="28"/>
                  </a:lnTo>
                  <a:cubicBezTo>
                    <a:pt x="161" y="10"/>
                    <a:pt x="135" y="0"/>
                    <a:pt x="1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484025" y="1708450"/>
              <a:ext cx="95175" cy="5325"/>
            </a:xfrm>
            <a:custGeom>
              <a:avLst/>
              <a:gdLst/>
              <a:ahLst/>
              <a:cxnLst/>
              <a:rect l="l" t="t" r="r" b="b"/>
              <a:pathLst>
                <a:path w="3807" h="213" extrusionOk="0">
                  <a:moveTo>
                    <a:pt x="107" y="0"/>
                  </a:moveTo>
                  <a:cubicBezTo>
                    <a:pt x="48" y="0"/>
                    <a:pt x="1" y="48"/>
                    <a:pt x="1" y="107"/>
                  </a:cubicBezTo>
                  <a:cubicBezTo>
                    <a:pt x="1" y="165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5"/>
                    <a:pt x="3807" y="107"/>
                  </a:cubicBezTo>
                  <a:cubicBezTo>
                    <a:pt x="3805" y="49"/>
                    <a:pt x="3759" y="1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484025" y="1730650"/>
              <a:ext cx="95175" cy="5400"/>
            </a:xfrm>
            <a:custGeom>
              <a:avLst/>
              <a:gdLst/>
              <a:ahLst/>
              <a:cxnLst/>
              <a:rect l="l" t="t" r="r" b="b"/>
              <a:pathLst>
                <a:path w="3807" h="216" extrusionOk="0">
                  <a:moveTo>
                    <a:pt x="107" y="1"/>
                  </a:moveTo>
                  <a:cubicBezTo>
                    <a:pt x="48" y="1"/>
                    <a:pt x="1" y="49"/>
                    <a:pt x="1" y="108"/>
                  </a:cubicBezTo>
                  <a:cubicBezTo>
                    <a:pt x="1" y="168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8"/>
                    <a:pt x="3807" y="108"/>
                  </a:cubicBezTo>
                  <a:cubicBezTo>
                    <a:pt x="3805" y="50"/>
                    <a:pt x="3759" y="2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484025" y="1752700"/>
              <a:ext cx="95175" cy="5350"/>
            </a:xfrm>
            <a:custGeom>
              <a:avLst/>
              <a:gdLst/>
              <a:ahLst/>
              <a:cxnLst/>
              <a:rect l="l" t="t" r="r" b="b"/>
              <a:pathLst>
                <a:path w="3807" h="214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6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484025" y="1774700"/>
              <a:ext cx="95175" cy="5375"/>
            </a:xfrm>
            <a:custGeom>
              <a:avLst/>
              <a:gdLst/>
              <a:ahLst/>
              <a:cxnLst/>
              <a:rect l="l" t="t" r="r" b="b"/>
              <a:pathLst>
                <a:path w="3807" h="215" extrusionOk="0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7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484025" y="1796725"/>
              <a:ext cx="95175" cy="5350"/>
            </a:xfrm>
            <a:custGeom>
              <a:avLst/>
              <a:gdLst/>
              <a:ahLst/>
              <a:cxnLst/>
              <a:rect l="l" t="t" r="r" b="b"/>
              <a:pathLst>
                <a:path w="3807" h="214" extrusionOk="0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3701" y="214"/>
                  </a:lnTo>
                  <a:cubicBezTo>
                    <a:pt x="3759" y="214"/>
                    <a:pt x="3805" y="166"/>
                    <a:pt x="3807" y="108"/>
                  </a:cubicBezTo>
                  <a:cubicBezTo>
                    <a:pt x="3807" y="48"/>
                    <a:pt x="3759" y="1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4556100" y="1715700"/>
              <a:ext cx="157650" cy="211150"/>
            </a:xfrm>
            <a:custGeom>
              <a:avLst/>
              <a:gdLst/>
              <a:ahLst/>
              <a:cxnLst/>
              <a:rect l="l" t="t" r="r" b="b"/>
              <a:pathLst>
                <a:path w="6306" h="8446" extrusionOk="0">
                  <a:moveTo>
                    <a:pt x="0" y="0"/>
                  </a:moveTo>
                  <a:lnTo>
                    <a:pt x="0" y="8446"/>
                  </a:lnTo>
                  <a:lnTo>
                    <a:pt x="6306" y="8446"/>
                  </a:lnTo>
                  <a:lnTo>
                    <a:pt x="6306" y="1722"/>
                  </a:lnTo>
                  <a:lnTo>
                    <a:pt x="44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565325" y="1708625"/>
              <a:ext cx="157625" cy="211125"/>
            </a:xfrm>
            <a:custGeom>
              <a:avLst/>
              <a:gdLst/>
              <a:ahLst/>
              <a:cxnLst/>
              <a:rect l="l" t="t" r="r" b="b"/>
              <a:pathLst>
                <a:path w="6305" h="8445" extrusionOk="0">
                  <a:moveTo>
                    <a:pt x="1" y="0"/>
                  </a:moveTo>
                  <a:lnTo>
                    <a:pt x="1" y="8444"/>
                  </a:lnTo>
                  <a:lnTo>
                    <a:pt x="6305" y="8444"/>
                  </a:lnTo>
                  <a:lnTo>
                    <a:pt x="6305" y="1719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4562650" y="1705800"/>
              <a:ext cx="163025" cy="216625"/>
            </a:xfrm>
            <a:custGeom>
              <a:avLst/>
              <a:gdLst/>
              <a:ahLst/>
              <a:cxnLst/>
              <a:rect l="l" t="t" r="r" b="b"/>
              <a:pathLst>
                <a:path w="6521" h="8665" extrusionOk="0">
                  <a:moveTo>
                    <a:pt x="4494" y="219"/>
                  </a:moveTo>
                  <a:lnTo>
                    <a:pt x="6305" y="1878"/>
                  </a:lnTo>
                  <a:lnTo>
                    <a:pt x="6305" y="8452"/>
                  </a:lnTo>
                  <a:lnTo>
                    <a:pt x="213" y="8452"/>
                  </a:lnTo>
                  <a:lnTo>
                    <a:pt x="213" y="219"/>
                  </a:lnTo>
                  <a:close/>
                  <a:moveTo>
                    <a:pt x="4539" y="0"/>
                  </a:moveTo>
                  <a:cubicBezTo>
                    <a:pt x="4538" y="0"/>
                    <a:pt x="4536" y="0"/>
                    <a:pt x="4534" y="0"/>
                  </a:cubicBezTo>
                  <a:lnTo>
                    <a:pt x="108" y="0"/>
                  </a:lnTo>
                  <a:cubicBezTo>
                    <a:pt x="48" y="0"/>
                    <a:pt x="0" y="48"/>
                    <a:pt x="0" y="106"/>
                  </a:cubicBezTo>
                  <a:lnTo>
                    <a:pt x="0" y="8557"/>
                  </a:lnTo>
                  <a:cubicBezTo>
                    <a:pt x="0" y="8617"/>
                    <a:pt x="48" y="8664"/>
                    <a:pt x="108" y="8664"/>
                  </a:cubicBezTo>
                  <a:lnTo>
                    <a:pt x="6418" y="8664"/>
                  </a:lnTo>
                  <a:cubicBezTo>
                    <a:pt x="6476" y="8660"/>
                    <a:pt x="6520" y="8609"/>
                    <a:pt x="6517" y="8551"/>
                  </a:cubicBezTo>
                  <a:lnTo>
                    <a:pt x="6517" y="1826"/>
                  </a:lnTo>
                  <a:cubicBezTo>
                    <a:pt x="6517" y="1796"/>
                    <a:pt x="6506" y="1768"/>
                    <a:pt x="6483" y="1747"/>
                  </a:cubicBezTo>
                  <a:lnTo>
                    <a:pt x="4607" y="27"/>
                  </a:lnTo>
                  <a:cubicBezTo>
                    <a:pt x="4589" y="10"/>
                    <a:pt x="4564" y="0"/>
                    <a:pt x="45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4664500" y="1708625"/>
              <a:ext cx="58450" cy="50500"/>
            </a:xfrm>
            <a:custGeom>
              <a:avLst/>
              <a:gdLst/>
              <a:ahLst/>
              <a:cxnLst/>
              <a:rect l="l" t="t" r="r" b="b"/>
              <a:pathLst>
                <a:path w="2338" h="2020" extrusionOk="0">
                  <a:moveTo>
                    <a:pt x="460" y="0"/>
                  </a:moveTo>
                  <a:lnTo>
                    <a:pt x="0" y="2019"/>
                  </a:lnTo>
                  <a:lnTo>
                    <a:pt x="0" y="2019"/>
                  </a:lnTo>
                  <a:lnTo>
                    <a:pt x="2338" y="17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661925" y="1705925"/>
              <a:ext cx="64225" cy="55850"/>
            </a:xfrm>
            <a:custGeom>
              <a:avLst/>
              <a:gdLst/>
              <a:ahLst/>
              <a:cxnLst/>
              <a:rect l="l" t="t" r="r" b="b"/>
              <a:pathLst>
                <a:path w="2569" h="2234" extrusionOk="0">
                  <a:moveTo>
                    <a:pt x="636" y="314"/>
                  </a:moveTo>
                  <a:lnTo>
                    <a:pt x="2208" y="1754"/>
                  </a:lnTo>
                  <a:lnTo>
                    <a:pt x="251" y="2005"/>
                  </a:lnTo>
                  <a:lnTo>
                    <a:pt x="636" y="314"/>
                  </a:lnTo>
                  <a:close/>
                  <a:moveTo>
                    <a:pt x="573" y="1"/>
                  </a:moveTo>
                  <a:cubicBezTo>
                    <a:pt x="562" y="1"/>
                    <a:pt x="551" y="2"/>
                    <a:pt x="541" y="6"/>
                  </a:cubicBezTo>
                  <a:cubicBezTo>
                    <a:pt x="504" y="16"/>
                    <a:pt x="475" y="46"/>
                    <a:pt x="468" y="85"/>
                  </a:cubicBezTo>
                  <a:lnTo>
                    <a:pt x="6" y="2104"/>
                  </a:lnTo>
                  <a:cubicBezTo>
                    <a:pt x="0" y="2138"/>
                    <a:pt x="9" y="2172"/>
                    <a:pt x="33" y="2197"/>
                  </a:cubicBezTo>
                  <a:cubicBezTo>
                    <a:pt x="53" y="2220"/>
                    <a:pt x="81" y="2233"/>
                    <a:pt x="112" y="2233"/>
                  </a:cubicBezTo>
                  <a:lnTo>
                    <a:pt x="2463" y="1932"/>
                  </a:lnTo>
                  <a:cubicBezTo>
                    <a:pt x="2490" y="1929"/>
                    <a:pt x="2512" y="1918"/>
                    <a:pt x="2530" y="1898"/>
                  </a:cubicBezTo>
                  <a:cubicBezTo>
                    <a:pt x="2569" y="1853"/>
                    <a:pt x="2566" y="1786"/>
                    <a:pt x="2521" y="1748"/>
                  </a:cubicBezTo>
                  <a:lnTo>
                    <a:pt x="645" y="28"/>
                  </a:lnTo>
                  <a:cubicBezTo>
                    <a:pt x="625" y="10"/>
                    <a:pt x="599" y="1"/>
                    <a:pt x="5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4676000" y="1708625"/>
              <a:ext cx="46950" cy="42975"/>
            </a:xfrm>
            <a:custGeom>
              <a:avLst/>
              <a:gdLst/>
              <a:ahLst/>
              <a:cxnLst/>
              <a:rect l="l" t="t" r="r" b="b"/>
              <a:pathLst>
                <a:path w="1878" h="1719" extrusionOk="0">
                  <a:moveTo>
                    <a:pt x="0" y="0"/>
                  </a:moveTo>
                  <a:lnTo>
                    <a:pt x="0" y="1719"/>
                  </a:lnTo>
                  <a:lnTo>
                    <a:pt x="1878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4673350" y="1705750"/>
              <a:ext cx="52475" cy="48525"/>
            </a:xfrm>
            <a:custGeom>
              <a:avLst/>
              <a:gdLst/>
              <a:ahLst/>
              <a:cxnLst/>
              <a:rect l="l" t="t" r="r" b="b"/>
              <a:pathLst>
                <a:path w="2099" h="1941" extrusionOk="0">
                  <a:moveTo>
                    <a:pt x="213" y="355"/>
                  </a:moveTo>
                  <a:lnTo>
                    <a:pt x="1705" y="1726"/>
                  </a:lnTo>
                  <a:lnTo>
                    <a:pt x="213" y="1726"/>
                  </a:lnTo>
                  <a:lnTo>
                    <a:pt x="213" y="355"/>
                  </a:lnTo>
                  <a:close/>
                  <a:moveTo>
                    <a:pt x="107" y="1"/>
                  </a:moveTo>
                  <a:cubicBezTo>
                    <a:pt x="92" y="1"/>
                    <a:pt x="78" y="3"/>
                    <a:pt x="65" y="10"/>
                  </a:cubicBezTo>
                  <a:cubicBezTo>
                    <a:pt x="26" y="28"/>
                    <a:pt x="1" y="66"/>
                    <a:pt x="1" y="108"/>
                  </a:cubicBezTo>
                  <a:lnTo>
                    <a:pt x="1" y="1834"/>
                  </a:lnTo>
                  <a:cubicBezTo>
                    <a:pt x="1" y="1893"/>
                    <a:pt x="48" y="1941"/>
                    <a:pt x="106" y="1941"/>
                  </a:cubicBezTo>
                  <a:lnTo>
                    <a:pt x="1984" y="1941"/>
                  </a:lnTo>
                  <a:lnTo>
                    <a:pt x="1982" y="1939"/>
                  </a:lnTo>
                  <a:cubicBezTo>
                    <a:pt x="2030" y="1939"/>
                    <a:pt x="2070" y="1910"/>
                    <a:pt x="2084" y="1865"/>
                  </a:cubicBezTo>
                  <a:cubicBezTo>
                    <a:pt x="2098" y="1825"/>
                    <a:pt x="2088" y="1779"/>
                    <a:pt x="2055" y="1749"/>
                  </a:cubicBezTo>
                  <a:lnTo>
                    <a:pt x="179" y="29"/>
                  </a:lnTo>
                  <a:cubicBezTo>
                    <a:pt x="159" y="11"/>
                    <a:pt x="133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4592725" y="1779975"/>
              <a:ext cx="95200" cy="5400"/>
            </a:xfrm>
            <a:custGeom>
              <a:avLst/>
              <a:gdLst/>
              <a:ahLst/>
              <a:cxnLst/>
              <a:rect l="l" t="t" r="r" b="b"/>
              <a:pathLst>
                <a:path w="3808" h="216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8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4592725" y="1801950"/>
              <a:ext cx="95200" cy="5375"/>
            </a:xfrm>
            <a:custGeom>
              <a:avLst/>
              <a:gdLst/>
              <a:ahLst/>
              <a:cxnLst/>
              <a:rect l="l" t="t" r="r" b="b"/>
              <a:pathLst>
                <a:path w="3808" h="215" extrusionOk="0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4592725" y="1823975"/>
              <a:ext cx="95200" cy="5350"/>
            </a:xfrm>
            <a:custGeom>
              <a:avLst/>
              <a:gdLst/>
              <a:ahLst/>
              <a:cxnLst/>
              <a:rect l="l" t="t" r="r" b="b"/>
              <a:pathLst>
                <a:path w="3808" h="214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8" y="214"/>
                  </a:cubicBezTo>
                  <a:lnTo>
                    <a:pt x="3705" y="214"/>
                  </a:lnTo>
                  <a:cubicBezTo>
                    <a:pt x="3762" y="212"/>
                    <a:pt x="3808" y="164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4592725" y="1845975"/>
              <a:ext cx="95200" cy="5400"/>
            </a:xfrm>
            <a:custGeom>
              <a:avLst/>
              <a:gdLst/>
              <a:ahLst/>
              <a:cxnLst/>
              <a:rect l="l" t="t" r="r" b="b"/>
              <a:pathLst>
                <a:path w="3808" h="216" extrusionOk="0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6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4592725" y="1868025"/>
              <a:ext cx="95200" cy="5325"/>
            </a:xfrm>
            <a:custGeom>
              <a:avLst/>
              <a:gdLst/>
              <a:ahLst/>
              <a:cxnLst/>
              <a:rect l="l" t="t" r="r" b="b"/>
              <a:pathLst>
                <a:path w="3808" h="213" extrusionOk="0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5"/>
                    <a:pt x="48" y="213"/>
                    <a:pt x="108" y="213"/>
                  </a:cubicBezTo>
                  <a:lnTo>
                    <a:pt x="3705" y="213"/>
                  </a:lnTo>
                  <a:cubicBezTo>
                    <a:pt x="3762" y="212"/>
                    <a:pt x="3808" y="164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5802925" y="1484825"/>
              <a:ext cx="87550" cy="582625"/>
            </a:xfrm>
            <a:custGeom>
              <a:avLst/>
              <a:gdLst/>
              <a:ahLst/>
              <a:cxnLst/>
              <a:rect l="l" t="t" r="r" b="b"/>
              <a:pathLst>
                <a:path w="3502" h="23305" extrusionOk="0">
                  <a:moveTo>
                    <a:pt x="3394" y="1"/>
                  </a:moveTo>
                  <a:cubicBezTo>
                    <a:pt x="3334" y="1"/>
                    <a:pt x="3287" y="49"/>
                    <a:pt x="3287" y="108"/>
                  </a:cubicBezTo>
                  <a:lnTo>
                    <a:pt x="3287" y="5202"/>
                  </a:lnTo>
                  <a:lnTo>
                    <a:pt x="33" y="8458"/>
                  </a:lnTo>
                  <a:cubicBezTo>
                    <a:pt x="13" y="8477"/>
                    <a:pt x="1" y="8506"/>
                    <a:pt x="1" y="8534"/>
                  </a:cubicBezTo>
                  <a:lnTo>
                    <a:pt x="1" y="23197"/>
                  </a:lnTo>
                  <a:cubicBezTo>
                    <a:pt x="1" y="23257"/>
                    <a:pt x="48" y="23304"/>
                    <a:pt x="108" y="23304"/>
                  </a:cubicBezTo>
                  <a:cubicBezTo>
                    <a:pt x="166" y="23304"/>
                    <a:pt x="214" y="23255"/>
                    <a:pt x="214" y="23197"/>
                  </a:cubicBezTo>
                  <a:lnTo>
                    <a:pt x="214" y="8579"/>
                  </a:lnTo>
                  <a:lnTo>
                    <a:pt x="3468" y="5322"/>
                  </a:lnTo>
                  <a:cubicBezTo>
                    <a:pt x="3489" y="5303"/>
                    <a:pt x="3501" y="5276"/>
                    <a:pt x="3501" y="5248"/>
                  </a:cubicBezTo>
                  <a:lnTo>
                    <a:pt x="3501" y="108"/>
                  </a:lnTo>
                  <a:cubicBezTo>
                    <a:pt x="3501" y="49"/>
                    <a:pt x="3453" y="1"/>
                    <a:pt x="3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5857450" y="1699700"/>
              <a:ext cx="66475" cy="350875"/>
            </a:xfrm>
            <a:custGeom>
              <a:avLst/>
              <a:gdLst/>
              <a:ahLst/>
              <a:cxnLst/>
              <a:rect l="l" t="t" r="r" b="b"/>
              <a:pathLst>
                <a:path w="2659" h="14035" extrusionOk="0">
                  <a:moveTo>
                    <a:pt x="2551" y="0"/>
                  </a:moveTo>
                  <a:cubicBezTo>
                    <a:pt x="2493" y="2"/>
                    <a:pt x="2447" y="49"/>
                    <a:pt x="2446" y="107"/>
                  </a:cubicBezTo>
                  <a:lnTo>
                    <a:pt x="2446" y="2509"/>
                  </a:lnTo>
                  <a:lnTo>
                    <a:pt x="34" y="4921"/>
                  </a:lnTo>
                  <a:cubicBezTo>
                    <a:pt x="14" y="4940"/>
                    <a:pt x="2" y="4967"/>
                    <a:pt x="1" y="4995"/>
                  </a:cubicBezTo>
                  <a:lnTo>
                    <a:pt x="1" y="13928"/>
                  </a:lnTo>
                  <a:cubicBezTo>
                    <a:pt x="1" y="13987"/>
                    <a:pt x="50" y="14035"/>
                    <a:pt x="108" y="14035"/>
                  </a:cubicBezTo>
                  <a:cubicBezTo>
                    <a:pt x="166" y="14035"/>
                    <a:pt x="214" y="13989"/>
                    <a:pt x="215" y="13931"/>
                  </a:cubicBezTo>
                  <a:lnTo>
                    <a:pt x="215" y="5042"/>
                  </a:lnTo>
                  <a:lnTo>
                    <a:pt x="2629" y="2628"/>
                  </a:lnTo>
                  <a:cubicBezTo>
                    <a:pt x="2648" y="2607"/>
                    <a:pt x="2659" y="2579"/>
                    <a:pt x="2659" y="2551"/>
                  </a:cubicBezTo>
                  <a:lnTo>
                    <a:pt x="2659" y="107"/>
                  </a:lnTo>
                  <a:cubicBezTo>
                    <a:pt x="2659" y="48"/>
                    <a:pt x="2611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5735300" y="1505900"/>
              <a:ext cx="5350" cy="578375"/>
            </a:xfrm>
            <a:custGeom>
              <a:avLst/>
              <a:gdLst/>
              <a:ahLst/>
              <a:cxnLst/>
              <a:rect l="l" t="t" r="r" b="b"/>
              <a:pathLst>
                <a:path w="214" h="23135" extrusionOk="0">
                  <a:moveTo>
                    <a:pt x="106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23029"/>
                  </a:lnTo>
                  <a:cubicBezTo>
                    <a:pt x="0" y="23087"/>
                    <a:pt x="48" y="23134"/>
                    <a:pt x="106" y="23134"/>
                  </a:cubicBezTo>
                  <a:cubicBezTo>
                    <a:pt x="164" y="23134"/>
                    <a:pt x="212" y="23088"/>
                    <a:pt x="213" y="23030"/>
                  </a:cubicBezTo>
                  <a:lnTo>
                    <a:pt x="213" y="108"/>
                  </a:lnTo>
                  <a:cubicBezTo>
                    <a:pt x="213" y="48"/>
                    <a:pt x="165" y="1"/>
                    <a:pt x="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5725100" y="14986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533" y="0"/>
                  </a:moveTo>
                  <a:cubicBezTo>
                    <a:pt x="238" y="0"/>
                    <a:pt x="0" y="239"/>
                    <a:pt x="0" y="533"/>
                  </a:cubicBezTo>
                  <a:cubicBezTo>
                    <a:pt x="0" y="828"/>
                    <a:pt x="238" y="1066"/>
                    <a:pt x="533" y="1066"/>
                  </a:cubicBezTo>
                  <a:cubicBezTo>
                    <a:pt x="534" y="1066"/>
                    <a:pt x="535" y="1066"/>
                    <a:pt x="536" y="1066"/>
                  </a:cubicBezTo>
                  <a:cubicBezTo>
                    <a:pt x="828" y="1066"/>
                    <a:pt x="1065" y="830"/>
                    <a:pt x="1066" y="538"/>
                  </a:cubicBezTo>
                  <a:lnTo>
                    <a:pt x="1066" y="533"/>
                  </a:lnTo>
                  <a:cubicBezTo>
                    <a:pt x="1066" y="240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5873700" y="1474675"/>
              <a:ext cx="26750" cy="26675"/>
            </a:xfrm>
            <a:custGeom>
              <a:avLst/>
              <a:gdLst/>
              <a:ahLst/>
              <a:cxnLst/>
              <a:rect l="l" t="t" r="r" b="b"/>
              <a:pathLst>
                <a:path w="1070" h="1067" extrusionOk="0">
                  <a:moveTo>
                    <a:pt x="535" y="0"/>
                  </a:moveTo>
                  <a:cubicBezTo>
                    <a:pt x="241" y="0"/>
                    <a:pt x="3" y="238"/>
                    <a:pt x="2" y="531"/>
                  </a:cubicBezTo>
                  <a:cubicBezTo>
                    <a:pt x="0" y="825"/>
                    <a:pt x="238" y="1065"/>
                    <a:pt x="533" y="1067"/>
                  </a:cubicBezTo>
                  <a:lnTo>
                    <a:pt x="535" y="1067"/>
                  </a:lnTo>
                  <a:cubicBezTo>
                    <a:pt x="828" y="1067"/>
                    <a:pt x="1066" y="830"/>
                    <a:pt x="1068" y="535"/>
                  </a:cubicBezTo>
                  <a:cubicBezTo>
                    <a:pt x="1069" y="242"/>
                    <a:pt x="831" y="2"/>
                    <a:pt x="538" y="0"/>
                  </a:cubicBezTo>
                  <a:cubicBezTo>
                    <a:pt x="537" y="0"/>
                    <a:pt x="536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5907975" y="1683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533" y="0"/>
                  </a:moveTo>
                  <a:cubicBezTo>
                    <a:pt x="239" y="0"/>
                    <a:pt x="0" y="239"/>
                    <a:pt x="0" y="534"/>
                  </a:cubicBezTo>
                  <a:cubicBezTo>
                    <a:pt x="0" y="828"/>
                    <a:pt x="239" y="1067"/>
                    <a:pt x="533" y="1067"/>
                  </a:cubicBezTo>
                  <a:cubicBezTo>
                    <a:pt x="828" y="1067"/>
                    <a:pt x="1066" y="828"/>
                    <a:pt x="1066" y="534"/>
                  </a:cubicBezTo>
                  <a:cubicBezTo>
                    <a:pt x="1066" y="239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4235525" y="2329325"/>
              <a:ext cx="1972600" cy="5375"/>
            </a:xfrm>
            <a:custGeom>
              <a:avLst/>
              <a:gdLst/>
              <a:ahLst/>
              <a:cxnLst/>
              <a:rect l="l" t="t" r="r" b="b"/>
              <a:pathLst>
                <a:path w="78904" h="215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6" y="215"/>
                  </a:cubicBezTo>
                  <a:lnTo>
                    <a:pt x="78798" y="215"/>
                  </a:lnTo>
                  <a:cubicBezTo>
                    <a:pt x="78856" y="215"/>
                    <a:pt x="78904" y="167"/>
                    <a:pt x="78904" y="108"/>
                  </a:cubicBezTo>
                  <a:cubicBezTo>
                    <a:pt x="78904" y="48"/>
                    <a:pt x="78856" y="0"/>
                    <a:pt x="787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E788EE-F922-734D-A066-6D863F47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908" y="3097743"/>
            <a:ext cx="4438123" cy="962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63A9F3-F10B-29FA-417D-CC5A00960070}"/>
              </a:ext>
            </a:extLst>
          </p:cNvPr>
          <p:cNvSpPr txBox="1"/>
          <p:nvPr/>
        </p:nvSpPr>
        <p:spPr>
          <a:xfrm>
            <a:off x="2389197" y="2740851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latin typeface="Bahnschrift SemiBold SemiConden" panose="020B0502040204020203" pitchFamily="34" charset="0"/>
              </a:rPr>
              <a:t>Presented By:-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CECA1-4391-5762-A929-800E23B19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8"/>
          <p:cNvSpPr txBox="1">
            <a:spLocks noGrp="1"/>
          </p:cNvSpPr>
          <p:nvPr>
            <p:ph type="title"/>
          </p:nvPr>
        </p:nvSpPr>
        <p:spPr>
          <a:xfrm>
            <a:off x="719999" y="2889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INTRODUCTION</a:t>
            </a:r>
            <a:endParaRPr sz="32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BE96830-89F1-9543-0357-2258365FE9FD}"/>
              </a:ext>
            </a:extLst>
          </p:cNvPr>
          <p:cNvCxnSpPr/>
          <p:nvPr/>
        </p:nvCxnSpPr>
        <p:spPr>
          <a:xfrm>
            <a:off x="2951356" y="861611"/>
            <a:ext cx="32412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DD42E18-30C3-6BED-7907-26D8A10550E0}"/>
              </a:ext>
            </a:extLst>
          </p:cNvPr>
          <p:cNvSpPr txBox="1"/>
          <p:nvPr/>
        </p:nvSpPr>
        <p:spPr>
          <a:xfrm>
            <a:off x="3024767" y="1073453"/>
            <a:ext cx="3094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282824"/>
                </a:solidFill>
                <a:latin typeface="Karu Italic" panose="00000500000000000000" pitchFamily="2" charset="0"/>
                <a:ea typeface="Lato Bold" pitchFamily="34" charset="-122"/>
                <a:cs typeface="Lato Bold" pitchFamily="34" charset="-120"/>
              </a:rPr>
              <a:t>The Need for Smarter Attendance</a:t>
            </a:r>
            <a:endParaRPr lang="en-IN" sz="1600" dirty="0">
              <a:latin typeface="Karu Italic" panose="00000500000000000000" pitchFamily="2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5B47EB3-214C-5318-13EB-110FA79B11B9}"/>
              </a:ext>
            </a:extLst>
          </p:cNvPr>
          <p:cNvSpPr/>
          <p:nvPr/>
        </p:nvSpPr>
        <p:spPr>
          <a:xfrm>
            <a:off x="719999" y="1646150"/>
            <a:ext cx="3814831" cy="2811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Attendance tracking is a universal, daily requirement in educational institutions and workplaces. Traditionally, this process relies on manual methods or basic biometric systems.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4A4A45"/>
              </a:solidFill>
              <a:latin typeface="Karu Italic" panose="00000500000000000000" pitchFamily="2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However, these methods are often </a:t>
            </a:r>
            <a:r>
              <a:rPr lang="en-US" sz="1200" dirty="0">
                <a:solidFill>
                  <a:srgbClr val="910D0D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slow, prone to human error, and can be easily manipulated.</a:t>
            </a:r>
            <a:r>
              <a:rPr lang="en-US" sz="12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 They also involve physical contact, which is less ideal in modern environments.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4A4A45"/>
              </a:solidFill>
              <a:latin typeface="Karu Italic" panose="00000500000000000000" pitchFamily="2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4A4A45"/>
              </a:solidFill>
              <a:latin typeface="Karu Italic" panose="00000500000000000000" pitchFamily="2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4A4A45"/>
              </a:solidFill>
              <a:latin typeface="Karu Italic" panose="00000500000000000000" pitchFamily="2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4A4A45"/>
              </a:solidFill>
              <a:latin typeface="Karu Italic" panose="00000500000000000000" pitchFamily="2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Karu Italic" panose="00000500000000000000" pitchFamily="2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latin typeface="Karu Italic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A692C-1AF3-5721-F2F9-EB45ACDAD58C}"/>
              </a:ext>
            </a:extLst>
          </p:cNvPr>
          <p:cNvSpPr txBox="1"/>
          <p:nvPr/>
        </p:nvSpPr>
        <p:spPr>
          <a:xfrm>
            <a:off x="5017496" y="1608402"/>
            <a:ext cx="3406503" cy="891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Our solution leverages face recognition technology to provide a </a:t>
            </a:r>
            <a:r>
              <a:rPr lang="en-US" sz="1200" b="1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fast, secure, and completely contactless</a:t>
            </a:r>
            <a:r>
              <a:rPr lang="en-US" sz="12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 attendance system.</a:t>
            </a:r>
            <a:endParaRPr lang="en-US" sz="1200" dirty="0">
              <a:latin typeface="Karu Italic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6A8093-5282-3FD5-9BB2-4F4ABE78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483" y="2710030"/>
            <a:ext cx="2988527" cy="168104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498983-55D2-A228-393C-F28BA8CE6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9"/>
          <p:cNvSpPr txBox="1">
            <a:spLocks noGrp="1"/>
          </p:cNvSpPr>
          <p:nvPr>
            <p:ph type="title"/>
          </p:nvPr>
        </p:nvSpPr>
        <p:spPr>
          <a:xfrm>
            <a:off x="449210" y="335349"/>
            <a:ext cx="82455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</a:t>
            </a:r>
            <a:endParaRPr sz="3200" dirty="0"/>
          </a:p>
        </p:txBody>
      </p:sp>
      <p:sp>
        <p:nvSpPr>
          <p:cNvPr id="666" name="Google Shape;666;p39"/>
          <p:cNvSpPr txBox="1">
            <a:spLocks noGrp="1"/>
          </p:cNvSpPr>
          <p:nvPr>
            <p:ph type="title" idx="5"/>
          </p:nvPr>
        </p:nvSpPr>
        <p:spPr>
          <a:xfrm>
            <a:off x="1505400" y="1135400"/>
            <a:ext cx="7347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01</a:t>
            </a:r>
            <a:endParaRPr u="sng" dirty="0"/>
          </a:p>
        </p:txBody>
      </p:sp>
      <p:sp>
        <p:nvSpPr>
          <p:cNvPr id="668" name="Google Shape;668;p39"/>
          <p:cNvSpPr txBox="1">
            <a:spLocks noGrp="1"/>
          </p:cNvSpPr>
          <p:nvPr>
            <p:ph type="title" idx="7"/>
          </p:nvPr>
        </p:nvSpPr>
        <p:spPr>
          <a:xfrm>
            <a:off x="4204673" y="1098734"/>
            <a:ext cx="7347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02</a:t>
            </a:r>
            <a:endParaRPr u="sng" dirty="0"/>
          </a:p>
        </p:txBody>
      </p:sp>
      <p:sp>
        <p:nvSpPr>
          <p:cNvPr id="676" name="Google Shape;676;p39"/>
          <p:cNvSpPr txBox="1">
            <a:spLocks noGrp="1"/>
          </p:cNvSpPr>
          <p:nvPr>
            <p:ph type="title" idx="18"/>
          </p:nvPr>
        </p:nvSpPr>
        <p:spPr>
          <a:xfrm>
            <a:off x="6903946" y="1111262"/>
            <a:ext cx="7347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03</a:t>
            </a:r>
            <a:endParaRPr u="sng" dirty="0"/>
          </a:p>
        </p:txBody>
      </p:sp>
      <p:sp>
        <p:nvSpPr>
          <p:cNvPr id="35" name="Subtitle 24">
            <a:extLst>
              <a:ext uri="{FF2B5EF4-FFF2-40B4-BE49-F238E27FC236}">
                <a16:creationId xmlns:a16="http://schemas.microsoft.com/office/drawing/2014/main" id="{BE40AA5F-B94E-98D7-1637-2E9A105B3273}"/>
              </a:ext>
            </a:extLst>
          </p:cNvPr>
          <p:cNvSpPr txBox="1">
            <a:spLocks/>
          </p:cNvSpPr>
          <p:nvPr/>
        </p:nvSpPr>
        <p:spPr>
          <a:xfrm>
            <a:off x="6118546" y="3763538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 lang="en-IN"/>
          </a:p>
        </p:txBody>
      </p:sp>
      <p:sp>
        <p:nvSpPr>
          <p:cNvPr id="37" name="Subtitle 30">
            <a:extLst>
              <a:ext uri="{FF2B5EF4-FFF2-40B4-BE49-F238E27FC236}">
                <a16:creationId xmlns:a16="http://schemas.microsoft.com/office/drawing/2014/main" id="{57991A72-E841-0297-9375-F2B4071BA27F}"/>
              </a:ext>
            </a:extLst>
          </p:cNvPr>
          <p:cNvSpPr txBox="1">
            <a:spLocks/>
          </p:cNvSpPr>
          <p:nvPr/>
        </p:nvSpPr>
        <p:spPr>
          <a:xfrm>
            <a:off x="6118546" y="3431138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0" i="0" u="none" strike="noStrike" cap="none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C0F028F-3678-9941-785F-3D1264210B5A}"/>
              </a:ext>
            </a:extLst>
          </p:cNvPr>
          <p:cNvSpPr/>
          <p:nvPr/>
        </p:nvSpPr>
        <p:spPr>
          <a:xfrm>
            <a:off x="720000" y="1970713"/>
            <a:ext cx="2305500" cy="2564875"/>
          </a:xfrm>
          <a:prstGeom prst="roundRect">
            <a:avLst>
              <a:gd name="adj" fmla="val 409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92FDD81-7CAE-0837-D384-78DD35949EF3}"/>
              </a:ext>
            </a:extLst>
          </p:cNvPr>
          <p:cNvSpPr/>
          <p:nvPr/>
        </p:nvSpPr>
        <p:spPr>
          <a:xfrm>
            <a:off x="771993" y="1970712"/>
            <a:ext cx="118947" cy="2564876"/>
          </a:xfrm>
          <a:prstGeom prst="roundRect">
            <a:avLst>
              <a:gd name="adj" fmla="val 397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17E75B8C-8BEA-5862-F52B-107957A658DE}"/>
              </a:ext>
            </a:extLst>
          </p:cNvPr>
          <p:cNvSpPr/>
          <p:nvPr/>
        </p:nvSpPr>
        <p:spPr>
          <a:xfrm>
            <a:off x="1057968" y="2123055"/>
            <a:ext cx="1800503" cy="40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Time Consumption</a:t>
            </a:r>
            <a:endParaRPr lang="en-US" sz="1600" dirty="0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D997263B-EAE2-FEBD-9E57-E191055E0EC3}"/>
              </a:ext>
            </a:extLst>
          </p:cNvPr>
          <p:cNvSpPr/>
          <p:nvPr/>
        </p:nvSpPr>
        <p:spPr>
          <a:xfrm>
            <a:off x="1031972" y="2625545"/>
            <a:ext cx="1911950" cy="171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Karu Light" panose="00000400000000000000" pitchFamily="50" charset="0"/>
                <a:ea typeface="Lato" pitchFamily="34" charset="-122"/>
                <a:cs typeface="Lato" pitchFamily="34" charset="-120"/>
              </a:rPr>
              <a:t>Manual roll call significantly reduces valuable instructional or working time, impacting productivity.</a:t>
            </a:r>
            <a:endParaRPr lang="en-US" sz="1200" dirty="0">
              <a:latin typeface="Karu Light" panose="00000400000000000000" pitchFamily="50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D8FF729-67FB-799B-E4CB-F1E447F68795}"/>
              </a:ext>
            </a:extLst>
          </p:cNvPr>
          <p:cNvSpPr/>
          <p:nvPr/>
        </p:nvSpPr>
        <p:spPr>
          <a:xfrm>
            <a:off x="3419273" y="1970713"/>
            <a:ext cx="2305500" cy="2564875"/>
          </a:xfrm>
          <a:prstGeom prst="roundRect">
            <a:avLst>
              <a:gd name="adj" fmla="val 409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F2CF1EC-EC07-F894-A91F-54E9EB972DEB}"/>
              </a:ext>
            </a:extLst>
          </p:cNvPr>
          <p:cNvSpPr/>
          <p:nvPr/>
        </p:nvSpPr>
        <p:spPr>
          <a:xfrm>
            <a:off x="3471266" y="1970712"/>
            <a:ext cx="118947" cy="2564876"/>
          </a:xfrm>
          <a:prstGeom prst="roundRect">
            <a:avLst>
              <a:gd name="adj" fmla="val 397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4743CD52-B0C5-0A92-60AA-9E626D70DDB5}"/>
              </a:ext>
            </a:extLst>
          </p:cNvPr>
          <p:cNvSpPr/>
          <p:nvPr/>
        </p:nvSpPr>
        <p:spPr>
          <a:xfrm>
            <a:off x="3757241" y="2123055"/>
            <a:ext cx="1800503" cy="40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Proxy Attendance</a:t>
            </a:r>
            <a:endParaRPr lang="en-US" sz="1600" dirty="0"/>
          </a:p>
          <a:p>
            <a:pPr marL="0" indent="0" algn="l">
              <a:lnSpc>
                <a:spcPts val="2750"/>
              </a:lnSpc>
              <a:buNone/>
            </a:pPr>
            <a:endParaRPr lang="en-US" sz="1600" dirty="0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11FB2931-E7A7-343A-5EBF-81E8F6DB5790}"/>
              </a:ext>
            </a:extLst>
          </p:cNvPr>
          <p:cNvSpPr/>
          <p:nvPr/>
        </p:nvSpPr>
        <p:spPr>
          <a:xfrm>
            <a:off x="3731245" y="2625545"/>
            <a:ext cx="1874581" cy="171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4A45"/>
                </a:solidFill>
                <a:latin typeface="Karu Light" panose="00000400000000000000" pitchFamily="50" charset="0"/>
                <a:ea typeface="Lato" pitchFamily="34" charset="-122"/>
                <a:cs typeface="Lato" pitchFamily="34" charset="-120"/>
              </a:rPr>
              <a:t>Existing systems are vulnerable to 'buddy punching' or unauthorized attendance marking, compromising data integrity.</a:t>
            </a:r>
            <a:endParaRPr lang="en-US" sz="1200" dirty="0">
              <a:latin typeface="Karu Light" panose="000004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Karu Light" panose="00000400000000000000" pitchFamily="50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F71D9A7-DAF2-84FA-F310-A85E46BA9316}"/>
              </a:ext>
            </a:extLst>
          </p:cNvPr>
          <p:cNvSpPr/>
          <p:nvPr/>
        </p:nvSpPr>
        <p:spPr>
          <a:xfrm>
            <a:off x="6118546" y="1970713"/>
            <a:ext cx="2305500" cy="2564875"/>
          </a:xfrm>
          <a:prstGeom prst="roundRect">
            <a:avLst>
              <a:gd name="adj" fmla="val 409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1FE676B-6484-4FA4-D521-4B99DFFFC151}"/>
              </a:ext>
            </a:extLst>
          </p:cNvPr>
          <p:cNvSpPr/>
          <p:nvPr/>
        </p:nvSpPr>
        <p:spPr>
          <a:xfrm>
            <a:off x="6170539" y="1970712"/>
            <a:ext cx="118947" cy="2564876"/>
          </a:xfrm>
          <a:prstGeom prst="roundRect">
            <a:avLst>
              <a:gd name="adj" fmla="val 397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56C5F437-8B42-E12D-0B0A-66C1170F5829}"/>
              </a:ext>
            </a:extLst>
          </p:cNvPr>
          <p:cNvSpPr/>
          <p:nvPr/>
        </p:nvSpPr>
        <p:spPr>
          <a:xfrm>
            <a:off x="6371044" y="2118105"/>
            <a:ext cx="1800503" cy="40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Biometric Limitations</a:t>
            </a:r>
            <a:endParaRPr lang="en-US" sz="1600" dirty="0"/>
          </a:p>
          <a:p>
            <a:pPr marL="0" indent="0" algn="l">
              <a:lnSpc>
                <a:spcPts val="2750"/>
              </a:lnSpc>
              <a:buNone/>
            </a:pPr>
            <a:endParaRPr lang="en-US" sz="1600" dirty="0"/>
          </a:p>
        </p:txBody>
      </p:sp>
      <p:sp>
        <p:nvSpPr>
          <p:cNvPr id="640" name="Text 4">
            <a:extLst>
              <a:ext uri="{FF2B5EF4-FFF2-40B4-BE49-F238E27FC236}">
                <a16:creationId xmlns:a16="http://schemas.microsoft.com/office/drawing/2014/main" id="{5056C7AE-DC12-A971-AB9E-B290E747994E}"/>
              </a:ext>
            </a:extLst>
          </p:cNvPr>
          <p:cNvSpPr/>
          <p:nvPr/>
        </p:nvSpPr>
        <p:spPr>
          <a:xfrm>
            <a:off x="6443198" y="2625545"/>
            <a:ext cx="1874581" cy="171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4A45"/>
                </a:solidFill>
                <a:latin typeface="Karu Light" panose="00000400000000000000" pitchFamily="50" charset="0"/>
                <a:ea typeface="Lato" pitchFamily="34" charset="-122"/>
                <a:cs typeface="Lato" pitchFamily="34" charset="-120"/>
              </a:rPr>
              <a:t>Contact-based biometric devices (fingerprint, iris) raise hygiene concerns, require regular maintenance, and are often costly to implement and scale.</a:t>
            </a:r>
            <a:endParaRPr lang="en-US" sz="1200" dirty="0">
              <a:latin typeface="Karu Light" panose="000004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Karu Light" panose="00000400000000000000" pitchFamily="50" charset="0"/>
            </a:endParaRPr>
          </a:p>
        </p:txBody>
      </p:sp>
      <p:cxnSp>
        <p:nvCxnSpPr>
          <p:cNvPr id="641" name="Straight Arrow Connector 640">
            <a:extLst>
              <a:ext uri="{FF2B5EF4-FFF2-40B4-BE49-F238E27FC236}">
                <a16:creationId xmlns:a16="http://schemas.microsoft.com/office/drawing/2014/main" id="{5D59E428-EFDE-F3E7-5448-3B00A16DB491}"/>
              </a:ext>
            </a:extLst>
          </p:cNvPr>
          <p:cNvCxnSpPr>
            <a:cxnSpLocks/>
          </p:cNvCxnSpPr>
          <p:nvPr/>
        </p:nvCxnSpPr>
        <p:spPr>
          <a:xfrm>
            <a:off x="3419273" y="883913"/>
            <a:ext cx="23055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4" name="Picture 643">
            <a:extLst>
              <a:ext uri="{FF2B5EF4-FFF2-40B4-BE49-F238E27FC236}">
                <a16:creationId xmlns:a16="http://schemas.microsoft.com/office/drawing/2014/main" id="{70039ED4-E747-4474-F8AF-4DA5EFFAE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40"/>
          <p:cNvGrpSpPr/>
          <p:nvPr/>
        </p:nvGrpSpPr>
        <p:grpSpPr>
          <a:xfrm>
            <a:off x="3537000" y="1702201"/>
            <a:ext cx="2070000" cy="1800000"/>
            <a:chOff x="3948400" y="3182900"/>
            <a:chExt cx="2492250" cy="2193925"/>
          </a:xfrm>
        </p:grpSpPr>
        <p:sp>
          <p:nvSpPr>
            <p:cNvPr id="685" name="Google Shape;685;p40"/>
            <p:cNvSpPr/>
            <p:nvPr/>
          </p:nvSpPr>
          <p:spPr>
            <a:xfrm>
              <a:off x="3948400" y="3182900"/>
              <a:ext cx="2492250" cy="2033475"/>
            </a:xfrm>
            <a:custGeom>
              <a:avLst/>
              <a:gdLst/>
              <a:ahLst/>
              <a:cxnLst/>
              <a:rect l="l" t="t" r="r" b="b"/>
              <a:pathLst>
                <a:path w="99690" h="81339" extrusionOk="0">
                  <a:moveTo>
                    <a:pt x="56158" y="1"/>
                  </a:moveTo>
                  <a:cubicBezTo>
                    <a:pt x="51035" y="1"/>
                    <a:pt x="46019" y="1271"/>
                    <a:pt x="41665" y="4479"/>
                  </a:cubicBezTo>
                  <a:cubicBezTo>
                    <a:pt x="35393" y="9096"/>
                    <a:pt x="31842" y="16496"/>
                    <a:pt x="26098" y="21676"/>
                  </a:cubicBezTo>
                  <a:cubicBezTo>
                    <a:pt x="23242" y="24251"/>
                    <a:pt x="20126" y="25089"/>
                    <a:pt x="16715" y="26628"/>
                  </a:cubicBezTo>
                  <a:cubicBezTo>
                    <a:pt x="8438" y="30382"/>
                    <a:pt x="1511" y="37620"/>
                    <a:pt x="934" y="47167"/>
                  </a:cubicBezTo>
                  <a:cubicBezTo>
                    <a:pt x="0" y="63140"/>
                    <a:pt x="12655" y="74173"/>
                    <a:pt x="26776" y="77796"/>
                  </a:cubicBezTo>
                  <a:cubicBezTo>
                    <a:pt x="35926" y="80142"/>
                    <a:pt x="43943" y="81338"/>
                    <a:pt x="51249" y="81338"/>
                  </a:cubicBezTo>
                  <a:cubicBezTo>
                    <a:pt x="58842" y="81338"/>
                    <a:pt x="65667" y="80047"/>
                    <a:pt x="72198" y="77413"/>
                  </a:cubicBezTo>
                  <a:cubicBezTo>
                    <a:pt x="78854" y="74727"/>
                    <a:pt x="85634" y="71332"/>
                    <a:pt x="90427" y="65773"/>
                  </a:cubicBezTo>
                  <a:cubicBezTo>
                    <a:pt x="97678" y="57366"/>
                    <a:pt x="99690" y="45425"/>
                    <a:pt x="98039" y="34637"/>
                  </a:cubicBezTo>
                  <a:cubicBezTo>
                    <a:pt x="97772" y="32876"/>
                    <a:pt x="97376" y="31137"/>
                    <a:pt x="96855" y="29432"/>
                  </a:cubicBezTo>
                  <a:cubicBezTo>
                    <a:pt x="93392" y="18113"/>
                    <a:pt x="84486" y="9052"/>
                    <a:pt x="73952" y="4269"/>
                  </a:cubicBezTo>
                  <a:cubicBezTo>
                    <a:pt x="68492" y="1797"/>
                    <a:pt x="62249" y="1"/>
                    <a:pt x="56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5427200" y="3296900"/>
              <a:ext cx="204450" cy="128225"/>
            </a:xfrm>
            <a:custGeom>
              <a:avLst/>
              <a:gdLst/>
              <a:ahLst/>
              <a:cxnLst/>
              <a:rect l="l" t="t" r="r" b="b"/>
              <a:pathLst>
                <a:path w="8178" h="5129" extrusionOk="0">
                  <a:moveTo>
                    <a:pt x="148" y="26"/>
                  </a:moveTo>
                  <a:cubicBezTo>
                    <a:pt x="79" y="34"/>
                    <a:pt x="26" y="89"/>
                    <a:pt x="17" y="157"/>
                  </a:cubicBezTo>
                  <a:cubicBezTo>
                    <a:pt x="6" y="238"/>
                    <a:pt x="66" y="312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0"/>
                    <a:pt x="879" y="191"/>
                  </a:cubicBezTo>
                  <a:cubicBezTo>
                    <a:pt x="889" y="110"/>
                    <a:pt x="830" y="35"/>
                    <a:pt x="749" y="26"/>
                  </a:cubicBezTo>
                  <a:close/>
                  <a:moveTo>
                    <a:pt x="1427" y="26"/>
                  </a:moveTo>
                  <a:cubicBezTo>
                    <a:pt x="1345" y="35"/>
                    <a:pt x="1287" y="110"/>
                    <a:pt x="1296" y="191"/>
                  </a:cubicBezTo>
                  <a:cubicBezTo>
                    <a:pt x="1305" y="260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8"/>
                    <a:pt x="3145" y="253"/>
                    <a:pt x="3145" y="172"/>
                  </a:cubicBez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4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4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4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7"/>
                  </a:cubicBezTo>
                  <a:lnTo>
                    <a:pt x="4354" y="174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0" y="1"/>
                    <a:pt x="4524" y="78"/>
                    <a:pt x="4524" y="174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4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4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4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4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4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4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2"/>
                  </a:lnTo>
                  <a:lnTo>
                    <a:pt x="5901" y="172"/>
                  </a:lnTo>
                  <a:lnTo>
                    <a:pt x="5901" y="174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8" y="713"/>
                  </a:moveTo>
                  <a:cubicBezTo>
                    <a:pt x="67" y="735"/>
                    <a:pt x="21" y="817"/>
                    <a:pt x="42" y="896"/>
                  </a:cubicBezTo>
                  <a:cubicBezTo>
                    <a:pt x="57" y="946"/>
                    <a:pt x="96" y="987"/>
                    <a:pt x="148" y="1000"/>
                  </a:cubicBezTo>
                  <a:lnTo>
                    <a:pt x="749" y="1000"/>
                  </a:lnTo>
                  <a:cubicBezTo>
                    <a:pt x="827" y="1000"/>
                    <a:pt x="892" y="939"/>
                    <a:pt x="895" y="860"/>
                  </a:cubicBezTo>
                  <a:cubicBezTo>
                    <a:pt x="895" y="778"/>
                    <a:pt x="830" y="713"/>
                    <a:pt x="749" y="713"/>
                  </a:cubicBezTo>
                  <a:close/>
                  <a:moveTo>
                    <a:pt x="1427" y="713"/>
                  </a:moveTo>
                  <a:cubicBezTo>
                    <a:pt x="1346" y="733"/>
                    <a:pt x="1300" y="817"/>
                    <a:pt x="1323" y="896"/>
                  </a:cubicBezTo>
                  <a:cubicBezTo>
                    <a:pt x="1336" y="946"/>
                    <a:pt x="1376" y="987"/>
                    <a:pt x="1427" y="1000"/>
                  </a:cubicBezTo>
                  <a:lnTo>
                    <a:pt x="3005" y="1000"/>
                  </a:lnTo>
                  <a:cubicBezTo>
                    <a:pt x="3081" y="996"/>
                    <a:pt x="3140" y="936"/>
                    <a:pt x="3145" y="860"/>
                  </a:cubicBezTo>
                  <a:cubicBezTo>
                    <a:pt x="3145" y="778"/>
                    <a:pt x="3079" y="713"/>
                    <a:pt x="2998" y="713"/>
                  </a:cubicBezTo>
                  <a:close/>
                  <a:moveTo>
                    <a:pt x="148" y="1399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4" y="1634"/>
                    <a:pt x="79" y="1688"/>
                    <a:pt x="148" y="1695"/>
                  </a:cubicBezTo>
                  <a:lnTo>
                    <a:pt x="748" y="1695"/>
                  </a:lnTo>
                  <a:cubicBezTo>
                    <a:pt x="830" y="1695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399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2"/>
                    <a:pt x="1296" y="1564"/>
                  </a:cubicBezTo>
                  <a:cubicBezTo>
                    <a:pt x="1305" y="1633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2"/>
                    <a:pt x="3145" y="1627"/>
                    <a:pt x="3145" y="1548"/>
                  </a:cubicBezTo>
                  <a:cubicBezTo>
                    <a:pt x="3145" y="1466"/>
                    <a:pt x="3078" y="1399"/>
                    <a:pt x="2996" y="1399"/>
                  </a:cubicBezTo>
                  <a:close/>
                  <a:moveTo>
                    <a:pt x="3665" y="1374"/>
                  </a:moveTo>
                  <a:cubicBezTo>
                    <a:pt x="3571" y="1374"/>
                    <a:pt x="3495" y="1449"/>
                    <a:pt x="3493" y="1545"/>
                  </a:cubicBezTo>
                  <a:cubicBezTo>
                    <a:pt x="3492" y="1640"/>
                    <a:pt x="3568" y="1718"/>
                    <a:pt x="3663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39" y="1548"/>
                  </a:cubicBezTo>
                  <a:cubicBezTo>
                    <a:pt x="3840" y="1453"/>
                    <a:pt x="3763" y="1375"/>
                    <a:pt x="3668" y="1374"/>
                  </a:cubicBezTo>
                  <a:cubicBezTo>
                    <a:pt x="3667" y="1374"/>
                    <a:pt x="3666" y="1374"/>
                    <a:pt x="3665" y="1374"/>
                  </a:cubicBezTo>
                  <a:close/>
                  <a:moveTo>
                    <a:pt x="4181" y="1374"/>
                  </a:moveTo>
                  <a:cubicBezTo>
                    <a:pt x="4087" y="1374"/>
                    <a:pt x="4010" y="1449"/>
                    <a:pt x="4009" y="1545"/>
                  </a:cubicBezTo>
                  <a:cubicBezTo>
                    <a:pt x="4009" y="1640"/>
                    <a:pt x="4084" y="1718"/>
                    <a:pt x="4180" y="1719"/>
                  </a:cubicBezTo>
                  <a:lnTo>
                    <a:pt x="4181" y="1719"/>
                  </a:lnTo>
                  <a:cubicBezTo>
                    <a:pt x="4277" y="1719"/>
                    <a:pt x="4354" y="1643"/>
                    <a:pt x="4355" y="1548"/>
                  </a:cubicBezTo>
                  <a:lnTo>
                    <a:pt x="4354" y="1548"/>
                  </a:lnTo>
                  <a:cubicBezTo>
                    <a:pt x="4355" y="1453"/>
                    <a:pt x="4280" y="1375"/>
                    <a:pt x="4184" y="1374"/>
                  </a:cubicBezTo>
                  <a:cubicBezTo>
                    <a:pt x="4183" y="1374"/>
                    <a:pt x="4182" y="1374"/>
                    <a:pt x="4181" y="1374"/>
                  </a:cubicBezTo>
                  <a:close/>
                  <a:moveTo>
                    <a:pt x="4695" y="1374"/>
                  </a:moveTo>
                  <a:cubicBezTo>
                    <a:pt x="4601" y="1374"/>
                    <a:pt x="4524" y="1449"/>
                    <a:pt x="4524" y="1545"/>
                  </a:cubicBezTo>
                  <a:cubicBezTo>
                    <a:pt x="4522" y="1640"/>
                    <a:pt x="4598" y="1718"/>
                    <a:pt x="4693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cubicBezTo>
                    <a:pt x="4869" y="1453"/>
                    <a:pt x="4793" y="1375"/>
                    <a:pt x="4698" y="1374"/>
                  </a:cubicBezTo>
                  <a:cubicBezTo>
                    <a:pt x="4697" y="1374"/>
                    <a:pt x="4696" y="1374"/>
                    <a:pt x="4695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40" y="1449"/>
                    <a:pt x="5039" y="1545"/>
                  </a:cubicBezTo>
                  <a:cubicBezTo>
                    <a:pt x="5037" y="1640"/>
                    <a:pt x="5115" y="1718"/>
                    <a:pt x="5210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cubicBezTo>
                    <a:pt x="5386" y="1453"/>
                    <a:pt x="5310" y="1375"/>
                    <a:pt x="5215" y="1374"/>
                  </a:cubicBezTo>
                  <a:cubicBezTo>
                    <a:pt x="5214" y="1374"/>
                    <a:pt x="5213" y="1374"/>
                    <a:pt x="5212" y="1374"/>
                  </a:cubicBezTo>
                  <a:close/>
                  <a:moveTo>
                    <a:pt x="6241" y="1374"/>
                  </a:moveTo>
                  <a:cubicBezTo>
                    <a:pt x="6147" y="1374"/>
                    <a:pt x="6071" y="1449"/>
                    <a:pt x="6069" y="1545"/>
                  </a:cubicBezTo>
                  <a:cubicBezTo>
                    <a:pt x="6068" y="1640"/>
                    <a:pt x="6145" y="1718"/>
                    <a:pt x="6240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cubicBezTo>
                    <a:pt x="6416" y="1453"/>
                    <a:pt x="6339" y="1375"/>
                    <a:pt x="6243" y="1374"/>
                  </a:cubicBezTo>
                  <a:cubicBezTo>
                    <a:pt x="6243" y="1374"/>
                    <a:pt x="6242" y="1374"/>
                    <a:pt x="6241" y="1374"/>
                  </a:cubicBezTo>
                  <a:close/>
                  <a:moveTo>
                    <a:pt x="5727" y="1374"/>
                  </a:moveTo>
                  <a:cubicBezTo>
                    <a:pt x="5633" y="1374"/>
                    <a:pt x="5557" y="1449"/>
                    <a:pt x="5556" y="1545"/>
                  </a:cubicBezTo>
                  <a:cubicBezTo>
                    <a:pt x="5554" y="1640"/>
                    <a:pt x="5630" y="1718"/>
                    <a:pt x="5725" y="1719"/>
                  </a:cubicBezTo>
                  <a:lnTo>
                    <a:pt x="5728" y="1719"/>
                  </a:lnTo>
                  <a:cubicBezTo>
                    <a:pt x="5730" y="1719"/>
                    <a:pt x="5732" y="1719"/>
                    <a:pt x="5734" y="1719"/>
                  </a:cubicBezTo>
                  <a:cubicBezTo>
                    <a:pt x="5827" y="1719"/>
                    <a:pt x="5903" y="1644"/>
                    <a:pt x="5905" y="1551"/>
                  </a:cubicBezTo>
                  <a:lnTo>
                    <a:pt x="5905" y="1548"/>
                  </a:lnTo>
                  <a:lnTo>
                    <a:pt x="5901" y="1548"/>
                  </a:lnTo>
                  <a:cubicBezTo>
                    <a:pt x="5902" y="1453"/>
                    <a:pt x="5825" y="1375"/>
                    <a:pt x="5730" y="1374"/>
                  </a:cubicBezTo>
                  <a:cubicBezTo>
                    <a:pt x="5729" y="1374"/>
                    <a:pt x="5728" y="1374"/>
                    <a:pt x="5727" y="1374"/>
                  </a:cubicBezTo>
                  <a:close/>
                  <a:moveTo>
                    <a:pt x="1427" y="2085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1"/>
                    <a:pt x="1358" y="2374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3"/>
                    <a:pt x="3145" y="2234"/>
                  </a:cubicBezTo>
                  <a:cubicBezTo>
                    <a:pt x="3145" y="2152"/>
                    <a:pt x="3078" y="2085"/>
                    <a:pt x="2996" y="2085"/>
                  </a:cubicBezTo>
                  <a:close/>
                  <a:moveTo>
                    <a:pt x="148" y="2085"/>
                  </a:moveTo>
                  <a:cubicBezTo>
                    <a:pt x="66" y="2096"/>
                    <a:pt x="6" y="2170"/>
                    <a:pt x="17" y="2252"/>
                  </a:cubicBezTo>
                  <a:cubicBezTo>
                    <a:pt x="24" y="2321"/>
                    <a:pt x="79" y="2374"/>
                    <a:pt x="148" y="2383"/>
                  </a:cubicBezTo>
                  <a:lnTo>
                    <a:pt x="748" y="2383"/>
                  </a:lnTo>
                  <a:cubicBezTo>
                    <a:pt x="830" y="2383"/>
                    <a:pt x="895" y="2316"/>
                    <a:pt x="895" y="2236"/>
                  </a:cubicBezTo>
                  <a:cubicBezTo>
                    <a:pt x="897" y="2154"/>
                    <a:pt x="833" y="2087"/>
                    <a:pt x="751" y="2085"/>
                  </a:cubicBezTo>
                  <a:close/>
                  <a:moveTo>
                    <a:pt x="148" y="2773"/>
                  </a:moveTo>
                  <a:cubicBezTo>
                    <a:pt x="66" y="2782"/>
                    <a:pt x="6" y="2857"/>
                    <a:pt x="17" y="2939"/>
                  </a:cubicBezTo>
                  <a:cubicBezTo>
                    <a:pt x="24" y="3007"/>
                    <a:pt x="79" y="3061"/>
                    <a:pt x="148" y="3070"/>
                  </a:cubicBezTo>
                  <a:lnTo>
                    <a:pt x="748" y="3070"/>
                  </a:lnTo>
                  <a:cubicBezTo>
                    <a:pt x="830" y="3070"/>
                    <a:pt x="895" y="3003"/>
                    <a:pt x="895" y="2922"/>
                  </a:cubicBezTo>
                  <a:cubicBezTo>
                    <a:pt x="897" y="2840"/>
                    <a:pt x="833" y="2773"/>
                    <a:pt x="751" y="2773"/>
                  </a:cubicBezTo>
                  <a:close/>
                  <a:moveTo>
                    <a:pt x="1427" y="2772"/>
                  </a:moveTo>
                  <a:cubicBezTo>
                    <a:pt x="1345" y="2782"/>
                    <a:pt x="1287" y="2857"/>
                    <a:pt x="1296" y="2939"/>
                  </a:cubicBezTo>
                  <a:cubicBezTo>
                    <a:pt x="1305" y="3007"/>
                    <a:pt x="1358" y="3061"/>
                    <a:pt x="1427" y="3070"/>
                  </a:cubicBezTo>
                  <a:lnTo>
                    <a:pt x="3005" y="3070"/>
                  </a:lnTo>
                  <a:cubicBezTo>
                    <a:pt x="3084" y="3065"/>
                    <a:pt x="3146" y="3000"/>
                    <a:pt x="3145" y="2919"/>
                  </a:cubicBezTo>
                  <a:lnTo>
                    <a:pt x="3145" y="2919"/>
                  </a:lnTo>
                  <a:lnTo>
                    <a:pt x="3145" y="2922"/>
                  </a:lnTo>
                  <a:cubicBezTo>
                    <a:pt x="3145" y="2839"/>
                    <a:pt x="3078" y="2772"/>
                    <a:pt x="2996" y="2772"/>
                  </a:cubicBezTo>
                  <a:close/>
                  <a:moveTo>
                    <a:pt x="5426" y="3348"/>
                  </a:moveTo>
                  <a:cubicBezTo>
                    <a:pt x="5332" y="3348"/>
                    <a:pt x="5256" y="3425"/>
                    <a:pt x="5255" y="3519"/>
                  </a:cubicBezTo>
                  <a:cubicBezTo>
                    <a:pt x="5253" y="3615"/>
                    <a:pt x="5329" y="3692"/>
                    <a:pt x="5425" y="3693"/>
                  </a:cubicBezTo>
                  <a:lnTo>
                    <a:pt x="5427" y="3693"/>
                  </a:lnTo>
                  <a:cubicBezTo>
                    <a:pt x="5521" y="3693"/>
                    <a:pt x="5599" y="3618"/>
                    <a:pt x="5600" y="3524"/>
                  </a:cubicBezTo>
                  <a:cubicBezTo>
                    <a:pt x="5602" y="3427"/>
                    <a:pt x="5524" y="3350"/>
                    <a:pt x="5429" y="3348"/>
                  </a:cubicBezTo>
                  <a:cubicBezTo>
                    <a:pt x="5428" y="3348"/>
                    <a:pt x="5427" y="3348"/>
                    <a:pt x="5426" y="3348"/>
                  </a:cubicBezTo>
                  <a:close/>
                  <a:moveTo>
                    <a:pt x="6457" y="3348"/>
                  </a:moveTo>
                  <a:cubicBezTo>
                    <a:pt x="6363" y="3348"/>
                    <a:pt x="6285" y="3425"/>
                    <a:pt x="6285" y="3519"/>
                  </a:cubicBezTo>
                  <a:cubicBezTo>
                    <a:pt x="6284" y="3615"/>
                    <a:pt x="6360" y="3692"/>
                    <a:pt x="6455" y="3693"/>
                  </a:cubicBezTo>
                  <a:lnTo>
                    <a:pt x="6458" y="3693"/>
                  </a:lnTo>
                  <a:cubicBezTo>
                    <a:pt x="6552" y="3693"/>
                    <a:pt x="6629" y="3618"/>
                    <a:pt x="6631" y="3524"/>
                  </a:cubicBezTo>
                  <a:cubicBezTo>
                    <a:pt x="6631" y="3427"/>
                    <a:pt x="6555" y="3350"/>
                    <a:pt x="6459" y="3348"/>
                  </a:cubicBezTo>
                  <a:cubicBezTo>
                    <a:pt x="6458" y="3348"/>
                    <a:pt x="6458" y="3348"/>
                    <a:pt x="6457" y="3348"/>
                  </a:cubicBezTo>
                  <a:close/>
                  <a:moveTo>
                    <a:pt x="6970" y="3348"/>
                  </a:moveTo>
                  <a:cubicBezTo>
                    <a:pt x="6876" y="3348"/>
                    <a:pt x="6799" y="3425"/>
                    <a:pt x="6799" y="3519"/>
                  </a:cubicBezTo>
                  <a:cubicBezTo>
                    <a:pt x="6797" y="3615"/>
                    <a:pt x="6873" y="3692"/>
                    <a:pt x="6969" y="3693"/>
                  </a:cubicBezTo>
                  <a:lnTo>
                    <a:pt x="6973" y="3693"/>
                  </a:lnTo>
                  <a:cubicBezTo>
                    <a:pt x="7067" y="3693"/>
                    <a:pt x="7144" y="3618"/>
                    <a:pt x="7144" y="3524"/>
                  </a:cubicBezTo>
                  <a:cubicBezTo>
                    <a:pt x="7144" y="3427"/>
                    <a:pt x="7068" y="3350"/>
                    <a:pt x="6973" y="3348"/>
                  </a:cubicBezTo>
                  <a:cubicBezTo>
                    <a:pt x="6972" y="3348"/>
                    <a:pt x="6971" y="3348"/>
                    <a:pt x="6970" y="3348"/>
                  </a:cubicBezTo>
                  <a:close/>
                  <a:moveTo>
                    <a:pt x="7487" y="3348"/>
                  </a:moveTo>
                  <a:cubicBezTo>
                    <a:pt x="7393" y="3348"/>
                    <a:pt x="7315" y="3425"/>
                    <a:pt x="7314" y="3519"/>
                  </a:cubicBezTo>
                  <a:cubicBezTo>
                    <a:pt x="7314" y="3615"/>
                    <a:pt x="7390" y="3692"/>
                    <a:pt x="7485" y="3693"/>
                  </a:cubicBezTo>
                  <a:lnTo>
                    <a:pt x="7487" y="3693"/>
                  </a:lnTo>
                  <a:cubicBezTo>
                    <a:pt x="7582" y="3693"/>
                    <a:pt x="7659" y="3618"/>
                    <a:pt x="7659" y="3524"/>
                  </a:cubicBezTo>
                  <a:cubicBezTo>
                    <a:pt x="7661" y="3427"/>
                    <a:pt x="7585" y="3350"/>
                    <a:pt x="7490" y="3348"/>
                  </a:cubicBezTo>
                  <a:cubicBezTo>
                    <a:pt x="7489" y="3348"/>
                    <a:pt x="7488" y="3348"/>
                    <a:pt x="7487" y="3348"/>
                  </a:cubicBezTo>
                  <a:close/>
                  <a:moveTo>
                    <a:pt x="8002" y="3348"/>
                  </a:moveTo>
                  <a:cubicBezTo>
                    <a:pt x="7908" y="3348"/>
                    <a:pt x="7832" y="3425"/>
                    <a:pt x="7831" y="3519"/>
                  </a:cubicBezTo>
                  <a:cubicBezTo>
                    <a:pt x="7829" y="3615"/>
                    <a:pt x="7905" y="3692"/>
                    <a:pt x="8002" y="3693"/>
                  </a:cubicBezTo>
                  <a:lnTo>
                    <a:pt x="8003" y="3693"/>
                  </a:lnTo>
                  <a:cubicBezTo>
                    <a:pt x="8097" y="3693"/>
                    <a:pt x="8175" y="3618"/>
                    <a:pt x="8176" y="3524"/>
                  </a:cubicBezTo>
                  <a:cubicBezTo>
                    <a:pt x="8178" y="3427"/>
                    <a:pt x="8100" y="3350"/>
                    <a:pt x="8005" y="3348"/>
                  </a:cubicBezTo>
                  <a:cubicBezTo>
                    <a:pt x="8004" y="3348"/>
                    <a:pt x="8003" y="3348"/>
                    <a:pt x="8002" y="3348"/>
                  </a:cubicBezTo>
                  <a:close/>
                  <a:moveTo>
                    <a:pt x="5940" y="3348"/>
                  </a:moveTo>
                  <a:cubicBezTo>
                    <a:pt x="5846" y="3348"/>
                    <a:pt x="5770" y="3425"/>
                    <a:pt x="5768" y="3519"/>
                  </a:cubicBezTo>
                  <a:cubicBezTo>
                    <a:pt x="5767" y="3615"/>
                    <a:pt x="5844" y="3692"/>
                    <a:pt x="5940" y="3693"/>
                  </a:cubicBezTo>
                  <a:lnTo>
                    <a:pt x="5943" y="3693"/>
                  </a:lnTo>
                  <a:cubicBezTo>
                    <a:pt x="5945" y="3694"/>
                    <a:pt x="5946" y="3694"/>
                    <a:pt x="5948" y="3694"/>
                  </a:cubicBezTo>
                  <a:cubicBezTo>
                    <a:pt x="6041" y="3694"/>
                    <a:pt x="6115" y="3620"/>
                    <a:pt x="6118" y="3527"/>
                  </a:cubicBezTo>
                  <a:lnTo>
                    <a:pt x="6118" y="3524"/>
                  </a:lnTo>
                  <a:lnTo>
                    <a:pt x="6114" y="3524"/>
                  </a:lnTo>
                  <a:cubicBezTo>
                    <a:pt x="6115" y="3427"/>
                    <a:pt x="6038" y="3350"/>
                    <a:pt x="5943" y="3348"/>
                  </a:cubicBezTo>
                  <a:cubicBezTo>
                    <a:pt x="5942" y="3348"/>
                    <a:pt x="5941" y="3348"/>
                    <a:pt x="5940" y="3348"/>
                  </a:cubicBezTo>
                  <a:close/>
                  <a:moveTo>
                    <a:pt x="148" y="3460"/>
                  </a:moveTo>
                  <a:cubicBezTo>
                    <a:pt x="66" y="3469"/>
                    <a:pt x="6" y="3543"/>
                    <a:pt x="17" y="3625"/>
                  </a:cubicBezTo>
                  <a:cubicBezTo>
                    <a:pt x="24" y="3693"/>
                    <a:pt x="79" y="3747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9"/>
                  </a:cubicBezTo>
                  <a:cubicBezTo>
                    <a:pt x="897" y="3527"/>
                    <a:pt x="833" y="3460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9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90"/>
                    <a:pt x="5034" y="3609"/>
                  </a:cubicBezTo>
                  <a:cubicBezTo>
                    <a:pt x="5034" y="3525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5"/>
                    <a:pt x="6" y="4229"/>
                    <a:pt x="17" y="4311"/>
                  </a:cubicBezTo>
                  <a:cubicBezTo>
                    <a:pt x="24" y="4380"/>
                    <a:pt x="79" y="4433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5"/>
                  </a:cubicBezTo>
                  <a:cubicBezTo>
                    <a:pt x="897" y="4213"/>
                    <a:pt x="833" y="4148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5"/>
                    <a:pt x="3167" y="4229"/>
                    <a:pt x="3178" y="4311"/>
                  </a:cubicBezTo>
                  <a:cubicBezTo>
                    <a:pt x="3185" y="4380"/>
                    <a:pt x="3239" y="4433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7"/>
                    <a:pt x="5034" y="4295"/>
                  </a:cubicBez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5426" y="4764"/>
                  </a:moveTo>
                  <a:cubicBezTo>
                    <a:pt x="5332" y="4764"/>
                    <a:pt x="5256" y="4841"/>
                    <a:pt x="5255" y="4935"/>
                  </a:cubicBezTo>
                  <a:cubicBezTo>
                    <a:pt x="5253" y="5031"/>
                    <a:pt x="5329" y="5108"/>
                    <a:pt x="5425" y="5109"/>
                  </a:cubicBezTo>
                  <a:lnTo>
                    <a:pt x="5427" y="5109"/>
                  </a:lnTo>
                  <a:cubicBezTo>
                    <a:pt x="5521" y="5109"/>
                    <a:pt x="5599" y="5034"/>
                    <a:pt x="5600" y="4940"/>
                  </a:cubicBezTo>
                  <a:cubicBezTo>
                    <a:pt x="5602" y="4843"/>
                    <a:pt x="5524" y="4766"/>
                    <a:pt x="5429" y="4764"/>
                  </a:cubicBezTo>
                  <a:cubicBezTo>
                    <a:pt x="5428" y="4764"/>
                    <a:pt x="5427" y="4764"/>
                    <a:pt x="5426" y="4764"/>
                  </a:cubicBezTo>
                  <a:close/>
                  <a:moveTo>
                    <a:pt x="6457" y="4764"/>
                  </a:moveTo>
                  <a:cubicBezTo>
                    <a:pt x="6363" y="4764"/>
                    <a:pt x="6285" y="4841"/>
                    <a:pt x="6285" y="4935"/>
                  </a:cubicBezTo>
                  <a:cubicBezTo>
                    <a:pt x="6284" y="5031"/>
                    <a:pt x="6360" y="5108"/>
                    <a:pt x="6455" y="5109"/>
                  </a:cubicBezTo>
                  <a:lnTo>
                    <a:pt x="6458" y="5109"/>
                  </a:lnTo>
                  <a:cubicBezTo>
                    <a:pt x="6552" y="5109"/>
                    <a:pt x="6629" y="5034"/>
                    <a:pt x="6631" y="4940"/>
                  </a:cubicBezTo>
                  <a:cubicBezTo>
                    <a:pt x="6631" y="4843"/>
                    <a:pt x="6555" y="4766"/>
                    <a:pt x="6459" y="4764"/>
                  </a:cubicBezTo>
                  <a:cubicBezTo>
                    <a:pt x="6458" y="4764"/>
                    <a:pt x="6458" y="4764"/>
                    <a:pt x="6457" y="4764"/>
                  </a:cubicBezTo>
                  <a:close/>
                  <a:moveTo>
                    <a:pt x="6970" y="4764"/>
                  </a:moveTo>
                  <a:cubicBezTo>
                    <a:pt x="6876" y="4764"/>
                    <a:pt x="6799" y="4841"/>
                    <a:pt x="6799" y="4935"/>
                  </a:cubicBezTo>
                  <a:cubicBezTo>
                    <a:pt x="6797" y="5031"/>
                    <a:pt x="6873" y="5108"/>
                    <a:pt x="6969" y="5109"/>
                  </a:cubicBezTo>
                  <a:lnTo>
                    <a:pt x="6973" y="5109"/>
                  </a:lnTo>
                  <a:cubicBezTo>
                    <a:pt x="7067" y="5109"/>
                    <a:pt x="7144" y="5034"/>
                    <a:pt x="7144" y="4940"/>
                  </a:cubicBezTo>
                  <a:cubicBezTo>
                    <a:pt x="7144" y="4843"/>
                    <a:pt x="7068" y="4766"/>
                    <a:pt x="6973" y="4764"/>
                  </a:cubicBezTo>
                  <a:cubicBezTo>
                    <a:pt x="6972" y="4764"/>
                    <a:pt x="6971" y="4764"/>
                    <a:pt x="6970" y="4764"/>
                  </a:cubicBezTo>
                  <a:close/>
                  <a:moveTo>
                    <a:pt x="7487" y="4764"/>
                  </a:moveTo>
                  <a:cubicBezTo>
                    <a:pt x="7393" y="4764"/>
                    <a:pt x="7315" y="4841"/>
                    <a:pt x="7314" y="4935"/>
                  </a:cubicBezTo>
                  <a:cubicBezTo>
                    <a:pt x="7314" y="5031"/>
                    <a:pt x="7390" y="5108"/>
                    <a:pt x="7485" y="5109"/>
                  </a:cubicBezTo>
                  <a:lnTo>
                    <a:pt x="7487" y="5109"/>
                  </a:lnTo>
                  <a:cubicBezTo>
                    <a:pt x="7582" y="5109"/>
                    <a:pt x="7659" y="5034"/>
                    <a:pt x="7659" y="4940"/>
                  </a:cubicBezTo>
                  <a:cubicBezTo>
                    <a:pt x="7661" y="4843"/>
                    <a:pt x="7585" y="4766"/>
                    <a:pt x="7490" y="4764"/>
                  </a:cubicBezTo>
                  <a:cubicBezTo>
                    <a:pt x="7489" y="4764"/>
                    <a:pt x="7488" y="4764"/>
                    <a:pt x="7487" y="4764"/>
                  </a:cubicBezTo>
                  <a:close/>
                  <a:moveTo>
                    <a:pt x="8002" y="4764"/>
                  </a:moveTo>
                  <a:cubicBezTo>
                    <a:pt x="7908" y="4764"/>
                    <a:pt x="7832" y="4841"/>
                    <a:pt x="7831" y="4935"/>
                  </a:cubicBezTo>
                  <a:cubicBezTo>
                    <a:pt x="7829" y="5031"/>
                    <a:pt x="7905" y="5108"/>
                    <a:pt x="8002" y="5109"/>
                  </a:cubicBezTo>
                  <a:lnTo>
                    <a:pt x="8003" y="5109"/>
                  </a:lnTo>
                  <a:cubicBezTo>
                    <a:pt x="8097" y="5109"/>
                    <a:pt x="8175" y="5034"/>
                    <a:pt x="8176" y="4940"/>
                  </a:cubicBezTo>
                  <a:cubicBezTo>
                    <a:pt x="8178" y="4843"/>
                    <a:pt x="8100" y="4766"/>
                    <a:pt x="8005" y="4764"/>
                  </a:cubicBezTo>
                  <a:cubicBezTo>
                    <a:pt x="8004" y="4764"/>
                    <a:pt x="8003" y="4764"/>
                    <a:pt x="8002" y="4764"/>
                  </a:cubicBezTo>
                  <a:close/>
                  <a:moveTo>
                    <a:pt x="5940" y="4764"/>
                  </a:moveTo>
                  <a:cubicBezTo>
                    <a:pt x="5846" y="4764"/>
                    <a:pt x="5770" y="4841"/>
                    <a:pt x="5768" y="4935"/>
                  </a:cubicBezTo>
                  <a:cubicBezTo>
                    <a:pt x="5767" y="5031"/>
                    <a:pt x="5844" y="5108"/>
                    <a:pt x="5940" y="5109"/>
                  </a:cubicBezTo>
                  <a:lnTo>
                    <a:pt x="5943" y="5109"/>
                  </a:lnTo>
                  <a:cubicBezTo>
                    <a:pt x="5945" y="5110"/>
                    <a:pt x="5946" y="5110"/>
                    <a:pt x="5948" y="5110"/>
                  </a:cubicBezTo>
                  <a:cubicBezTo>
                    <a:pt x="6041" y="5110"/>
                    <a:pt x="6115" y="5036"/>
                    <a:pt x="6118" y="4943"/>
                  </a:cubicBezTo>
                  <a:lnTo>
                    <a:pt x="6118" y="4940"/>
                  </a:lnTo>
                  <a:lnTo>
                    <a:pt x="6114" y="4940"/>
                  </a:lnTo>
                  <a:cubicBezTo>
                    <a:pt x="6115" y="4843"/>
                    <a:pt x="6038" y="4766"/>
                    <a:pt x="5943" y="4764"/>
                  </a:cubicBezTo>
                  <a:cubicBezTo>
                    <a:pt x="5942" y="4764"/>
                    <a:pt x="5941" y="4764"/>
                    <a:pt x="5940" y="4764"/>
                  </a:cubicBezTo>
                  <a:close/>
                  <a:moveTo>
                    <a:pt x="148" y="4833"/>
                  </a:moveTo>
                  <a:cubicBezTo>
                    <a:pt x="66" y="4834"/>
                    <a:pt x="0" y="4900"/>
                    <a:pt x="0" y="4981"/>
                  </a:cubicBezTo>
                  <a:cubicBezTo>
                    <a:pt x="0" y="5063"/>
                    <a:pt x="66" y="5129"/>
                    <a:pt x="148" y="5129"/>
                  </a:cubicBezTo>
                  <a:lnTo>
                    <a:pt x="749" y="5129"/>
                  </a:lnTo>
                  <a:cubicBezTo>
                    <a:pt x="830" y="5129"/>
                    <a:pt x="895" y="5063"/>
                    <a:pt x="895" y="4981"/>
                  </a:cubicBezTo>
                  <a:cubicBezTo>
                    <a:pt x="895" y="4900"/>
                    <a:pt x="830" y="4834"/>
                    <a:pt x="749" y="4833"/>
                  </a:cubicBezTo>
                  <a:close/>
                  <a:moveTo>
                    <a:pt x="3307" y="4833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3"/>
                    <a:pt x="5034" y="4981"/>
                  </a:cubicBezTo>
                  <a:cubicBezTo>
                    <a:pt x="5034" y="4900"/>
                    <a:pt x="4967" y="4834"/>
                    <a:pt x="4886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5427200" y="3434275"/>
              <a:ext cx="204450" cy="128275"/>
            </a:xfrm>
            <a:custGeom>
              <a:avLst/>
              <a:gdLst/>
              <a:ahLst/>
              <a:cxnLst/>
              <a:rect l="l" t="t" r="r" b="b"/>
              <a:pathLst>
                <a:path w="8178" h="5131" extrusionOk="0">
                  <a:moveTo>
                    <a:pt x="148" y="27"/>
                  </a:moveTo>
                  <a:cubicBezTo>
                    <a:pt x="79" y="34"/>
                    <a:pt x="26" y="89"/>
                    <a:pt x="17" y="156"/>
                  </a:cubicBezTo>
                  <a:cubicBezTo>
                    <a:pt x="6" y="238"/>
                    <a:pt x="66" y="313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1"/>
                    <a:pt x="879" y="192"/>
                  </a:cubicBezTo>
                  <a:cubicBezTo>
                    <a:pt x="889" y="110"/>
                    <a:pt x="830" y="36"/>
                    <a:pt x="749" y="27"/>
                  </a:cubicBezTo>
                  <a:close/>
                  <a:moveTo>
                    <a:pt x="1427" y="27"/>
                  </a:moveTo>
                  <a:cubicBezTo>
                    <a:pt x="1345" y="36"/>
                    <a:pt x="1287" y="110"/>
                    <a:pt x="1296" y="192"/>
                  </a:cubicBezTo>
                  <a:cubicBezTo>
                    <a:pt x="1305" y="261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9"/>
                    <a:pt x="3145" y="255"/>
                    <a:pt x="3145" y="176"/>
                  </a:cubicBezTo>
                  <a:cubicBezTo>
                    <a:pt x="3145" y="92"/>
                    <a:pt x="3078" y="27"/>
                    <a:pt x="2996" y="27"/>
                  </a:cubicBezTo>
                  <a:close/>
                  <a:moveTo>
                    <a:pt x="3665" y="0"/>
                  </a:moveTo>
                  <a:cubicBezTo>
                    <a:pt x="3571" y="0"/>
                    <a:pt x="3495" y="77"/>
                    <a:pt x="3493" y="171"/>
                  </a:cubicBezTo>
                  <a:cubicBezTo>
                    <a:pt x="3492" y="267"/>
                    <a:pt x="3568" y="344"/>
                    <a:pt x="3663" y="346"/>
                  </a:cubicBezTo>
                  <a:lnTo>
                    <a:pt x="3668" y="346"/>
                  </a:lnTo>
                  <a:cubicBezTo>
                    <a:pt x="3763" y="346"/>
                    <a:pt x="3839" y="270"/>
                    <a:pt x="3839" y="174"/>
                  </a:cubicBezTo>
                  <a:cubicBezTo>
                    <a:pt x="3840" y="79"/>
                    <a:pt x="3763" y="2"/>
                    <a:pt x="3668" y="0"/>
                  </a:cubicBezTo>
                  <a:cubicBezTo>
                    <a:pt x="3667" y="0"/>
                    <a:pt x="3666" y="0"/>
                    <a:pt x="3665" y="0"/>
                  </a:cubicBezTo>
                  <a:close/>
                  <a:moveTo>
                    <a:pt x="4182" y="0"/>
                  </a:moveTo>
                  <a:cubicBezTo>
                    <a:pt x="4087" y="0"/>
                    <a:pt x="4010" y="77"/>
                    <a:pt x="4009" y="171"/>
                  </a:cubicBezTo>
                  <a:cubicBezTo>
                    <a:pt x="4009" y="267"/>
                    <a:pt x="4084" y="344"/>
                    <a:pt x="4180" y="346"/>
                  </a:cubicBezTo>
                  <a:lnTo>
                    <a:pt x="4181" y="346"/>
                  </a:lnTo>
                  <a:cubicBezTo>
                    <a:pt x="4277" y="346"/>
                    <a:pt x="4354" y="270"/>
                    <a:pt x="4354" y="174"/>
                  </a:cubicBezTo>
                  <a:cubicBezTo>
                    <a:pt x="4355" y="79"/>
                    <a:pt x="4280" y="2"/>
                    <a:pt x="4184" y="0"/>
                  </a:cubicBezTo>
                  <a:cubicBezTo>
                    <a:pt x="4183" y="0"/>
                    <a:pt x="4182" y="0"/>
                    <a:pt x="4182" y="0"/>
                  </a:cubicBezTo>
                  <a:close/>
                  <a:moveTo>
                    <a:pt x="4695" y="0"/>
                  </a:moveTo>
                  <a:cubicBezTo>
                    <a:pt x="4601" y="0"/>
                    <a:pt x="4524" y="77"/>
                    <a:pt x="4524" y="171"/>
                  </a:cubicBezTo>
                  <a:cubicBezTo>
                    <a:pt x="4522" y="267"/>
                    <a:pt x="4598" y="344"/>
                    <a:pt x="4693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4"/>
                  </a:cubicBezTo>
                  <a:cubicBezTo>
                    <a:pt x="4869" y="79"/>
                    <a:pt x="4793" y="2"/>
                    <a:pt x="4698" y="0"/>
                  </a:cubicBezTo>
                  <a:cubicBezTo>
                    <a:pt x="4697" y="0"/>
                    <a:pt x="4696" y="0"/>
                    <a:pt x="4695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40" y="77"/>
                    <a:pt x="5039" y="171"/>
                  </a:cubicBezTo>
                  <a:cubicBezTo>
                    <a:pt x="5037" y="267"/>
                    <a:pt x="5115" y="344"/>
                    <a:pt x="5210" y="346"/>
                  </a:cubicBezTo>
                  <a:lnTo>
                    <a:pt x="5215" y="346"/>
                  </a:lnTo>
                  <a:cubicBezTo>
                    <a:pt x="5308" y="346"/>
                    <a:pt x="5384" y="270"/>
                    <a:pt x="5384" y="174"/>
                  </a:cubicBezTo>
                  <a:cubicBezTo>
                    <a:pt x="5386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6241" y="0"/>
                  </a:moveTo>
                  <a:cubicBezTo>
                    <a:pt x="6147" y="0"/>
                    <a:pt x="6071" y="77"/>
                    <a:pt x="6069" y="171"/>
                  </a:cubicBezTo>
                  <a:cubicBezTo>
                    <a:pt x="6068" y="267"/>
                    <a:pt x="6145" y="344"/>
                    <a:pt x="6240" y="346"/>
                  </a:cubicBezTo>
                  <a:lnTo>
                    <a:pt x="6243" y="346"/>
                  </a:lnTo>
                  <a:cubicBezTo>
                    <a:pt x="6339" y="346"/>
                    <a:pt x="6415" y="270"/>
                    <a:pt x="6415" y="174"/>
                  </a:cubicBezTo>
                  <a:cubicBezTo>
                    <a:pt x="6416" y="79"/>
                    <a:pt x="6339" y="2"/>
                    <a:pt x="6243" y="0"/>
                  </a:cubicBezTo>
                  <a:cubicBezTo>
                    <a:pt x="6243" y="0"/>
                    <a:pt x="6242" y="0"/>
                    <a:pt x="6241" y="0"/>
                  </a:cubicBezTo>
                  <a:close/>
                  <a:moveTo>
                    <a:pt x="5727" y="0"/>
                  </a:moveTo>
                  <a:cubicBezTo>
                    <a:pt x="5633" y="0"/>
                    <a:pt x="5557" y="77"/>
                    <a:pt x="5556" y="171"/>
                  </a:cubicBezTo>
                  <a:cubicBezTo>
                    <a:pt x="5554" y="267"/>
                    <a:pt x="5630" y="344"/>
                    <a:pt x="5725" y="346"/>
                  </a:cubicBezTo>
                  <a:lnTo>
                    <a:pt x="5728" y="346"/>
                  </a:lnTo>
                  <a:cubicBezTo>
                    <a:pt x="5730" y="346"/>
                    <a:pt x="5732" y="346"/>
                    <a:pt x="5734" y="346"/>
                  </a:cubicBezTo>
                  <a:cubicBezTo>
                    <a:pt x="5827" y="346"/>
                    <a:pt x="5903" y="271"/>
                    <a:pt x="5905" y="177"/>
                  </a:cubicBezTo>
                  <a:lnTo>
                    <a:pt x="5905" y="174"/>
                  </a:lnTo>
                  <a:lnTo>
                    <a:pt x="5901" y="174"/>
                  </a:lnTo>
                  <a:cubicBezTo>
                    <a:pt x="5902" y="79"/>
                    <a:pt x="5825" y="2"/>
                    <a:pt x="5730" y="0"/>
                  </a:cubicBezTo>
                  <a:cubicBezTo>
                    <a:pt x="5729" y="0"/>
                    <a:pt x="5728" y="0"/>
                    <a:pt x="5727" y="0"/>
                  </a:cubicBezTo>
                  <a:close/>
                  <a:moveTo>
                    <a:pt x="148" y="713"/>
                  </a:moveTo>
                  <a:cubicBezTo>
                    <a:pt x="66" y="724"/>
                    <a:pt x="6" y="798"/>
                    <a:pt x="17" y="880"/>
                  </a:cubicBezTo>
                  <a:cubicBezTo>
                    <a:pt x="24" y="947"/>
                    <a:pt x="79" y="1002"/>
                    <a:pt x="148" y="1010"/>
                  </a:cubicBezTo>
                  <a:lnTo>
                    <a:pt x="748" y="1010"/>
                  </a:lnTo>
                  <a:cubicBezTo>
                    <a:pt x="830" y="1010"/>
                    <a:pt x="895" y="944"/>
                    <a:pt x="895" y="862"/>
                  </a:cubicBezTo>
                  <a:cubicBezTo>
                    <a:pt x="897" y="782"/>
                    <a:pt x="833" y="715"/>
                    <a:pt x="751" y="713"/>
                  </a:cubicBezTo>
                  <a:close/>
                  <a:moveTo>
                    <a:pt x="1427" y="713"/>
                  </a:moveTo>
                  <a:cubicBezTo>
                    <a:pt x="1345" y="722"/>
                    <a:pt x="1287" y="797"/>
                    <a:pt x="1296" y="879"/>
                  </a:cubicBezTo>
                  <a:cubicBezTo>
                    <a:pt x="1305" y="947"/>
                    <a:pt x="1358" y="1001"/>
                    <a:pt x="1427" y="1010"/>
                  </a:cubicBezTo>
                  <a:lnTo>
                    <a:pt x="3005" y="1010"/>
                  </a:lnTo>
                  <a:cubicBezTo>
                    <a:pt x="3084" y="1007"/>
                    <a:pt x="3145" y="941"/>
                    <a:pt x="3145" y="862"/>
                  </a:cubicBezTo>
                  <a:cubicBezTo>
                    <a:pt x="3145" y="780"/>
                    <a:pt x="3078" y="713"/>
                    <a:pt x="2996" y="713"/>
                  </a:cubicBezTo>
                  <a:close/>
                  <a:moveTo>
                    <a:pt x="148" y="1400"/>
                  </a:moveTo>
                  <a:cubicBezTo>
                    <a:pt x="66" y="1410"/>
                    <a:pt x="6" y="1485"/>
                    <a:pt x="17" y="1566"/>
                  </a:cubicBezTo>
                  <a:cubicBezTo>
                    <a:pt x="24" y="1635"/>
                    <a:pt x="79" y="1689"/>
                    <a:pt x="148" y="1696"/>
                  </a:cubicBezTo>
                  <a:lnTo>
                    <a:pt x="748" y="1696"/>
                  </a:lnTo>
                  <a:cubicBezTo>
                    <a:pt x="830" y="1696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400"/>
                  </a:cubicBezTo>
                  <a:close/>
                  <a:moveTo>
                    <a:pt x="1427" y="1400"/>
                  </a:moveTo>
                  <a:cubicBezTo>
                    <a:pt x="1345" y="1409"/>
                    <a:pt x="1287" y="1483"/>
                    <a:pt x="1296" y="1565"/>
                  </a:cubicBezTo>
                  <a:cubicBezTo>
                    <a:pt x="1305" y="1633"/>
                    <a:pt x="1358" y="1687"/>
                    <a:pt x="1427" y="1696"/>
                  </a:cubicBezTo>
                  <a:lnTo>
                    <a:pt x="3005" y="1696"/>
                  </a:lnTo>
                  <a:cubicBezTo>
                    <a:pt x="3084" y="1693"/>
                    <a:pt x="3145" y="1627"/>
                    <a:pt x="3145" y="1549"/>
                  </a:cubicBezTo>
                  <a:cubicBezTo>
                    <a:pt x="3145" y="1467"/>
                    <a:pt x="3078" y="1400"/>
                    <a:pt x="2996" y="1400"/>
                  </a:cubicBezTo>
                  <a:close/>
                  <a:moveTo>
                    <a:pt x="3668" y="1373"/>
                  </a:moveTo>
                  <a:cubicBezTo>
                    <a:pt x="3572" y="1373"/>
                    <a:pt x="3495" y="1449"/>
                    <a:pt x="3493" y="1544"/>
                  </a:cubicBezTo>
                  <a:cubicBezTo>
                    <a:pt x="3492" y="1639"/>
                    <a:pt x="3568" y="1718"/>
                    <a:pt x="3663" y="1718"/>
                  </a:cubicBezTo>
                  <a:lnTo>
                    <a:pt x="3668" y="1718"/>
                  </a:lnTo>
                  <a:cubicBezTo>
                    <a:pt x="3763" y="1718"/>
                    <a:pt x="3839" y="1642"/>
                    <a:pt x="3839" y="1549"/>
                  </a:cubicBezTo>
                  <a:cubicBezTo>
                    <a:pt x="3840" y="1453"/>
                    <a:pt x="3763" y="1374"/>
                    <a:pt x="3668" y="1373"/>
                  </a:cubicBezTo>
                  <a:close/>
                  <a:moveTo>
                    <a:pt x="4184" y="1373"/>
                  </a:moveTo>
                  <a:cubicBezTo>
                    <a:pt x="4089" y="1373"/>
                    <a:pt x="4010" y="1449"/>
                    <a:pt x="4009" y="1544"/>
                  </a:cubicBezTo>
                  <a:cubicBezTo>
                    <a:pt x="4009" y="1639"/>
                    <a:pt x="4084" y="1718"/>
                    <a:pt x="4180" y="1718"/>
                  </a:cubicBezTo>
                  <a:lnTo>
                    <a:pt x="4181" y="1718"/>
                  </a:lnTo>
                  <a:cubicBezTo>
                    <a:pt x="4277" y="1718"/>
                    <a:pt x="4354" y="1642"/>
                    <a:pt x="4355" y="1549"/>
                  </a:cubicBezTo>
                  <a:lnTo>
                    <a:pt x="4354" y="1549"/>
                  </a:lnTo>
                  <a:cubicBezTo>
                    <a:pt x="4355" y="1453"/>
                    <a:pt x="4280" y="1374"/>
                    <a:pt x="4184" y="1373"/>
                  </a:cubicBezTo>
                  <a:close/>
                  <a:moveTo>
                    <a:pt x="4698" y="1373"/>
                  </a:moveTo>
                  <a:cubicBezTo>
                    <a:pt x="4603" y="1373"/>
                    <a:pt x="4524" y="1449"/>
                    <a:pt x="4524" y="1544"/>
                  </a:cubicBezTo>
                  <a:cubicBezTo>
                    <a:pt x="4522" y="1639"/>
                    <a:pt x="4598" y="1718"/>
                    <a:pt x="4693" y="1718"/>
                  </a:cubicBezTo>
                  <a:lnTo>
                    <a:pt x="4698" y="1718"/>
                  </a:lnTo>
                  <a:cubicBezTo>
                    <a:pt x="4792" y="1718"/>
                    <a:pt x="4869" y="1642"/>
                    <a:pt x="4869" y="1549"/>
                  </a:cubicBezTo>
                  <a:cubicBezTo>
                    <a:pt x="4869" y="1453"/>
                    <a:pt x="4793" y="1374"/>
                    <a:pt x="4698" y="1373"/>
                  </a:cubicBezTo>
                  <a:close/>
                  <a:moveTo>
                    <a:pt x="5215" y="1373"/>
                  </a:moveTo>
                  <a:cubicBezTo>
                    <a:pt x="5118" y="1373"/>
                    <a:pt x="5040" y="1449"/>
                    <a:pt x="5039" y="1544"/>
                  </a:cubicBezTo>
                  <a:cubicBezTo>
                    <a:pt x="5037" y="1639"/>
                    <a:pt x="5115" y="1718"/>
                    <a:pt x="5210" y="1718"/>
                  </a:cubicBezTo>
                  <a:lnTo>
                    <a:pt x="5215" y="1718"/>
                  </a:lnTo>
                  <a:cubicBezTo>
                    <a:pt x="5308" y="1718"/>
                    <a:pt x="5384" y="1642"/>
                    <a:pt x="5384" y="1549"/>
                  </a:cubicBezTo>
                  <a:cubicBezTo>
                    <a:pt x="5386" y="1453"/>
                    <a:pt x="5310" y="1374"/>
                    <a:pt x="5215" y="1373"/>
                  </a:cubicBezTo>
                  <a:close/>
                  <a:moveTo>
                    <a:pt x="6243" y="1373"/>
                  </a:moveTo>
                  <a:cubicBezTo>
                    <a:pt x="6148" y="1373"/>
                    <a:pt x="6071" y="1449"/>
                    <a:pt x="6069" y="1544"/>
                  </a:cubicBezTo>
                  <a:cubicBezTo>
                    <a:pt x="6068" y="1639"/>
                    <a:pt x="6145" y="1718"/>
                    <a:pt x="6240" y="1718"/>
                  </a:cubicBezTo>
                  <a:lnTo>
                    <a:pt x="6243" y="1718"/>
                  </a:lnTo>
                  <a:cubicBezTo>
                    <a:pt x="6339" y="1718"/>
                    <a:pt x="6415" y="1642"/>
                    <a:pt x="6415" y="1549"/>
                  </a:cubicBezTo>
                  <a:cubicBezTo>
                    <a:pt x="6416" y="1453"/>
                    <a:pt x="6339" y="1374"/>
                    <a:pt x="6243" y="1373"/>
                  </a:cubicBezTo>
                  <a:close/>
                  <a:moveTo>
                    <a:pt x="5730" y="1373"/>
                  </a:moveTo>
                  <a:cubicBezTo>
                    <a:pt x="5634" y="1373"/>
                    <a:pt x="5557" y="1449"/>
                    <a:pt x="5556" y="1544"/>
                  </a:cubicBezTo>
                  <a:cubicBezTo>
                    <a:pt x="5554" y="1639"/>
                    <a:pt x="5630" y="1718"/>
                    <a:pt x="5725" y="1718"/>
                  </a:cubicBezTo>
                  <a:lnTo>
                    <a:pt x="5728" y="1718"/>
                  </a:lnTo>
                  <a:cubicBezTo>
                    <a:pt x="5730" y="1718"/>
                    <a:pt x="5732" y="1718"/>
                    <a:pt x="5734" y="1718"/>
                  </a:cubicBezTo>
                  <a:cubicBezTo>
                    <a:pt x="5827" y="1718"/>
                    <a:pt x="5903" y="1644"/>
                    <a:pt x="5905" y="1550"/>
                  </a:cubicBezTo>
                  <a:lnTo>
                    <a:pt x="5905" y="1549"/>
                  </a:lnTo>
                  <a:lnTo>
                    <a:pt x="5901" y="1549"/>
                  </a:lnTo>
                  <a:cubicBezTo>
                    <a:pt x="5902" y="1453"/>
                    <a:pt x="5825" y="1374"/>
                    <a:pt x="5730" y="1373"/>
                  </a:cubicBezTo>
                  <a:close/>
                  <a:moveTo>
                    <a:pt x="148" y="2086"/>
                  </a:moveTo>
                  <a:cubicBezTo>
                    <a:pt x="66" y="2088"/>
                    <a:pt x="0" y="2155"/>
                    <a:pt x="0" y="2236"/>
                  </a:cubicBezTo>
                  <a:cubicBezTo>
                    <a:pt x="0" y="2317"/>
                    <a:pt x="66" y="2382"/>
                    <a:pt x="148" y="2382"/>
                  </a:cubicBezTo>
                  <a:lnTo>
                    <a:pt x="749" y="2382"/>
                  </a:lnTo>
                  <a:cubicBezTo>
                    <a:pt x="830" y="2382"/>
                    <a:pt x="895" y="2317"/>
                    <a:pt x="895" y="2236"/>
                  </a:cubicBezTo>
                  <a:cubicBezTo>
                    <a:pt x="895" y="2155"/>
                    <a:pt x="830" y="2088"/>
                    <a:pt x="749" y="2086"/>
                  </a:cubicBezTo>
                  <a:close/>
                  <a:moveTo>
                    <a:pt x="1427" y="2086"/>
                  </a:moveTo>
                  <a:cubicBezTo>
                    <a:pt x="1345" y="2088"/>
                    <a:pt x="1279" y="2153"/>
                    <a:pt x="1279" y="2235"/>
                  </a:cubicBezTo>
                  <a:cubicBezTo>
                    <a:pt x="1279" y="2317"/>
                    <a:pt x="1345" y="2382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4"/>
                    <a:pt x="3145" y="2235"/>
                  </a:cubicBezTo>
                  <a:cubicBezTo>
                    <a:pt x="3145" y="2153"/>
                    <a:pt x="3078" y="2086"/>
                    <a:pt x="2996" y="2086"/>
                  </a:cubicBezTo>
                  <a:close/>
                  <a:moveTo>
                    <a:pt x="148" y="2775"/>
                  </a:moveTo>
                  <a:cubicBezTo>
                    <a:pt x="66" y="2775"/>
                    <a:pt x="0" y="2841"/>
                    <a:pt x="0" y="2923"/>
                  </a:cubicBezTo>
                  <a:cubicBezTo>
                    <a:pt x="0" y="3005"/>
                    <a:pt x="66" y="3070"/>
                    <a:pt x="148" y="3072"/>
                  </a:cubicBezTo>
                  <a:lnTo>
                    <a:pt x="749" y="3072"/>
                  </a:lnTo>
                  <a:cubicBezTo>
                    <a:pt x="830" y="3070"/>
                    <a:pt x="895" y="3003"/>
                    <a:pt x="895" y="2923"/>
                  </a:cubicBezTo>
                  <a:cubicBezTo>
                    <a:pt x="895" y="2841"/>
                    <a:pt x="830" y="2775"/>
                    <a:pt x="749" y="2775"/>
                  </a:cubicBezTo>
                  <a:close/>
                  <a:moveTo>
                    <a:pt x="1427" y="2774"/>
                  </a:moveTo>
                  <a:cubicBezTo>
                    <a:pt x="1345" y="2774"/>
                    <a:pt x="1279" y="2841"/>
                    <a:pt x="1279" y="2921"/>
                  </a:cubicBezTo>
                  <a:cubicBezTo>
                    <a:pt x="1279" y="3003"/>
                    <a:pt x="1345" y="3070"/>
                    <a:pt x="1427" y="3072"/>
                  </a:cubicBezTo>
                  <a:lnTo>
                    <a:pt x="3005" y="3072"/>
                  </a:lnTo>
                  <a:cubicBezTo>
                    <a:pt x="3084" y="3067"/>
                    <a:pt x="3145" y="3002"/>
                    <a:pt x="3145" y="2921"/>
                  </a:cubicBezTo>
                  <a:cubicBezTo>
                    <a:pt x="3145" y="2841"/>
                    <a:pt x="3079" y="2774"/>
                    <a:pt x="2998" y="2774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18"/>
                  </a:cubicBezTo>
                  <a:cubicBezTo>
                    <a:pt x="5253" y="3614"/>
                    <a:pt x="5329" y="3693"/>
                    <a:pt x="5425" y="3694"/>
                  </a:cubicBezTo>
                  <a:lnTo>
                    <a:pt x="5427" y="3694"/>
                  </a:lnTo>
                  <a:cubicBezTo>
                    <a:pt x="5521" y="3694"/>
                    <a:pt x="5599" y="3618"/>
                    <a:pt x="5600" y="3523"/>
                  </a:cubicBezTo>
                  <a:cubicBezTo>
                    <a:pt x="5602" y="3428"/>
                    <a:pt x="5524" y="3349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5" y="3424"/>
                    <a:pt x="6285" y="3518"/>
                  </a:cubicBezTo>
                  <a:cubicBezTo>
                    <a:pt x="6284" y="3614"/>
                    <a:pt x="6360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8"/>
                    <a:pt x="6631" y="3523"/>
                  </a:cubicBezTo>
                  <a:cubicBezTo>
                    <a:pt x="6631" y="3428"/>
                    <a:pt x="6555" y="3349"/>
                    <a:pt x="6459" y="3349"/>
                  </a:cubicBezTo>
                  <a:cubicBezTo>
                    <a:pt x="6458" y="3349"/>
                    <a:pt x="6457" y="3349"/>
                    <a:pt x="6457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799" y="3424"/>
                    <a:pt x="6799" y="3518"/>
                  </a:cubicBezTo>
                  <a:cubicBezTo>
                    <a:pt x="6797" y="3614"/>
                    <a:pt x="6873" y="3693"/>
                    <a:pt x="6969" y="3694"/>
                  </a:cubicBezTo>
                  <a:lnTo>
                    <a:pt x="6973" y="3694"/>
                  </a:lnTo>
                  <a:cubicBezTo>
                    <a:pt x="7067" y="3694"/>
                    <a:pt x="7144" y="3617"/>
                    <a:pt x="7144" y="3523"/>
                  </a:cubicBezTo>
                  <a:cubicBezTo>
                    <a:pt x="7144" y="3428"/>
                    <a:pt x="7068" y="3349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4" y="3518"/>
                  </a:cubicBezTo>
                  <a:cubicBezTo>
                    <a:pt x="7314" y="3614"/>
                    <a:pt x="7390" y="3693"/>
                    <a:pt x="7485" y="3694"/>
                  </a:cubicBezTo>
                  <a:lnTo>
                    <a:pt x="7487" y="3694"/>
                  </a:lnTo>
                  <a:cubicBezTo>
                    <a:pt x="7582" y="3694"/>
                    <a:pt x="7659" y="3618"/>
                    <a:pt x="7659" y="3523"/>
                  </a:cubicBezTo>
                  <a:cubicBezTo>
                    <a:pt x="7661" y="3428"/>
                    <a:pt x="7585" y="3349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2" y="3349"/>
                  </a:moveTo>
                  <a:cubicBezTo>
                    <a:pt x="7908" y="3349"/>
                    <a:pt x="7832" y="3424"/>
                    <a:pt x="7831" y="3518"/>
                  </a:cubicBezTo>
                  <a:cubicBezTo>
                    <a:pt x="7829" y="3614"/>
                    <a:pt x="7905" y="3693"/>
                    <a:pt x="8002" y="3694"/>
                  </a:cubicBezTo>
                  <a:lnTo>
                    <a:pt x="8003" y="3694"/>
                  </a:lnTo>
                  <a:cubicBezTo>
                    <a:pt x="8097" y="3694"/>
                    <a:pt x="8175" y="3618"/>
                    <a:pt x="8176" y="3523"/>
                  </a:cubicBezTo>
                  <a:cubicBezTo>
                    <a:pt x="8178" y="3428"/>
                    <a:pt x="8100" y="3349"/>
                    <a:pt x="8005" y="3349"/>
                  </a:cubicBezTo>
                  <a:cubicBezTo>
                    <a:pt x="8004" y="3349"/>
                    <a:pt x="8003" y="3349"/>
                    <a:pt x="8002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4"/>
                    <a:pt x="5768" y="3518"/>
                  </a:cubicBezTo>
                  <a:cubicBezTo>
                    <a:pt x="5767" y="3614"/>
                    <a:pt x="5844" y="3693"/>
                    <a:pt x="5940" y="3694"/>
                  </a:cubicBezTo>
                  <a:lnTo>
                    <a:pt x="5943" y="3694"/>
                  </a:lnTo>
                  <a:cubicBezTo>
                    <a:pt x="5944" y="3694"/>
                    <a:pt x="5945" y="3694"/>
                    <a:pt x="5945" y="3694"/>
                  </a:cubicBezTo>
                  <a:cubicBezTo>
                    <a:pt x="6039" y="3694"/>
                    <a:pt x="6115" y="3620"/>
                    <a:pt x="6118" y="3527"/>
                  </a:cubicBezTo>
                  <a:lnTo>
                    <a:pt x="6118" y="3523"/>
                  </a:lnTo>
                  <a:lnTo>
                    <a:pt x="6114" y="3523"/>
                  </a:lnTo>
                  <a:cubicBezTo>
                    <a:pt x="6115" y="3428"/>
                    <a:pt x="6038" y="3349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148" y="3462"/>
                  </a:moveTo>
                  <a:cubicBezTo>
                    <a:pt x="66" y="3472"/>
                    <a:pt x="6" y="3545"/>
                    <a:pt x="17" y="3627"/>
                  </a:cubicBezTo>
                  <a:cubicBezTo>
                    <a:pt x="26" y="3696"/>
                    <a:pt x="79" y="3751"/>
                    <a:pt x="148" y="3758"/>
                  </a:cubicBezTo>
                  <a:lnTo>
                    <a:pt x="749" y="3758"/>
                  </a:lnTo>
                  <a:cubicBezTo>
                    <a:pt x="830" y="3758"/>
                    <a:pt x="895" y="3693"/>
                    <a:pt x="895" y="3611"/>
                  </a:cubicBezTo>
                  <a:lnTo>
                    <a:pt x="895" y="3609"/>
                  </a:lnTo>
                  <a:cubicBezTo>
                    <a:pt x="895" y="3527"/>
                    <a:pt x="830" y="3462"/>
                    <a:pt x="749" y="3462"/>
                  </a:cubicBezTo>
                  <a:close/>
                  <a:moveTo>
                    <a:pt x="3307" y="3462"/>
                  </a:moveTo>
                  <a:cubicBezTo>
                    <a:pt x="3225" y="3471"/>
                    <a:pt x="3167" y="3545"/>
                    <a:pt x="3178" y="3627"/>
                  </a:cubicBezTo>
                  <a:cubicBezTo>
                    <a:pt x="3185" y="3696"/>
                    <a:pt x="3239" y="3749"/>
                    <a:pt x="3307" y="3758"/>
                  </a:cubicBezTo>
                  <a:lnTo>
                    <a:pt x="4886" y="3758"/>
                  </a:lnTo>
                  <a:cubicBezTo>
                    <a:pt x="4967" y="3758"/>
                    <a:pt x="5034" y="3691"/>
                    <a:pt x="5034" y="3608"/>
                  </a:cubicBezTo>
                  <a:cubicBezTo>
                    <a:pt x="5034" y="3527"/>
                    <a:pt x="4967" y="3462"/>
                    <a:pt x="4886" y="3462"/>
                  </a:cubicBezTo>
                  <a:close/>
                  <a:moveTo>
                    <a:pt x="148" y="4148"/>
                  </a:moveTo>
                  <a:cubicBezTo>
                    <a:pt x="66" y="4159"/>
                    <a:pt x="6" y="4233"/>
                    <a:pt x="17" y="4315"/>
                  </a:cubicBezTo>
                  <a:cubicBezTo>
                    <a:pt x="26" y="4382"/>
                    <a:pt x="79" y="4437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5" y="4379"/>
                    <a:pt x="895" y="4297"/>
                  </a:cubicBezTo>
                  <a:lnTo>
                    <a:pt x="895" y="4296"/>
                  </a:lnTo>
                  <a:cubicBezTo>
                    <a:pt x="895" y="4214"/>
                    <a:pt x="830" y="4148"/>
                    <a:pt x="749" y="4148"/>
                  </a:cubicBezTo>
                  <a:close/>
                  <a:moveTo>
                    <a:pt x="3307" y="4148"/>
                  </a:moveTo>
                  <a:cubicBezTo>
                    <a:pt x="3225" y="4157"/>
                    <a:pt x="3167" y="4232"/>
                    <a:pt x="3178" y="4314"/>
                  </a:cubicBezTo>
                  <a:cubicBezTo>
                    <a:pt x="3185" y="4382"/>
                    <a:pt x="3239" y="4436"/>
                    <a:pt x="3307" y="4445"/>
                  </a:cubicBezTo>
                  <a:lnTo>
                    <a:pt x="4886" y="4445"/>
                  </a:lnTo>
                  <a:cubicBezTo>
                    <a:pt x="4967" y="4445"/>
                    <a:pt x="5034" y="4378"/>
                    <a:pt x="5034" y="4296"/>
                  </a:cubicBezTo>
                  <a:cubicBezTo>
                    <a:pt x="5034" y="4214"/>
                    <a:pt x="4967" y="4148"/>
                    <a:pt x="4886" y="4148"/>
                  </a:cubicBezTo>
                  <a:close/>
                  <a:moveTo>
                    <a:pt x="6972" y="4766"/>
                  </a:moveTo>
                  <a:cubicBezTo>
                    <a:pt x="6876" y="4766"/>
                    <a:pt x="6799" y="4844"/>
                    <a:pt x="6799" y="4939"/>
                  </a:cubicBezTo>
                  <a:cubicBezTo>
                    <a:pt x="6799" y="5034"/>
                    <a:pt x="6876" y="5112"/>
                    <a:pt x="6972" y="5112"/>
                  </a:cubicBezTo>
                  <a:lnTo>
                    <a:pt x="6973" y="5112"/>
                  </a:lnTo>
                  <a:cubicBezTo>
                    <a:pt x="7067" y="5112"/>
                    <a:pt x="7144" y="5036"/>
                    <a:pt x="7144" y="4940"/>
                  </a:cubicBezTo>
                  <a:lnTo>
                    <a:pt x="7144" y="4939"/>
                  </a:lnTo>
                  <a:cubicBezTo>
                    <a:pt x="7144" y="4844"/>
                    <a:pt x="7067" y="4766"/>
                    <a:pt x="6972" y="4766"/>
                  </a:cubicBezTo>
                  <a:close/>
                  <a:moveTo>
                    <a:pt x="8003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3" y="5112"/>
                  </a:cubicBezTo>
                  <a:cubicBezTo>
                    <a:pt x="8099" y="5112"/>
                    <a:pt x="8176" y="5034"/>
                    <a:pt x="8176" y="4939"/>
                  </a:cubicBezTo>
                  <a:cubicBezTo>
                    <a:pt x="8176" y="4844"/>
                    <a:pt x="8099" y="4766"/>
                    <a:pt x="8003" y="4766"/>
                  </a:cubicBezTo>
                  <a:close/>
                  <a:moveTo>
                    <a:pt x="5427" y="4766"/>
                  </a:moveTo>
                  <a:cubicBezTo>
                    <a:pt x="5332" y="4766"/>
                    <a:pt x="5255" y="4844"/>
                    <a:pt x="5255" y="4939"/>
                  </a:cubicBezTo>
                  <a:cubicBezTo>
                    <a:pt x="5255" y="5034"/>
                    <a:pt x="5332" y="5112"/>
                    <a:pt x="5427" y="5112"/>
                  </a:cubicBezTo>
                  <a:cubicBezTo>
                    <a:pt x="5428" y="5112"/>
                    <a:pt x="5429" y="5112"/>
                    <a:pt x="5430" y="5112"/>
                  </a:cubicBezTo>
                  <a:cubicBezTo>
                    <a:pt x="5523" y="5112"/>
                    <a:pt x="5599" y="5036"/>
                    <a:pt x="5600" y="4943"/>
                  </a:cubicBezTo>
                  <a:lnTo>
                    <a:pt x="5600" y="4939"/>
                  </a:lnTo>
                  <a:cubicBezTo>
                    <a:pt x="5600" y="4844"/>
                    <a:pt x="5523" y="4766"/>
                    <a:pt x="5427" y="4766"/>
                  </a:cubicBezTo>
                  <a:close/>
                  <a:moveTo>
                    <a:pt x="6458" y="4766"/>
                  </a:moveTo>
                  <a:cubicBezTo>
                    <a:pt x="6361" y="4766"/>
                    <a:pt x="6285" y="4844"/>
                    <a:pt x="6285" y="4939"/>
                  </a:cubicBezTo>
                  <a:cubicBezTo>
                    <a:pt x="6285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3" y="5112"/>
                    <a:pt x="6629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3" y="4766"/>
                    <a:pt x="6458" y="4766"/>
                  </a:cubicBezTo>
                  <a:close/>
                  <a:moveTo>
                    <a:pt x="7487" y="4766"/>
                  </a:moveTo>
                  <a:cubicBezTo>
                    <a:pt x="7391" y="4766"/>
                    <a:pt x="7314" y="4844"/>
                    <a:pt x="7314" y="4939"/>
                  </a:cubicBezTo>
                  <a:cubicBezTo>
                    <a:pt x="7314" y="5034"/>
                    <a:pt x="7391" y="5112"/>
                    <a:pt x="7487" y="5112"/>
                  </a:cubicBezTo>
                  <a:cubicBezTo>
                    <a:pt x="7488" y="5112"/>
                    <a:pt x="7489" y="5112"/>
                    <a:pt x="7489" y="5112"/>
                  </a:cubicBezTo>
                  <a:cubicBezTo>
                    <a:pt x="7583" y="5112"/>
                    <a:pt x="7659" y="5036"/>
                    <a:pt x="7659" y="4943"/>
                  </a:cubicBezTo>
                  <a:lnTo>
                    <a:pt x="7659" y="4939"/>
                  </a:lnTo>
                  <a:cubicBezTo>
                    <a:pt x="7659" y="4844"/>
                    <a:pt x="7582" y="4766"/>
                    <a:pt x="7487" y="4766"/>
                  </a:cubicBezTo>
                  <a:close/>
                  <a:moveTo>
                    <a:pt x="5941" y="4766"/>
                  </a:moveTo>
                  <a:cubicBezTo>
                    <a:pt x="5846" y="4766"/>
                    <a:pt x="5768" y="4844"/>
                    <a:pt x="5768" y="4939"/>
                  </a:cubicBezTo>
                  <a:cubicBezTo>
                    <a:pt x="5768" y="5034"/>
                    <a:pt x="5846" y="5112"/>
                    <a:pt x="5941" y="5112"/>
                  </a:cubicBezTo>
                  <a:lnTo>
                    <a:pt x="5943" y="5112"/>
                  </a:lnTo>
                  <a:cubicBezTo>
                    <a:pt x="5945" y="5112"/>
                    <a:pt x="5946" y="5112"/>
                    <a:pt x="5948" y="5112"/>
                  </a:cubicBezTo>
                  <a:cubicBezTo>
                    <a:pt x="6041" y="5112"/>
                    <a:pt x="6115" y="5038"/>
                    <a:pt x="6118" y="4945"/>
                  </a:cubicBezTo>
                  <a:lnTo>
                    <a:pt x="6118" y="4939"/>
                  </a:lnTo>
                  <a:lnTo>
                    <a:pt x="6114" y="4939"/>
                  </a:lnTo>
                  <a:cubicBezTo>
                    <a:pt x="6114" y="4844"/>
                    <a:pt x="6036" y="4766"/>
                    <a:pt x="5941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6" y="4920"/>
                    <a:pt x="17" y="5001"/>
                  </a:cubicBezTo>
                  <a:cubicBezTo>
                    <a:pt x="26" y="5070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5" y="5065"/>
                    <a:pt x="895" y="4984"/>
                  </a:cubicBezTo>
                  <a:lnTo>
                    <a:pt x="895" y="4982"/>
                  </a:lnTo>
                  <a:cubicBezTo>
                    <a:pt x="895" y="4900"/>
                    <a:pt x="830" y="4835"/>
                    <a:pt x="749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8"/>
                    <a:pt x="3178" y="5000"/>
                  </a:cubicBezTo>
                  <a:cubicBezTo>
                    <a:pt x="3185" y="5068"/>
                    <a:pt x="3239" y="5122"/>
                    <a:pt x="3307" y="5131"/>
                  </a:cubicBezTo>
                  <a:lnTo>
                    <a:pt x="4886" y="5131"/>
                  </a:lnTo>
                  <a:cubicBezTo>
                    <a:pt x="4967" y="5131"/>
                    <a:pt x="5034" y="5064"/>
                    <a:pt x="5034" y="4982"/>
                  </a:cubicBezTo>
                  <a:cubicBezTo>
                    <a:pt x="5034" y="4900"/>
                    <a:pt x="4967" y="4835"/>
                    <a:pt x="4886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5427200" y="3575075"/>
              <a:ext cx="204450" cy="128275"/>
            </a:xfrm>
            <a:custGeom>
              <a:avLst/>
              <a:gdLst/>
              <a:ahLst/>
              <a:cxnLst/>
              <a:rect l="l" t="t" r="r" b="b"/>
              <a:pathLst>
                <a:path w="8178" h="5131" extrusionOk="0">
                  <a:moveTo>
                    <a:pt x="1427" y="26"/>
                  </a:moveTo>
                  <a:cubicBezTo>
                    <a:pt x="1345" y="36"/>
                    <a:pt x="1287" y="111"/>
                    <a:pt x="1296" y="193"/>
                  </a:cubicBezTo>
                  <a:cubicBezTo>
                    <a:pt x="1305" y="260"/>
                    <a:pt x="1358" y="315"/>
                    <a:pt x="1427" y="322"/>
                  </a:cubicBezTo>
                  <a:lnTo>
                    <a:pt x="3005" y="322"/>
                  </a:lnTo>
                  <a:cubicBezTo>
                    <a:pt x="3084" y="318"/>
                    <a:pt x="3146" y="251"/>
                    <a:pt x="3145" y="170"/>
                  </a:cubicBezTo>
                  <a:lnTo>
                    <a:pt x="3145" y="170"/>
                  </a:lnTo>
                  <a:lnTo>
                    <a:pt x="3145" y="173"/>
                  </a:ln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148" y="26"/>
                  </a:moveTo>
                  <a:cubicBezTo>
                    <a:pt x="79" y="35"/>
                    <a:pt x="26" y="89"/>
                    <a:pt x="17" y="157"/>
                  </a:cubicBezTo>
                  <a:cubicBezTo>
                    <a:pt x="6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6" y="315"/>
                    <a:pt x="871" y="261"/>
                    <a:pt x="879" y="193"/>
                  </a:cubicBezTo>
                  <a:cubicBezTo>
                    <a:pt x="889" y="111"/>
                    <a:pt x="830" y="36"/>
                    <a:pt x="749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3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3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3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6"/>
                  </a:cubicBezTo>
                  <a:lnTo>
                    <a:pt x="4354" y="173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1" y="1"/>
                    <a:pt x="4524" y="78"/>
                    <a:pt x="4524" y="173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3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3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3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3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3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3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0"/>
                  </a:lnTo>
                  <a:lnTo>
                    <a:pt x="5901" y="173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27" y="712"/>
                  </a:moveTo>
                  <a:cubicBezTo>
                    <a:pt x="1345" y="723"/>
                    <a:pt x="1287" y="797"/>
                    <a:pt x="1296" y="879"/>
                  </a:cubicBezTo>
                  <a:cubicBezTo>
                    <a:pt x="1305" y="948"/>
                    <a:pt x="1358" y="1001"/>
                    <a:pt x="1427" y="1009"/>
                  </a:cubicBezTo>
                  <a:lnTo>
                    <a:pt x="3005" y="1009"/>
                  </a:lnTo>
                  <a:cubicBezTo>
                    <a:pt x="3084" y="1004"/>
                    <a:pt x="3146" y="937"/>
                    <a:pt x="3145" y="858"/>
                  </a:cubicBezTo>
                  <a:lnTo>
                    <a:pt x="3145" y="858"/>
                  </a:lnTo>
                  <a:lnTo>
                    <a:pt x="3145" y="860"/>
                  </a:lnTo>
                  <a:cubicBezTo>
                    <a:pt x="3145" y="778"/>
                    <a:pt x="3079" y="712"/>
                    <a:pt x="2998" y="712"/>
                  </a:cubicBezTo>
                  <a:close/>
                  <a:moveTo>
                    <a:pt x="148" y="714"/>
                  </a:moveTo>
                  <a:cubicBezTo>
                    <a:pt x="66" y="723"/>
                    <a:pt x="6" y="797"/>
                    <a:pt x="17" y="879"/>
                  </a:cubicBezTo>
                  <a:cubicBezTo>
                    <a:pt x="26" y="948"/>
                    <a:pt x="79" y="1001"/>
                    <a:pt x="148" y="1010"/>
                  </a:cubicBezTo>
                  <a:lnTo>
                    <a:pt x="749" y="1010"/>
                  </a:lnTo>
                  <a:cubicBezTo>
                    <a:pt x="830" y="1010"/>
                    <a:pt x="895" y="943"/>
                    <a:pt x="895" y="863"/>
                  </a:cubicBezTo>
                  <a:lnTo>
                    <a:pt x="895" y="860"/>
                  </a:lnTo>
                  <a:cubicBezTo>
                    <a:pt x="895" y="779"/>
                    <a:pt x="830" y="714"/>
                    <a:pt x="749" y="714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4"/>
                    <a:pt x="1296" y="1566"/>
                  </a:cubicBezTo>
                  <a:cubicBezTo>
                    <a:pt x="1305" y="1634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1"/>
                    <a:pt x="3146" y="1625"/>
                    <a:pt x="3145" y="1545"/>
                  </a:cubicBezTo>
                  <a:lnTo>
                    <a:pt x="3145" y="1545"/>
                  </a:lnTo>
                  <a:lnTo>
                    <a:pt x="3145" y="1546"/>
                  </a:lnTo>
                  <a:cubicBezTo>
                    <a:pt x="3145" y="1466"/>
                    <a:pt x="3079" y="1399"/>
                    <a:pt x="2998" y="1399"/>
                  </a:cubicBezTo>
                  <a:close/>
                  <a:moveTo>
                    <a:pt x="148" y="1400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6" y="1634"/>
                    <a:pt x="79" y="1688"/>
                    <a:pt x="148" y="1697"/>
                  </a:cubicBezTo>
                  <a:lnTo>
                    <a:pt x="749" y="1697"/>
                  </a:lnTo>
                  <a:cubicBezTo>
                    <a:pt x="830" y="1697"/>
                    <a:pt x="895" y="1631"/>
                    <a:pt x="895" y="1549"/>
                  </a:cubicBezTo>
                  <a:lnTo>
                    <a:pt x="895" y="1548"/>
                  </a:lnTo>
                  <a:cubicBezTo>
                    <a:pt x="895" y="1466"/>
                    <a:pt x="830" y="1400"/>
                    <a:pt x="749" y="1400"/>
                  </a:cubicBezTo>
                  <a:close/>
                  <a:moveTo>
                    <a:pt x="3666" y="1374"/>
                  </a:moveTo>
                  <a:cubicBezTo>
                    <a:pt x="3571" y="1374"/>
                    <a:pt x="3493" y="1451"/>
                    <a:pt x="3493" y="1546"/>
                  </a:cubicBezTo>
                  <a:cubicBezTo>
                    <a:pt x="3493" y="1642"/>
                    <a:pt x="3571" y="1719"/>
                    <a:pt x="3666" y="1719"/>
                  </a:cubicBezTo>
                  <a:lnTo>
                    <a:pt x="3668" y="1719"/>
                  </a:lnTo>
                  <a:cubicBezTo>
                    <a:pt x="3761" y="1719"/>
                    <a:pt x="3839" y="1643"/>
                    <a:pt x="3839" y="1548"/>
                  </a:cubicBezTo>
                  <a:lnTo>
                    <a:pt x="3839" y="1546"/>
                  </a:lnTo>
                  <a:cubicBezTo>
                    <a:pt x="3839" y="1451"/>
                    <a:pt x="3761" y="1374"/>
                    <a:pt x="3666" y="1374"/>
                  </a:cubicBezTo>
                  <a:close/>
                  <a:moveTo>
                    <a:pt x="4696" y="1374"/>
                  </a:moveTo>
                  <a:cubicBezTo>
                    <a:pt x="4601" y="1374"/>
                    <a:pt x="4524" y="1451"/>
                    <a:pt x="4524" y="1546"/>
                  </a:cubicBezTo>
                  <a:cubicBezTo>
                    <a:pt x="4524" y="1642"/>
                    <a:pt x="4601" y="1719"/>
                    <a:pt x="4696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lnTo>
                    <a:pt x="4869" y="1546"/>
                  </a:lnTo>
                  <a:cubicBezTo>
                    <a:pt x="4869" y="1451"/>
                    <a:pt x="4792" y="1374"/>
                    <a:pt x="4696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39" y="1451"/>
                    <a:pt x="5039" y="1546"/>
                  </a:cubicBezTo>
                  <a:cubicBezTo>
                    <a:pt x="5039" y="1642"/>
                    <a:pt x="5116" y="1719"/>
                    <a:pt x="5212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lnTo>
                    <a:pt x="5384" y="1546"/>
                  </a:lnTo>
                  <a:cubicBezTo>
                    <a:pt x="5384" y="1451"/>
                    <a:pt x="5307" y="1374"/>
                    <a:pt x="5212" y="1374"/>
                  </a:cubicBezTo>
                  <a:close/>
                  <a:moveTo>
                    <a:pt x="6242" y="1374"/>
                  </a:moveTo>
                  <a:cubicBezTo>
                    <a:pt x="6147" y="1374"/>
                    <a:pt x="6069" y="1451"/>
                    <a:pt x="6069" y="1546"/>
                  </a:cubicBezTo>
                  <a:cubicBezTo>
                    <a:pt x="6069" y="1642"/>
                    <a:pt x="6147" y="1719"/>
                    <a:pt x="6242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lnTo>
                    <a:pt x="6415" y="1546"/>
                  </a:lnTo>
                  <a:cubicBezTo>
                    <a:pt x="6415" y="1451"/>
                    <a:pt x="6337" y="1374"/>
                    <a:pt x="6242" y="1374"/>
                  </a:cubicBezTo>
                  <a:close/>
                  <a:moveTo>
                    <a:pt x="4181" y="1374"/>
                  </a:moveTo>
                  <a:cubicBezTo>
                    <a:pt x="4086" y="1374"/>
                    <a:pt x="4009" y="1451"/>
                    <a:pt x="4009" y="1546"/>
                  </a:cubicBezTo>
                  <a:cubicBezTo>
                    <a:pt x="4009" y="1642"/>
                    <a:pt x="4086" y="1719"/>
                    <a:pt x="4181" y="1719"/>
                  </a:cubicBezTo>
                  <a:cubicBezTo>
                    <a:pt x="4182" y="1719"/>
                    <a:pt x="4183" y="1719"/>
                    <a:pt x="4184" y="1719"/>
                  </a:cubicBezTo>
                  <a:cubicBezTo>
                    <a:pt x="4278" y="1719"/>
                    <a:pt x="4354" y="1644"/>
                    <a:pt x="4354" y="1551"/>
                  </a:cubicBezTo>
                  <a:lnTo>
                    <a:pt x="4354" y="1546"/>
                  </a:lnTo>
                  <a:cubicBezTo>
                    <a:pt x="4354" y="1451"/>
                    <a:pt x="4277" y="1374"/>
                    <a:pt x="4181" y="1374"/>
                  </a:cubicBezTo>
                  <a:close/>
                  <a:moveTo>
                    <a:pt x="5728" y="1374"/>
                  </a:moveTo>
                  <a:cubicBezTo>
                    <a:pt x="5633" y="1374"/>
                    <a:pt x="5556" y="1451"/>
                    <a:pt x="5556" y="1546"/>
                  </a:cubicBezTo>
                  <a:cubicBezTo>
                    <a:pt x="5556" y="1642"/>
                    <a:pt x="5633" y="1719"/>
                    <a:pt x="5728" y="1719"/>
                  </a:cubicBezTo>
                  <a:cubicBezTo>
                    <a:pt x="5730" y="1719"/>
                    <a:pt x="5732" y="1719"/>
                    <a:pt x="5734" y="1719"/>
                  </a:cubicBezTo>
                  <a:cubicBezTo>
                    <a:pt x="5825" y="1719"/>
                    <a:pt x="5901" y="1647"/>
                    <a:pt x="5905" y="1555"/>
                  </a:cubicBezTo>
                  <a:lnTo>
                    <a:pt x="5905" y="1545"/>
                  </a:lnTo>
                  <a:lnTo>
                    <a:pt x="5901" y="1546"/>
                  </a:lnTo>
                  <a:cubicBezTo>
                    <a:pt x="5901" y="1451"/>
                    <a:pt x="5824" y="1374"/>
                    <a:pt x="5728" y="1374"/>
                  </a:cubicBezTo>
                  <a:close/>
                  <a:moveTo>
                    <a:pt x="148" y="2087"/>
                  </a:moveTo>
                  <a:cubicBezTo>
                    <a:pt x="66" y="2097"/>
                    <a:pt x="6" y="2170"/>
                    <a:pt x="17" y="2252"/>
                  </a:cubicBezTo>
                  <a:cubicBezTo>
                    <a:pt x="24" y="2320"/>
                    <a:pt x="79" y="2376"/>
                    <a:pt x="148" y="2383"/>
                  </a:cubicBezTo>
                  <a:lnTo>
                    <a:pt x="748" y="2383"/>
                  </a:lnTo>
                  <a:cubicBezTo>
                    <a:pt x="827" y="2383"/>
                    <a:pt x="892" y="2320"/>
                    <a:pt x="895" y="2243"/>
                  </a:cubicBezTo>
                  <a:lnTo>
                    <a:pt x="895" y="2236"/>
                  </a:lnTo>
                  <a:cubicBezTo>
                    <a:pt x="897" y="2155"/>
                    <a:pt x="833" y="2088"/>
                    <a:pt x="751" y="2087"/>
                  </a:cubicBezTo>
                  <a:close/>
                  <a:moveTo>
                    <a:pt x="1427" y="2087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0"/>
                    <a:pt x="1358" y="2374"/>
                    <a:pt x="1427" y="2383"/>
                  </a:cubicBezTo>
                  <a:lnTo>
                    <a:pt x="3005" y="2383"/>
                  </a:lnTo>
                  <a:cubicBezTo>
                    <a:pt x="3081" y="2380"/>
                    <a:pt x="3142" y="2318"/>
                    <a:pt x="3145" y="2242"/>
                  </a:cubicBezTo>
                  <a:lnTo>
                    <a:pt x="3145" y="2236"/>
                  </a:lnTo>
                  <a:cubicBezTo>
                    <a:pt x="3145" y="2152"/>
                    <a:pt x="3078" y="2087"/>
                    <a:pt x="2996" y="2087"/>
                  </a:cubicBezTo>
                  <a:close/>
                  <a:moveTo>
                    <a:pt x="148" y="2773"/>
                  </a:moveTo>
                  <a:cubicBezTo>
                    <a:pt x="66" y="2784"/>
                    <a:pt x="6" y="2858"/>
                    <a:pt x="17" y="2940"/>
                  </a:cubicBezTo>
                  <a:cubicBezTo>
                    <a:pt x="24" y="3007"/>
                    <a:pt x="79" y="3062"/>
                    <a:pt x="148" y="3069"/>
                  </a:cubicBezTo>
                  <a:lnTo>
                    <a:pt x="748" y="3069"/>
                  </a:lnTo>
                  <a:cubicBezTo>
                    <a:pt x="830" y="3069"/>
                    <a:pt x="895" y="3004"/>
                    <a:pt x="895" y="2922"/>
                  </a:cubicBezTo>
                  <a:cubicBezTo>
                    <a:pt x="897" y="2842"/>
                    <a:pt x="833" y="2775"/>
                    <a:pt x="751" y="2773"/>
                  </a:cubicBezTo>
                  <a:close/>
                  <a:moveTo>
                    <a:pt x="1427" y="2773"/>
                  </a:moveTo>
                  <a:cubicBezTo>
                    <a:pt x="1345" y="2782"/>
                    <a:pt x="1287" y="2857"/>
                    <a:pt x="1296" y="2938"/>
                  </a:cubicBezTo>
                  <a:cubicBezTo>
                    <a:pt x="1305" y="3007"/>
                    <a:pt x="1358" y="3060"/>
                    <a:pt x="1427" y="3069"/>
                  </a:cubicBezTo>
                  <a:lnTo>
                    <a:pt x="3005" y="3069"/>
                  </a:lnTo>
                  <a:cubicBezTo>
                    <a:pt x="3084" y="3065"/>
                    <a:pt x="3146" y="2999"/>
                    <a:pt x="3145" y="2921"/>
                  </a:cubicBezTo>
                  <a:lnTo>
                    <a:pt x="3145" y="2921"/>
                  </a:lnTo>
                  <a:lnTo>
                    <a:pt x="3145" y="2922"/>
                  </a:lnTo>
                  <a:cubicBezTo>
                    <a:pt x="3145" y="2840"/>
                    <a:pt x="3078" y="2773"/>
                    <a:pt x="2996" y="2773"/>
                  </a:cubicBezTo>
                  <a:close/>
                  <a:moveTo>
                    <a:pt x="6972" y="3348"/>
                  </a:moveTo>
                  <a:cubicBezTo>
                    <a:pt x="6876" y="3348"/>
                    <a:pt x="6799" y="3425"/>
                    <a:pt x="6799" y="3521"/>
                  </a:cubicBezTo>
                  <a:cubicBezTo>
                    <a:pt x="6799" y="3616"/>
                    <a:pt x="6876" y="3693"/>
                    <a:pt x="6972" y="3693"/>
                  </a:cubicBezTo>
                  <a:lnTo>
                    <a:pt x="6973" y="3693"/>
                  </a:lnTo>
                  <a:cubicBezTo>
                    <a:pt x="7067" y="3693"/>
                    <a:pt x="7144" y="3617"/>
                    <a:pt x="7144" y="3524"/>
                  </a:cubicBezTo>
                  <a:lnTo>
                    <a:pt x="7144" y="3521"/>
                  </a:lnTo>
                  <a:cubicBezTo>
                    <a:pt x="7144" y="3425"/>
                    <a:pt x="7067" y="3348"/>
                    <a:pt x="6972" y="3348"/>
                  </a:cubicBezTo>
                  <a:close/>
                  <a:moveTo>
                    <a:pt x="8003" y="3348"/>
                  </a:moveTo>
                  <a:cubicBezTo>
                    <a:pt x="7908" y="3348"/>
                    <a:pt x="7831" y="3425"/>
                    <a:pt x="7831" y="3521"/>
                  </a:cubicBezTo>
                  <a:cubicBezTo>
                    <a:pt x="7831" y="3616"/>
                    <a:pt x="7908" y="3693"/>
                    <a:pt x="8003" y="3693"/>
                  </a:cubicBezTo>
                  <a:cubicBezTo>
                    <a:pt x="8099" y="3693"/>
                    <a:pt x="8176" y="3616"/>
                    <a:pt x="8176" y="3521"/>
                  </a:cubicBezTo>
                  <a:cubicBezTo>
                    <a:pt x="8176" y="3425"/>
                    <a:pt x="8099" y="3348"/>
                    <a:pt x="8003" y="3348"/>
                  </a:cubicBezTo>
                  <a:close/>
                  <a:moveTo>
                    <a:pt x="5427" y="3348"/>
                  </a:moveTo>
                  <a:cubicBezTo>
                    <a:pt x="5332" y="3348"/>
                    <a:pt x="5255" y="3425"/>
                    <a:pt x="5255" y="3521"/>
                  </a:cubicBezTo>
                  <a:cubicBezTo>
                    <a:pt x="5255" y="3616"/>
                    <a:pt x="5332" y="3693"/>
                    <a:pt x="5427" y="3693"/>
                  </a:cubicBezTo>
                  <a:cubicBezTo>
                    <a:pt x="5428" y="3693"/>
                    <a:pt x="5429" y="3693"/>
                    <a:pt x="5430" y="3693"/>
                  </a:cubicBezTo>
                  <a:cubicBezTo>
                    <a:pt x="5523" y="3693"/>
                    <a:pt x="5599" y="3618"/>
                    <a:pt x="5600" y="3525"/>
                  </a:cubicBezTo>
                  <a:lnTo>
                    <a:pt x="5600" y="3521"/>
                  </a:lnTo>
                  <a:cubicBezTo>
                    <a:pt x="5600" y="3425"/>
                    <a:pt x="5523" y="3348"/>
                    <a:pt x="5427" y="3348"/>
                  </a:cubicBezTo>
                  <a:close/>
                  <a:moveTo>
                    <a:pt x="6458" y="3348"/>
                  </a:moveTo>
                  <a:cubicBezTo>
                    <a:pt x="6363" y="3348"/>
                    <a:pt x="6285" y="3425"/>
                    <a:pt x="6285" y="3521"/>
                  </a:cubicBezTo>
                  <a:cubicBezTo>
                    <a:pt x="6285" y="3616"/>
                    <a:pt x="6363" y="3693"/>
                    <a:pt x="6458" y="3693"/>
                  </a:cubicBezTo>
                  <a:cubicBezTo>
                    <a:pt x="6459" y="3693"/>
                    <a:pt x="6460" y="3693"/>
                    <a:pt x="6461" y="3693"/>
                  </a:cubicBezTo>
                  <a:cubicBezTo>
                    <a:pt x="6553" y="3693"/>
                    <a:pt x="6629" y="3618"/>
                    <a:pt x="6631" y="3525"/>
                  </a:cubicBezTo>
                  <a:lnTo>
                    <a:pt x="6631" y="3521"/>
                  </a:lnTo>
                  <a:cubicBezTo>
                    <a:pt x="6631" y="3425"/>
                    <a:pt x="6553" y="3348"/>
                    <a:pt x="6458" y="3348"/>
                  </a:cubicBezTo>
                  <a:close/>
                  <a:moveTo>
                    <a:pt x="7487" y="3348"/>
                  </a:moveTo>
                  <a:cubicBezTo>
                    <a:pt x="7391" y="3348"/>
                    <a:pt x="7314" y="3425"/>
                    <a:pt x="7314" y="3521"/>
                  </a:cubicBezTo>
                  <a:cubicBezTo>
                    <a:pt x="7314" y="3616"/>
                    <a:pt x="7391" y="3693"/>
                    <a:pt x="7487" y="3693"/>
                  </a:cubicBezTo>
                  <a:cubicBezTo>
                    <a:pt x="7488" y="3693"/>
                    <a:pt x="7489" y="3693"/>
                    <a:pt x="7489" y="3693"/>
                  </a:cubicBezTo>
                  <a:cubicBezTo>
                    <a:pt x="7583" y="3693"/>
                    <a:pt x="7659" y="3618"/>
                    <a:pt x="7659" y="3525"/>
                  </a:cubicBezTo>
                  <a:lnTo>
                    <a:pt x="7659" y="3521"/>
                  </a:lnTo>
                  <a:cubicBezTo>
                    <a:pt x="7659" y="3425"/>
                    <a:pt x="7582" y="3348"/>
                    <a:pt x="7487" y="3348"/>
                  </a:cubicBezTo>
                  <a:close/>
                  <a:moveTo>
                    <a:pt x="5941" y="3348"/>
                  </a:moveTo>
                  <a:cubicBezTo>
                    <a:pt x="5846" y="3348"/>
                    <a:pt x="5768" y="3425"/>
                    <a:pt x="5768" y="3521"/>
                  </a:cubicBezTo>
                  <a:cubicBezTo>
                    <a:pt x="5768" y="3616"/>
                    <a:pt x="5846" y="3693"/>
                    <a:pt x="5941" y="3693"/>
                  </a:cubicBezTo>
                  <a:lnTo>
                    <a:pt x="5943" y="3693"/>
                  </a:lnTo>
                  <a:cubicBezTo>
                    <a:pt x="5945" y="3693"/>
                    <a:pt x="5946" y="3693"/>
                    <a:pt x="5948" y="3693"/>
                  </a:cubicBezTo>
                  <a:cubicBezTo>
                    <a:pt x="6041" y="3693"/>
                    <a:pt x="6115" y="3620"/>
                    <a:pt x="6118" y="3528"/>
                  </a:cubicBezTo>
                  <a:lnTo>
                    <a:pt x="6118" y="3521"/>
                  </a:lnTo>
                  <a:lnTo>
                    <a:pt x="6114" y="3521"/>
                  </a:lnTo>
                  <a:cubicBezTo>
                    <a:pt x="6114" y="3425"/>
                    <a:pt x="6036" y="3348"/>
                    <a:pt x="5941" y="3348"/>
                  </a:cubicBezTo>
                  <a:close/>
                  <a:moveTo>
                    <a:pt x="148" y="3460"/>
                  </a:moveTo>
                  <a:cubicBezTo>
                    <a:pt x="66" y="3470"/>
                    <a:pt x="6" y="3544"/>
                    <a:pt x="17" y="3626"/>
                  </a:cubicBezTo>
                  <a:cubicBezTo>
                    <a:pt x="24" y="3695"/>
                    <a:pt x="79" y="3748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8"/>
                  </a:cubicBezTo>
                  <a:cubicBezTo>
                    <a:pt x="897" y="3528"/>
                    <a:pt x="833" y="3461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8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89"/>
                    <a:pt x="5034" y="3608"/>
                  </a:cubicBezTo>
                  <a:lnTo>
                    <a:pt x="5034" y="3608"/>
                  </a:lnTo>
                  <a:cubicBezTo>
                    <a:pt x="5034" y="3608"/>
                    <a:pt x="5034" y="3608"/>
                    <a:pt x="5034" y="3608"/>
                  </a:cubicBezTo>
                  <a:lnTo>
                    <a:pt x="5034" y="3607"/>
                  </a:lnTo>
                  <a:cubicBezTo>
                    <a:pt x="5034" y="3607"/>
                    <a:pt x="5034" y="3607"/>
                    <a:pt x="5034" y="3608"/>
                  </a:cubicBezTo>
                  <a:cubicBezTo>
                    <a:pt x="5034" y="3526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6"/>
                    <a:pt x="6" y="4231"/>
                    <a:pt x="17" y="4313"/>
                  </a:cubicBezTo>
                  <a:cubicBezTo>
                    <a:pt x="24" y="4381"/>
                    <a:pt x="79" y="4435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6"/>
                  </a:cubicBezTo>
                  <a:cubicBezTo>
                    <a:pt x="897" y="4214"/>
                    <a:pt x="833" y="4147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6"/>
                    <a:pt x="3167" y="4229"/>
                    <a:pt x="3178" y="4311"/>
                  </a:cubicBezTo>
                  <a:cubicBezTo>
                    <a:pt x="3185" y="4380"/>
                    <a:pt x="3239" y="4435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6"/>
                    <a:pt x="5034" y="4294"/>
                  </a:cubicBezTo>
                  <a:lnTo>
                    <a:pt x="5034" y="4294"/>
                  </a:lnTo>
                  <a:cubicBezTo>
                    <a:pt x="5034" y="4294"/>
                    <a:pt x="5034" y="4295"/>
                    <a:pt x="5034" y="4295"/>
                  </a:cubicBezTo>
                  <a:lnTo>
                    <a:pt x="5034" y="4293"/>
                  </a:lnTo>
                  <a:cubicBezTo>
                    <a:pt x="5034" y="4294"/>
                    <a:pt x="5034" y="4294"/>
                    <a:pt x="5034" y="4294"/>
                  </a:cubicBezTo>
                  <a:lnTo>
                    <a:pt x="5034" y="4294"/>
                  </a:ln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6631" y="4937"/>
                  </a:moveTo>
                  <a:cubicBezTo>
                    <a:pt x="6631" y="4937"/>
                    <a:pt x="6631" y="4937"/>
                    <a:pt x="6631" y="4937"/>
                  </a:cubicBezTo>
                  <a:lnTo>
                    <a:pt x="6631" y="4937"/>
                  </a:lnTo>
                  <a:close/>
                  <a:moveTo>
                    <a:pt x="5429" y="4764"/>
                  </a:moveTo>
                  <a:cubicBezTo>
                    <a:pt x="5334" y="4764"/>
                    <a:pt x="5256" y="4840"/>
                    <a:pt x="5255" y="4935"/>
                  </a:cubicBezTo>
                  <a:cubicBezTo>
                    <a:pt x="5253" y="5030"/>
                    <a:pt x="5329" y="5109"/>
                    <a:pt x="5425" y="5109"/>
                  </a:cubicBezTo>
                  <a:lnTo>
                    <a:pt x="5427" y="5109"/>
                  </a:lnTo>
                  <a:cubicBezTo>
                    <a:pt x="5523" y="5109"/>
                    <a:pt x="5600" y="5032"/>
                    <a:pt x="5600" y="4937"/>
                  </a:cubicBezTo>
                  <a:lnTo>
                    <a:pt x="5600" y="4940"/>
                  </a:lnTo>
                  <a:cubicBezTo>
                    <a:pt x="5602" y="4844"/>
                    <a:pt x="5524" y="4765"/>
                    <a:pt x="5429" y="4764"/>
                  </a:cubicBezTo>
                  <a:close/>
                  <a:moveTo>
                    <a:pt x="6459" y="4764"/>
                  </a:moveTo>
                  <a:cubicBezTo>
                    <a:pt x="6364" y="4764"/>
                    <a:pt x="6285" y="4840"/>
                    <a:pt x="6285" y="4935"/>
                  </a:cubicBezTo>
                  <a:cubicBezTo>
                    <a:pt x="6284" y="5030"/>
                    <a:pt x="6360" y="5109"/>
                    <a:pt x="6455" y="5109"/>
                  </a:cubicBezTo>
                  <a:lnTo>
                    <a:pt x="6458" y="5109"/>
                  </a:lnTo>
                  <a:cubicBezTo>
                    <a:pt x="6553" y="5109"/>
                    <a:pt x="6630" y="5033"/>
                    <a:pt x="6631" y="4938"/>
                  </a:cubicBezTo>
                  <a:lnTo>
                    <a:pt x="6631" y="4938"/>
                  </a:lnTo>
                  <a:cubicBezTo>
                    <a:pt x="6631" y="4939"/>
                    <a:pt x="6631" y="4939"/>
                    <a:pt x="6631" y="4940"/>
                  </a:cubicBezTo>
                  <a:lnTo>
                    <a:pt x="6631" y="4937"/>
                  </a:lnTo>
                  <a:cubicBezTo>
                    <a:pt x="6631" y="4937"/>
                    <a:pt x="6631" y="4938"/>
                    <a:pt x="6631" y="4938"/>
                  </a:cubicBezTo>
                  <a:lnTo>
                    <a:pt x="6631" y="4938"/>
                  </a:lnTo>
                  <a:cubicBezTo>
                    <a:pt x="6630" y="4843"/>
                    <a:pt x="6554" y="4765"/>
                    <a:pt x="6459" y="4764"/>
                  </a:cubicBezTo>
                  <a:close/>
                  <a:moveTo>
                    <a:pt x="6973" y="4764"/>
                  </a:moveTo>
                  <a:cubicBezTo>
                    <a:pt x="6878" y="4764"/>
                    <a:pt x="6800" y="4840"/>
                    <a:pt x="6799" y="4935"/>
                  </a:cubicBezTo>
                  <a:cubicBezTo>
                    <a:pt x="6797" y="5030"/>
                    <a:pt x="6873" y="5109"/>
                    <a:pt x="6969" y="5109"/>
                  </a:cubicBezTo>
                  <a:lnTo>
                    <a:pt x="6973" y="5109"/>
                  </a:lnTo>
                  <a:cubicBezTo>
                    <a:pt x="7068" y="5109"/>
                    <a:pt x="7144" y="5033"/>
                    <a:pt x="7144" y="4940"/>
                  </a:cubicBezTo>
                  <a:cubicBezTo>
                    <a:pt x="7146" y="4844"/>
                    <a:pt x="7068" y="4765"/>
                    <a:pt x="6973" y="4764"/>
                  </a:cubicBezTo>
                  <a:close/>
                  <a:moveTo>
                    <a:pt x="7490" y="4764"/>
                  </a:moveTo>
                  <a:cubicBezTo>
                    <a:pt x="7394" y="4764"/>
                    <a:pt x="7315" y="4840"/>
                    <a:pt x="7314" y="4935"/>
                  </a:cubicBezTo>
                  <a:cubicBezTo>
                    <a:pt x="7314" y="5030"/>
                    <a:pt x="7390" y="5109"/>
                    <a:pt x="7485" y="5109"/>
                  </a:cubicBezTo>
                  <a:lnTo>
                    <a:pt x="7487" y="5109"/>
                  </a:lnTo>
                  <a:cubicBezTo>
                    <a:pt x="7583" y="5109"/>
                    <a:pt x="7661" y="5032"/>
                    <a:pt x="7661" y="4937"/>
                  </a:cubicBezTo>
                  <a:lnTo>
                    <a:pt x="7661" y="4937"/>
                  </a:lnTo>
                  <a:lnTo>
                    <a:pt x="7659" y="4940"/>
                  </a:lnTo>
                  <a:cubicBezTo>
                    <a:pt x="7661" y="4844"/>
                    <a:pt x="7585" y="4765"/>
                    <a:pt x="7490" y="4764"/>
                  </a:cubicBezTo>
                  <a:close/>
                  <a:moveTo>
                    <a:pt x="8005" y="4764"/>
                  </a:moveTo>
                  <a:cubicBezTo>
                    <a:pt x="7910" y="4764"/>
                    <a:pt x="7832" y="4840"/>
                    <a:pt x="7831" y="4935"/>
                  </a:cubicBezTo>
                  <a:cubicBezTo>
                    <a:pt x="7829" y="5030"/>
                    <a:pt x="7907" y="5109"/>
                    <a:pt x="8002" y="5109"/>
                  </a:cubicBezTo>
                  <a:lnTo>
                    <a:pt x="8003" y="5109"/>
                  </a:lnTo>
                  <a:cubicBezTo>
                    <a:pt x="8099" y="5109"/>
                    <a:pt x="8176" y="5032"/>
                    <a:pt x="8176" y="4937"/>
                  </a:cubicBezTo>
                  <a:lnTo>
                    <a:pt x="8176" y="4940"/>
                  </a:lnTo>
                  <a:cubicBezTo>
                    <a:pt x="8178" y="4844"/>
                    <a:pt x="8102" y="4765"/>
                    <a:pt x="8005" y="4764"/>
                  </a:cubicBezTo>
                  <a:close/>
                  <a:moveTo>
                    <a:pt x="5943" y="4764"/>
                  </a:moveTo>
                  <a:cubicBezTo>
                    <a:pt x="5847" y="4764"/>
                    <a:pt x="5770" y="4840"/>
                    <a:pt x="5768" y="4935"/>
                  </a:cubicBezTo>
                  <a:cubicBezTo>
                    <a:pt x="5767" y="5030"/>
                    <a:pt x="5844" y="5109"/>
                    <a:pt x="5940" y="5109"/>
                  </a:cubicBezTo>
                  <a:lnTo>
                    <a:pt x="5943" y="5109"/>
                  </a:lnTo>
                  <a:cubicBezTo>
                    <a:pt x="5945" y="5109"/>
                    <a:pt x="5946" y="5109"/>
                    <a:pt x="5948" y="5109"/>
                  </a:cubicBezTo>
                  <a:cubicBezTo>
                    <a:pt x="6041" y="5109"/>
                    <a:pt x="6115" y="5036"/>
                    <a:pt x="6118" y="4944"/>
                  </a:cubicBezTo>
                  <a:lnTo>
                    <a:pt x="6118" y="4937"/>
                  </a:lnTo>
                  <a:lnTo>
                    <a:pt x="6114" y="4940"/>
                  </a:lnTo>
                  <a:cubicBezTo>
                    <a:pt x="6115" y="4844"/>
                    <a:pt x="6038" y="4765"/>
                    <a:pt x="5943" y="4764"/>
                  </a:cubicBezTo>
                  <a:close/>
                  <a:moveTo>
                    <a:pt x="3307" y="4832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2"/>
                    <a:pt x="5034" y="4980"/>
                  </a:cubicBezTo>
                  <a:lnTo>
                    <a:pt x="5034" y="4980"/>
                  </a:lnTo>
                  <a:cubicBezTo>
                    <a:pt x="5034" y="4981"/>
                    <a:pt x="5034" y="4981"/>
                    <a:pt x="5034" y="4981"/>
                  </a:cubicBezTo>
                  <a:lnTo>
                    <a:pt x="5034" y="4980"/>
                  </a:lnTo>
                  <a:cubicBezTo>
                    <a:pt x="5034" y="4980"/>
                    <a:pt x="5034" y="4980"/>
                    <a:pt x="5034" y="4980"/>
                  </a:cubicBezTo>
                  <a:lnTo>
                    <a:pt x="5034" y="4980"/>
                  </a:lnTo>
                  <a:cubicBezTo>
                    <a:pt x="5034" y="4899"/>
                    <a:pt x="4967" y="4834"/>
                    <a:pt x="4886" y="4832"/>
                  </a:cubicBezTo>
                  <a:close/>
                  <a:moveTo>
                    <a:pt x="148" y="4832"/>
                  </a:moveTo>
                  <a:cubicBezTo>
                    <a:pt x="66" y="4834"/>
                    <a:pt x="0" y="4901"/>
                    <a:pt x="0" y="4983"/>
                  </a:cubicBezTo>
                  <a:cubicBezTo>
                    <a:pt x="0" y="5063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0" y="5130"/>
                    <a:pt x="895" y="5063"/>
                    <a:pt x="895" y="4983"/>
                  </a:cubicBezTo>
                  <a:cubicBezTo>
                    <a:pt x="895" y="4901"/>
                    <a:pt x="830" y="4834"/>
                    <a:pt x="749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5657875" y="3296875"/>
              <a:ext cx="204375" cy="128250"/>
            </a:xfrm>
            <a:custGeom>
              <a:avLst/>
              <a:gdLst/>
              <a:ahLst/>
              <a:cxnLst/>
              <a:rect l="l" t="t" r="r" b="b"/>
              <a:pathLst>
                <a:path w="8175" h="5130" extrusionOk="0">
                  <a:moveTo>
                    <a:pt x="148" y="27"/>
                  </a:moveTo>
                  <a:cubicBezTo>
                    <a:pt x="79" y="35"/>
                    <a:pt x="26" y="90"/>
                    <a:pt x="17" y="158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8" y="315"/>
                    <a:pt x="871" y="261"/>
                    <a:pt x="880" y="192"/>
                  </a:cubicBezTo>
                  <a:cubicBezTo>
                    <a:pt x="889" y="111"/>
                    <a:pt x="831" y="36"/>
                    <a:pt x="749" y="27"/>
                  </a:cubicBezTo>
                  <a:close/>
                  <a:moveTo>
                    <a:pt x="1418" y="27"/>
                  </a:moveTo>
                  <a:cubicBezTo>
                    <a:pt x="1336" y="36"/>
                    <a:pt x="1278" y="111"/>
                    <a:pt x="1288" y="192"/>
                  </a:cubicBezTo>
                  <a:cubicBezTo>
                    <a:pt x="1296" y="261"/>
                    <a:pt x="1351" y="315"/>
                    <a:pt x="1418" y="324"/>
                  </a:cubicBezTo>
                  <a:lnTo>
                    <a:pt x="2996" y="324"/>
                  </a:lnTo>
                  <a:cubicBezTo>
                    <a:pt x="3079" y="324"/>
                    <a:pt x="3146" y="257"/>
                    <a:pt x="3146" y="173"/>
                  </a:cubicBezTo>
                  <a:cubicBezTo>
                    <a:pt x="3146" y="93"/>
                    <a:pt x="3079" y="27"/>
                    <a:pt x="2999" y="27"/>
                  </a:cubicBezTo>
                  <a:close/>
                  <a:moveTo>
                    <a:pt x="3666" y="0"/>
                  </a:moveTo>
                  <a:cubicBezTo>
                    <a:pt x="3571" y="0"/>
                    <a:pt x="3493" y="78"/>
                    <a:pt x="3493" y="173"/>
                  </a:cubicBezTo>
                  <a:cubicBezTo>
                    <a:pt x="3493" y="268"/>
                    <a:pt x="3571" y="346"/>
                    <a:pt x="3666" y="346"/>
                  </a:cubicBezTo>
                  <a:lnTo>
                    <a:pt x="3667" y="346"/>
                  </a:lnTo>
                  <a:cubicBezTo>
                    <a:pt x="3763" y="346"/>
                    <a:pt x="3839" y="270"/>
                    <a:pt x="3839" y="176"/>
                  </a:cubicBezTo>
                  <a:lnTo>
                    <a:pt x="3839" y="173"/>
                  </a:lnTo>
                  <a:cubicBezTo>
                    <a:pt x="3839" y="78"/>
                    <a:pt x="3761" y="0"/>
                    <a:pt x="3666" y="0"/>
                  </a:cubicBezTo>
                  <a:close/>
                  <a:moveTo>
                    <a:pt x="4696" y="0"/>
                  </a:moveTo>
                  <a:cubicBezTo>
                    <a:pt x="4601" y="0"/>
                    <a:pt x="4524" y="78"/>
                    <a:pt x="4524" y="173"/>
                  </a:cubicBezTo>
                  <a:cubicBezTo>
                    <a:pt x="4524" y="268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6"/>
                  </a:cubicBezTo>
                  <a:lnTo>
                    <a:pt x="4869" y="173"/>
                  </a:lnTo>
                  <a:cubicBezTo>
                    <a:pt x="4869" y="78"/>
                    <a:pt x="4792" y="0"/>
                    <a:pt x="4696" y="0"/>
                  </a:cubicBezTo>
                  <a:close/>
                  <a:moveTo>
                    <a:pt x="6242" y="0"/>
                  </a:moveTo>
                  <a:cubicBezTo>
                    <a:pt x="6147" y="0"/>
                    <a:pt x="6069" y="78"/>
                    <a:pt x="6069" y="173"/>
                  </a:cubicBezTo>
                  <a:cubicBezTo>
                    <a:pt x="6069" y="268"/>
                    <a:pt x="6147" y="346"/>
                    <a:pt x="6242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6"/>
                  </a:cubicBezTo>
                  <a:lnTo>
                    <a:pt x="6415" y="173"/>
                  </a:lnTo>
                  <a:cubicBezTo>
                    <a:pt x="6415" y="78"/>
                    <a:pt x="6337" y="0"/>
                    <a:pt x="6242" y="0"/>
                  </a:cubicBezTo>
                  <a:close/>
                  <a:moveTo>
                    <a:pt x="4183" y="0"/>
                  </a:moveTo>
                  <a:cubicBezTo>
                    <a:pt x="4087" y="0"/>
                    <a:pt x="4010" y="78"/>
                    <a:pt x="4010" y="173"/>
                  </a:cubicBezTo>
                  <a:cubicBezTo>
                    <a:pt x="4010" y="268"/>
                    <a:pt x="4087" y="346"/>
                    <a:pt x="4183" y="346"/>
                  </a:cubicBezTo>
                  <a:cubicBezTo>
                    <a:pt x="4184" y="346"/>
                    <a:pt x="4184" y="346"/>
                    <a:pt x="4185" y="346"/>
                  </a:cubicBezTo>
                  <a:cubicBezTo>
                    <a:pt x="4278" y="346"/>
                    <a:pt x="4354" y="271"/>
                    <a:pt x="4355" y="178"/>
                  </a:cubicBezTo>
                  <a:lnTo>
                    <a:pt x="4355" y="173"/>
                  </a:lnTo>
                  <a:cubicBezTo>
                    <a:pt x="4355" y="78"/>
                    <a:pt x="4278" y="0"/>
                    <a:pt x="4183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39" y="78"/>
                    <a:pt x="5039" y="173"/>
                  </a:cubicBezTo>
                  <a:cubicBezTo>
                    <a:pt x="5039" y="268"/>
                    <a:pt x="5116" y="346"/>
                    <a:pt x="5212" y="346"/>
                  </a:cubicBezTo>
                  <a:cubicBezTo>
                    <a:pt x="5212" y="346"/>
                    <a:pt x="5213" y="346"/>
                    <a:pt x="5214" y="346"/>
                  </a:cubicBezTo>
                  <a:cubicBezTo>
                    <a:pt x="5308" y="346"/>
                    <a:pt x="5384" y="271"/>
                    <a:pt x="5384" y="178"/>
                  </a:cubicBezTo>
                  <a:lnTo>
                    <a:pt x="5384" y="173"/>
                  </a:lnTo>
                  <a:cubicBezTo>
                    <a:pt x="5384" y="78"/>
                    <a:pt x="5307" y="0"/>
                    <a:pt x="5212" y="0"/>
                  </a:cubicBezTo>
                  <a:close/>
                  <a:moveTo>
                    <a:pt x="5725" y="3"/>
                  </a:moveTo>
                  <a:cubicBezTo>
                    <a:pt x="5631" y="3"/>
                    <a:pt x="5554" y="79"/>
                    <a:pt x="5554" y="173"/>
                  </a:cubicBezTo>
                  <a:cubicBezTo>
                    <a:pt x="5552" y="268"/>
                    <a:pt x="5628" y="347"/>
                    <a:pt x="5724" y="349"/>
                  </a:cubicBezTo>
                  <a:cubicBezTo>
                    <a:pt x="5819" y="349"/>
                    <a:pt x="5898" y="273"/>
                    <a:pt x="5899" y="178"/>
                  </a:cubicBezTo>
                  <a:lnTo>
                    <a:pt x="5899" y="173"/>
                  </a:lnTo>
                  <a:cubicBezTo>
                    <a:pt x="5899" y="79"/>
                    <a:pt x="5822" y="3"/>
                    <a:pt x="5728" y="3"/>
                  </a:cubicBezTo>
                  <a:cubicBezTo>
                    <a:pt x="5727" y="3"/>
                    <a:pt x="5726" y="3"/>
                    <a:pt x="5725" y="3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8"/>
                    <a:pt x="17" y="880"/>
                  </a:cubicBezTo>
                  <a:cubicBezTo>
                    <a:pt x="26" y="947"/>
                    <a:pt x="79" y="1002"/>
                    <a:pt x="148" y="1010"/>
                  </a:cubicBezTo>
                  <a:lnTo>
                    <a:pt x="749" y="1010"/>
                  </a:lnTo>
                  <a:cubicBezTo>
                    <a:pt x="831" y="1010"/>
                    <a:pt x="897" y="944"/>
                    <a:pt x="897" y="863"/>
                  </a:cubicBezTo>
                  <a:lnTo>
                    <a:pt x="897" y="861"/>
                  </a:lnTo>
                  <a:cubicBezTo>
                    <a:pt x="897" y="779"/>
                    <a:pt x="830" y="714"/>
                    <a:pt x="749" y="714"/>
                  </a:cubicBezTo>
                  <a:close/>
                  <a:moveTo>
                    <a:pt x="1418" y="714"/>
                  </a:moveTo>
                  <a:cubicBezTo>
                    <a:pt x="1336" y="723"/>
                    <a:pt x="1278" y="797"/>
                    <a:pt x="1288" y="879"/>
                  </a:cubicBezTo>
                  <a:cubicBezTo>
                    <a:pt x="1296" y="947"/>
                    <a:pt x="1351" y="1001"/>
                    <a:pt x="1418" y="1010"/>
                  </a:cubicBezTo>
                  <a:lnTo>
                    <a:pt x="2996" y="1010"/>
                  </a:lnTo>
                  <a:cubicBezTo>
                    <a:pt x="3079" y="1010"/>
                    <a:pt x="3146" y="943"/>
                    <a:pt x="3146" y="861"/>
                  </a:cubicBezTo>
                  <a:cubicBezTo>
                    <a:pt x="3146" y="779"/>
                    <a:pt x="3079" y="714"/>
                    <a:pt x="2999" y="714"/>
                  </a:cubicBezTo>
                  <a:close/>
                  <a:moveTo>
                    <a:pt x="148" y="1400"/>
                  </a:moveTo>
                  <a:cubicBezTo>
                    <a:pt x="66" y="1410"/>
                    <a:pt x="8" y="1485"/>
                    <a:pt x="17" y="1567"/>
                  </a:cubicBezTo>
                  <a:cubicBezTo>
                    <a:pt x="26" y="1635"/>
                    <a:pt x="79" y="1689"/>
                    <a:pt x="148" y="1696"/>
                  </a:cubicBezTo>
                  <a:lnTo>
                    <a:pt x="749" y="1696"/>
                  </a:lnTo>
                  <a:cubicBezTo>
                    <a:pt x="830" y="1696"/>
                    <a:pt x="897" y="1631"/>
                    <a:pt x="897" y="1550"/>
                  </a:cubicBezTo>
                  <a:cubicBezTo>
                    <a:pt x="898" y="1469"/>
                    <a:pt x="833" y="1402"/>
                    <a:pt x="751" y="1400"/>
                  </a:cubicBezTo>
                  <a:close/>
                  <a:moveTo>
                    <a:pt x="1419" y="1400"/>
                  </a:moveTo>
                  <a:cubicBezTo>
                    <a:pt x="1337" y="1410"/>
                    <a:pt x="1278" y="1483"/>
                    <a:pt x="1288" y="1565"/>
                  </a:cubicBezTo>
                  <a:cubicBezTo>
                    <a:pt x="1296" y="1634"/>
                    <a:pt x="1351" y="1689"/>
                    <a:pt x="1419" y="1696"/>
                  </a:cubicBezTo>
                  <a:lnTo>
                    <a:pt x="2996" y="1696"/>
                  </a:lnTo>
                  <a:cubicBezTo>
                    <a:pt x="2997" y="1696"/>
                    <a:pt x="2998" y="1696"/>
                    <a:pt x="2999" y="1696"/>
                  </a:cubicBezTo>
                  <a:cubicBezTo>
                    <a:pt x="3079" y="1696"/>
                    <a:pt x="3145" y="1631"/>
                    <a:pt x="3146" y="1552"/>
                  </a:cubicBezTo>
                  <a:lnTo>
                    <a:pt x="3146" y="1549"/>
                  </a:lnTo>
                  <a:cubicBezTo>
                    <a:pt x="3146" y="1467"/>
                    <a:pt x="3079" y="1400"/>
                    <a:pt x="2996" y="1400"/>
                  </a:cubicBezTo>
                  <a:close/>
                  <a:moveTo>
                    <a:pt x="3665" y="1375"/>
                  </a:moveTo>
                  <a:cubicBezTo>
                    <a:pt x="3571" y="1375"/>
                    <a:pt x="3495" y="1450"/>
                    <a:pt x="3493" y="1544"/>
                  </a:cubicBezTo>
                  <a:cubicBezTo>
                    <a:pt x="3492" y="1640"/>
                    <a:pt x="3569" y="1719"/>
                    <a:pt x="3665" y="1720"/>
                  </a:cubicBezTo>
                  <a:lnTo>
                    <a:pt x="3669" y="1720"/>
                  </a:lnTo>
                  <a:cubicBezTo>
                    <a:pt x="3763" y="1720"/>
                    <a:pt x="3839" y="1643"/>
                    <a:pt x="3839" y="1549"/>
                  </a:cubicBezTo>
                  <a:cubicBezTo>
                    <a:pt x="3840" y="1454"/>
                    <a:pt x="3764" y="1375"/>
                    <a:pt x="3667" y="1375"/>
                  </a:cubicBezTo>
                  <a:cubicBezTo>
                    <a:pt x="3667" y="1375"/>
                    <a:pt x="3666" y="1375"/>
                    <a:pt x="3665" y="1375"/>
                  </a:cubicBezTo>
                  <a:close/>
                  <a:moveTo>
                    <a:pt x="4181" y="1375"/>
                  </a:moveTo>
                  <a:cubicBezTo>
                    <a:pt x="4087" y="1375"/>
                    <a:pt x="4010" y="1450"/>
                    <a:pt x="4010" y="1544"/>
                  </a:cubicBezTo>
                  <a:cubicBezTo>
                    <a:pt x="4008" y="1640"/>
                    <a:pt x="4084" y="1719"/>
                    <a:pt x="4180" y="1720"/>
                  </a:cubicBezTo>
                  <a:lnTo>
                    <a:pt x="4183" y="1720"/>
                  </a:lnTo>
                  <a:cubicBezTo>
                    <a:pt x="4276" y="1720"/>
                    <a:pt x="4354" y="1644"/>
                    <a:pt x="4355" y="1549"/>
                  </a:cubicBezTo>
                  <a:cubicBezTo>
                    <a:pt x="4355" y="1454"/>
                    <a:pt x="4279" y="1375"/>
                    <a:pt x="4184" y="1375"/>
                  </a:cubicBezTo>
                  <a:cubicBezTo>
                    <a:pt x="4183" y="1375"/>
                    <a:pt x="4182" y="1375"/>
                    <a:pt x="4181" y="1375"/>
                  </a:cubicBezTo>
                  <a:close/>
                  <a:moveTo>
                    <a:pt x="4695" y="1375"/>
                  </a:moveTo>
                  <a:cubicBezTo>
                    <a:pt x="4601" y="1375"/>
                    <a:pt x="4525" y="1450"/>
                    <a:pt x="4524" y="1544"/>
                  </a:cubicBezTo>
                  <a:cubicBezTo>
                    <a:pt x="4522" y="1640"/>
                    <a:pt x="4598" y="1719"/>
                    <a:pt x="4695" y="1720"/>
                  </a:cubicBezTo>
                  <a:lnTo>
                    <a:pt x="4698" y="1720"/>
                  </a:lnTo>
                  <a:cubicBezTo>
                    <a:pt x="4793" y="1720"/>
                    <a:pt x="4869" y="1643"/>
                    <a:pt x="4869" y="1549"/>
                  </a:cubicBezTo>
                  <a:cubicBezTo>
                    <a:pt x="4871" y="1454"/>
                    <a:pt x="4793" y="1375"/>
                    <a:pt x="4698" y="1375"/>
                  </a:cubicBezTo>
                  <a:cubicBezTo>
                    <a:pt x="4697" y="1375"/>
                    <a:pt x="4696" y="1375"/>
                    <a:pt x="4695" y="1375"/>
                  </a:cubicBezTo>
                  <a:close/>
                  <a:moveTo>
                    <a:pt x="5212" y="1375"/>
                  </a:moveTo>
                  <a:cubicBezTo>
                    <a:pt x="5118" y="1375"/>
                    <a:pt x="5040" y="1450"/>
                    <a:pt x="5039" y="1544"/>
                  </a:cubicBezTo>
                  <a:cubicBezTo>
                    <a:pt x="5039" y="1640"/>
                    <a:pt x="5115" y="1719"/>
                    <a:pt x="5210" y="1720"/>
                  </a:cubicBezTo>
                  <a:lnTo>
                    <a:pt x="5213" y="1720"/>
                  </a:lnTo>
                  <a:cubicBezTo>
                    <a:pt x="5307" y="1720"/>
                    <a:pt x="5384" y="1644"/>
                    <a:pt x="5386" y="1549"/>
                  </a:cubicBezTo>
                  <a:lnTo>
                    <a:pt x="5384" y="1549"/>
                  </a:lnTo>
                  <a:cubicBezTo>
                    <a:pt x="5386" y="1454"/>
                    <a:pt x="5310" y="1375"/>
                    <a:pt x="5214" y="1375"/>
                  </a:cubicBezTo>
                  <a:cubicBezTo>
                    <a:pt x="5214" y="1375"/>
                    <a:pt x="5213" y="1375"/>
                    <a:pt x="5212" y="1375"/>
                  </a:cubicBezTo>
                  <a:close/>
                  <a:moveTo>
                    <a:pt x="6242" y="1375"/>
                  </a:moveTo>
                  <a:cubicBezTo>
                    <a:pt x="6148" y="1375"/>
                    <a:pt x="6071" y="1450"/>
                    <a:pt x="6069" y="1544"/>
                  </a:cubicBezTo>
                  <a:cubicBezTo>
                    <a:pt x="6069" y="1640"/>
                    <a:pt x="6145" y="1719"/>
                    <a:pt x="6240" y="1720"/>
                  </a:cubicBezTo>
                  <a:lnTo>
                    <a:pt x="6245" y="1720"/>
                  </a:lnTo>
                  <a:cubicBezTo>
                    <a:pt x="6339" y="1720"/>
                    <a:pt x="6415" y="1643"/>
                    <a:pt x="6415" y="1549"/>
                  </a:cubicBezTo>
                  <a:cubicBezTo>
                    <a:pt x="6416" y="1454"/>
                    <a:pt x="6340" y="1375"/>
                    <a:pt x="6245" y="1375"/>
                  </a:cubicBezTo>
                  <a:cubicBezTo>
                    <a:pt x="6244" y="1375"/>
                    <a:pt x="6243" y="1375"/>
                    <a:pt x="6242" y="1375"/>
                  </a:cubicBezTo>
                  <a:close/>
                  <a:moveTo>
                    <a:pt x="5709" y="1375"/>
                  </a:moveTo>
                  <a:cubicBezTo>
                    <a:pt x="5622" y="1375"/>
                    <a:pt x="5547" y="1441"/>
                    <a:pt x="5538" y="1528"/>
                  </a:cubicBezTo>
                  <a:cubicBezTo>
                    <a:pt x="5527" y="1623"/>
                    <a:pt x="5596" y="1708"/>
                    <a:pt x="5689" y="1720"/>
                  </a:cubicBezTo>
                  <a:cubicBezTo>
                    <a:pt x="5696" y="1721"/>
                    <a:pt x="5702" y="1721"/>
                    <a:pt x="5709" y="1721"/>
                  </a:cubicBezTo>
                  <a:cubicBezTo>
                    <a:pt x="5715" y="1721"/>
                    <a:pt x="5721" y="1721"/>
                    <a:pt x="5728" y="1720"/>
                  </a:cubicBezTo>
                  <a:cubicBezTo>
                    <a:pt x="5822" y="1720"/>
                    <a:pt x="5899" y="1643"/>
                    <a:pt x="5899" y="1549"/>
                  </a:cubicBezTo>
                  <a:cubicBezTo>
                    <a:pt x="5899" y="1455"/>
                    <a:pt x="5825" y="1378"/>
                    <a:pt x="5731" y="1376"/>
                  </a:cubicBezTo>
                  <a:lnTo>
                    <a:pt x="5728" y="1376"/>
                  </a:lnTo>
                  <a:cubicBezTo>
                    <a:pt x="5722" y="1375"/>
                    <a:pt x="5715" y="1375"/>
                    <a:pt x="5709" y="1375"/>
                  </a:cubicBezTo>
                  <a:close/>
                  <a:moveTo>
                    <a:pt x="1419" y="2086"/>
                  </a:moveTo>
                  <a:cubicBezTo>
                    <a:pt x="1337" y="2097"/>
                    <a:pt x="1278" y="2171"/>
                    <a:pt x="1288" y="2253"/>
                  </a:cubicBezTo>
                  <a:cubicBezTo>
                    <a:pt x="1296" y="2322"/>
                    <a:pt x="1351" y="2375"/>
                    <a:pt x="1419" y="2383"/>
                  </a:cubicBezTo>
                  <a:lnTo>
                    <a:pt x="2996" y="2383"/>
                  </a:lnTo>
                  <a:cubicBezTo>
                    <a:pt x="2997" y="2383"/>
                    <a:pt x="2998" y="2383"/>
                    <a:pt x="2999" y="2383"/>
                  </a:cubicBezTo>
                  <a:cubicBezTo>
                    <a:pt x="3079" y="2383"/>
                    <a:pt x="3145" y="2319"/>
                    <a:pt x="3146" y="2238"/>
                  </a:cubicBezTo>
                  <a:lnTo>
                    <a:pt x="3146" y="2235"/>
                  </a:lnTo>
                  <a:cubicBezTo>
                    <a:pt x="3146" y="2153"/>
                    <a:pt x="3079" y="2086"/>
                    <a:pt x="2996" y="2086"/>
                  </a:cubicBezTo>
                  <a:close/>
                  <a:moveTo>
                    <a:pt x="148" y="2086"/>
                  </a:moveTo>
                  <a:cubicBezTo>
                    <a:pt x="66" y="2097"/>
                    <a:pt x="8" y="2171"/>
                    <a:pt x="17" y="2253"/>
                  </a:cubicBezTo>
                  <a:cubicBezTo>
                    <a:pt x="26" y="2322"/>
                    <a:pt x="79" y="2375"/>
                    <a:pt x="148" y="2384"/>
                  </a:cubicBezTo>
                  <a:lnTo>
                    <a:pt x="749" y="2384"/>
                  </a:lnTo>
                  <a:cubicBezTo>
                    <a:pt x="830" y="2384"/>
                    <a:pt x="897" y="2317"/>
                    <a:pt x="897" y="2237"/>
                  </a:cubicBezTo>
                  <a:cubicBezTo>
                    <a:pt x="898" y="2155"/>
                    <a:pt x="833" y="2088"/>
                    <a:pt x="751" y="2086"/>
                  </a:cubicBezTo>
                  <a:close/>
                  <a:moveTo>
                    <a:pt x="148" y="2774"/>
                  </a:moveTo>
                  <a:cubicBezTo>
                    <a:pt x="66" y="2783"/>
                    <a:pt x="8" y="2858"/>
                    <a:pt x="17" y="2940"/>
                  </a:cubicBezTo>
                  <a:cubicBezTo>
                    <a:pt x="26" y="3008"/>
                    <a:pt x="79" y="3062"/>
                    <a:pt x="148" y="3071"/>
                  </a:cubicBezTo>
                  <a:lnTo>
                    <a:pt x="749" y="3071"/>
                  </a:lnTo>
                  <a:cubicBezTo>
                    <a:pt x="830" y="3071"/>
                    <a:pt x="897" y="3004"/>
                    <a:pt x="897" y="2923"/>
                  </a:cubicBezTo>
                  <a:cubicBezTo>
                    <a:pt x="898" y="2841"/>
                    <a:pt x="833" y="2774"/>
                    <a:pt x="751" y="2774"/>
                  </a:cubicBezTo>
                  <a:close/>
                  <a:moveTo>
                    <a:pt x="1419" y="2773"/>
                  </a:moveTo>
                  <a:cubicBezTo>
                    <a:pt x="1337" y="2783"/>
                    <a:pt x="1278" y="2858"/>
                    <a:pt x="1288" y="2940"/>
                  </a:cubicBezTo>
                  <a:cubicBezTo>
                    <a:pt x="1296" y="3008"/>
                    <a:pt x="1351" y="3062"/>
                    <a:pt x="1419" y="3071"/>
                  </a:cubicBezTo>
                  <a:lnTo>
                    <a:pt x="2996" y="3071"/>
                  </a:lnTo>
                  <a:cubicBezTo>
                    <a:pt x="3078" y="3071"/>
                    <a:pt x="3145" y="3007"/>
                    <a:pt x="3146" y="2925"/>
                  </a:cubicBezTo>
                  <a:lnTo>
                    <a:pt x="3146" y="2923"/>
                  </a:lnTo>
                  <a:cubicBezTo>
                    <a:pt x="3146" y="2840"/>
                    <a:pt x="3079" y="2773"/>
                    <a:pt x="2996" y="2773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20"/>
                  </a:cubicBezTo>
                  <a:cubicBezTo>
                    <a:pt x="5253" y="3616"/>
                    <a:pt x="5331" y="3693"/>
                    <a:pt x="5426" y="3694"/>
                  </a:cubicBezTo>
                  <a:lnTo>
                    <a:pt x="5427" y="3694"/>
                  </a:lnTo>
                  <a:cubicBezTo>
                    <a:pt x="5523" y="3694"/>
                    <a:pt x="5599" y="3619"/>
                    <a:pt x="5600" y="3523"/>
                  </a:cubicBezTo>
                  <a:cubicBezTo>
                    <a:pt x="5602" y="3428"/>
                    <a:pt x="5526" y="3351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5941" y="3349"/>
                  </a:moveTo>
                  <a:cubicBezTo>
                    <a:pt x="5847" y="3349"/>
                    <a:pt x="5770" y="3424"/>
                    <a:pt x="5768" y="3520"/>
                  </a:cubicBezTo>
                  <a:cubicBezTo>
                    <a:pt x="5768" y="3616"/>
                    <a:pt x="5844" y="3693"/>
                    <a:pt x="5940" y="3694"/>
                  </a:cubicBezTo>
                  <a:lnTo>
                    <a:pt x="5944" y="3694"/>
                  </a:lnTo>
                  <a:cubicBezTo>
                    <a:pt x="6038" y="3694"/>
                    <a:pt x="6114" y="3619"/>
                    <a:pt x="6114" y="3523"/>
                  </a:cubicBezTo>
                  <a:cubicBezTo>
                    <a:pt x="6115" y="3428"/>
                    <a:pt x="6039" y="3351"/>
                    <a:pt x="5944" y="3349"/>
                  </a:cubicBezTo>
                  <a:cubicBezTo>
                    <a:pt x="5943" y="3349"/>
                    <a:pt x="5942" y="3349"/>
                    <a:pt x="5941" y="3349"/>
                  </a:cubicBezTo>
                  <a:close/>
                  <a:moveTo>
                    <a:pt x="6456" y="3349"/>
                  </a:moveTo>
                  <a:cubicBezTo>
                    <a:pt x="6362" y="3349"/>
                    <a:pt x="6286" y="3424"/>
                    <a:pt x="6285" y="3520"/>
                  </a:cubicBezTo>
                  <a:cubicBezTo>
                    <a:pt x="6284" y="3616"/>
                    <a:pt x="6359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9"/>
                    <a:pt x="6630" y="3523"/>
                  </a:cubicBezTo>
                  <a:cubicBezTo>
                    <a:pt x="6632" y="3428"/>
                    <a:pt x="6555" y="3351"/>
                    <a:pt x="6459" y="3349"/>
                  </a:cubicBezTo>
                  <a:cubicBezTo>
                    <a:pt x="6458" y="3349"/>
                    <a:pt x="6457" y="3349"/>
                    <a:pt x="6456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800" y="3424"/>
                    <a:pt x="6799" y="3520"/>
                  </a:cubicBezTo>
                  <a:cubicBezTo>
                    <a:pt x="6797" y="3616"/>
                    <a:pt x="6875" y="3693"/>
                    <a:pt x="6970" y="3694"/>
                  </a:cubicBezTo>
                  <a:lnTo>
                    <a:pt x="6973" y="3694"/>
                  </a:lnTo>
                  <a:cubicBezTo>
                    <a:pt x="7068" y="3694"/>
                    <a:pt x="7144" y="3619"/>
                    <a:pt x="7144" y="3523"/>
                  </a:cubicBezTo>
                  <a:cubicBezTo>
                    <a:pt x="7146" y="3428"/>
                    <a:pt x="7068" y="3351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5" y="3520"/>
                  </a:cubicBezTo>
                  <a:cubicBezTo>
                    <a:pt x="7314" y="3616"/>
                    <a:pt x="7390" y="3693"/>
                    <a:pt x="7485" y="3694"/>
                  </a:cubicBezTo>
                  <a:lnTo>
                    <a:pt x="7488" y="3694"/>
                  </a:lnTo>
                  <a:cubicBezTo>
                    <a:pt x="7582" y="3694"/>
                    <a:pt x="7659" y="3619"/>
                    <a:pt x="7661" y="3523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0" y="3349"/>
                  </a:moveTo>
                  <a:cubicBezTo>
                    <a:pt x="7906" y="3349"/>
                    <a:pt x="7829" y="3424"/>
                    <a:pt x="7829" y="3520"/>
                  </a:cubicBezTo>
                  <a:cubicBezTo>
                    <a:pt x="7828" y="3616"/>
                    <a:pt x="7903" y="3693"/>
                    <a:pt x="7999" y="3694"/>
                  </a:cubicBezTo>
                  <a:lnTo>
                    <a:pt x="8003" y="3694"/>
                  </a:lnTo>
                  <a:cubicBezTo>
                    <a:pt x="8097" y="3694"/>
                    <a:pt x="8174" y="3619"/>
                    <a:pt x="8174" y="3523"/>
                  </a:cubicBezTo>
                  <a:cubicBezTo>
                    <a:pt x="8174" y="3428"/>
                    <a:pt x="8099" y="3351"/>
                    <a:pt x="8003" y="3349"/>
                  </a:cubicBezTo>
                  <a:cubicBezTo>
                    <a:pt x="8002" y="3349"/>
                    <a:pt x="8001" y="3349"/>
                    <a:pt x="8000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4"/>
                    <a:pt x="17" y="3626"/>
                  </a:cubicBezTo>
                  <a:cubicBezTo>
                    <a:pt x="26" y="3694"/>
                    <a:pt x="79" y="3748"/>
                    <a:pt x="148" y="3757"/>
                  </a:cubicBezTo>
                  <a:lnTo>
                    <a:pt x="749" y="3757"/>
                  </a:lnTo>
                  <a:cubicBezTo>
                    <a:pt x="830" y="3757"/>
                    <a:pt x="897" y="3691"/>
                    <a:pt x="897" y="3610"/>
                  </a:cubicBezTo>
                  <a:cubicBezTo>
                    <a:pt x="898" y="3528"/>
                    <a:pt x="833" y="3461"/>
                    <a:pt x="751" y="3461"/>
                  </a:cubicBezTo>
                  <a:close/>
                  <a:moveTo>
                    <a:pt x="3307" y="3461"/>
                  </a:moveTo>
                  <a:cubicBezTo>
                    <a:pt x="3225" y="3470"/>
                    <a:pt x="3167" y="3544"/>
                    <a:pt x="3178" y="3626"/>
                  </a:cubicBezTo>
                  <a:cubicBezTo>
                    <a:pt x="3185" y="3694"/>
                    <a:pt x="3240" y="3748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0"/>
                    <a:pt x="5033" y="3610"/>
                  </a:cubicBezTo>
                  <a:cubicBezTo>
                    <a:pt x="5034" y="3528"/>
                    <a:pt x="4969" y="3461"/>
                    <a:pt x="4888" y="3461"/>
                  </a:cubicBezTo>
                  <a:close/>
                  <a:moveTo>
                    <a:pt x="148" y="4147"/>
                  </a:moveTo>
                  <a:cubicBezTo>
                    <a:pt x="66" y="4156"/>
                    <a:pt x="8" y="4230"/>
                    <a:pt x="17" y="4312"/>
                  </a:cubicBezTo>
                  <a:cubicBezTo>
                    <a:pt x="26" y="4381"/>
                    <a:pt x="79" y="4434"/>
                    <a:pt x="148" y="4443"/>
                  </a:cubicBezTo>
                  <a:lnTo>
                    <a:pt x="749" y="4443"/>
                  </a:lnTo>
                  <a:cubicBezTo>
                    <a:pt x="830" y="4443"/>
                    <a:pt x="897" y="4378"/>
                    <a:pt x="897" y="4296"/>
                  </a:cubicBezTo>
                  <a:cubicBezTo>
                    <a:pt x="898" y="4214"/>
                    <a:pt x="833" y="4149"/>
                    <a:pt x="751" y="4147"/>
                  </a:cubicBezTo>
                  <a:close/>
                  <a:moveTo>
                    <a:pt x="3307" y="4147"/>
                  </a:moveTo>
                  <a:cubicBezTo>
                    <a:pt x="3225" y="4156"/>
                    <a:pt x="3167" y="4230"/>
                    <a:pt x="3178" y="4312"/>
                  </a:cubicBezTo>
                  <a:cubicBezTo>
                    <a:pt x="3185" y="4381"/>
                    <a:pt x="3240" y="4434"/>
                    <a:pt x="3307" y="4443"/>
                  </a:cubicBezTo>
                  <a:lnTo>
                    <a:pt x="4885" y="4443"/>
                  </a:lnTo>
                  <a:cubicBezTo>
                    <a:pt x="4967" y="4443"/>
                    <a:pt x="5033" y="4378"/>
                    <a:pt x="5033" y="4296"/>
                  </a:cubicBezTo>
                  <a:cubicBezTo>
                    <a:pt x="5034" y="4214"/>
                    <a:pt x="4969" y="4147"/>
                    <a:pt x="4888" y="4147"/>
                  </a:cubicBezTo>
                  <a:close/>
                  <a:moveTo>
                    <a:pt x="5426" y="4765"/>
                  </a:moveTo>
                  <a:cubicBezTo>
                    <a:pt x="5332" y="4765"/>
                    <a:pt x="5256" y="4840"/>
                    <a:pt x="5255" y="4936"/>
                  </a:cubicBezTo>
                  <a:cubicBezTo>
                    <a:pt x="5253" y="5032"/>
                    <a:pt x="5331" y="5109"/>
                    <a:pt x="5426" y="5110"/>
                  </a:cubicBezTo>
                  <a:lnTo>
                    <a:pt x="5427" y="5110"/>
                  </a:lnTo>
                  <a:cubicBezTo>
                    <a:pt x="5523" y="5110"/>
                    <a:pt x="5599" y="5035"/>
                    <a:pt x="5600" y="4939"/>
                  </a:cubicBezTo>
                  <a:cubicBezTo>
                    <a:pt x="5602" y="4844"/>
                    <a:pt x="5524" y="4767"/>
                    <a:pt x="5429" y="4765"/>
                  </a:cubicBezTo>
                  <a:cubicBezTo>
                    <a:pt x="5428" y="4765"/>
                    <a:pt x="5427" y="4765"/>
                    <a:pt x="5426" y="4765"/>
                  </a:cubicBezTo>
                  <a:close/>
                  <a:moveTo>
                    <a:pt x="5941" y="4765"/>
                  </a:moveTo>
                  <a:cubicBezTo>
                    <a:pt x="5846" y="4765"/>
                    <a:pt x="5770" y="4840"/>
                    <a:pt x="5768" y="4936"/>
                  </a:cubicBezTo>
                  <a:cubicBezTo>
                    <a:pt x="5767" y="5032"/>
                    <a:pt x="5844" y="5109"/>
                    <a:pt x="5940" y="5110"/>
                  </a:cubicBezTo>
                  <a:lnTo>
                    <a:pt x="5944" y="5110"/>
                  </a:lnTo>
                  <a:cubicBezTo>
                    <a:pt x="6038" y="5110"/>
                    <a:pt x="6114" y="5035"/>
                    <a:pt x="6114" y="4939"/>
                  </a:cubicBezTo>
                  <a:cubicBezTo>
                    <a:pt x="6115" y="4844"/>
                    <a:pt x="6039" y="4767"/>
                    <a:pt x="5944" y="4765"/>
                  </a:cubicBezTo>
                  <a:cubicBezTo>
                    <a:pt x="5943" y="4765"/>
                    <a:pt x="5942" y="4765"/>
                    <a:pt x="5941" y="4765"/>
                  </a:cubicBezTo>
                  <a:close/>
                  <a:moveTo>
                    <a:pt x="6456" y="4765"/>
                  </a:moveTo>
                  <a:cubicBezTo>
                    <a:pt x="6362" y="4765"/>
                    <a:pt x="6286" y="4840"/>
                    <a:pt x="6285" y="4936"/>
                  </a:cubicBezTo>
                  <a:cubicBezTo>
                    <a:pt x="6284" y="5032"/>
                    <a:pt x="6359" y="5109"/>
                    <a:pt x="6455" y="5110"/>
                  </a:cubicBezTo>
                  <a:lnTo>
                    <a:pt x="6458" y="5110"/>
                  </a:lnTo>
                  <a:cubicBezTo>
                    <a:pt x="6552" y="5110"/>
                    <a:pt x="6629" y="5035"/>
                    <a:pt x="6630" y="4939"/>
                  </a:cubicBezTo>
                  <a:cubicBezTo>
                    <a:pt x="6632" y="4844"/>
                    <a:pt x="6555" y="4767"/>
                    <a:pt x="6459" y="4765"/>
                  </a:cubicBezTo>
                  <a:cubicBezTo>
                    <a:pt x="6458" y="4765"/>
                    <a:pt x="6457" y="4765"/>
                    <a:pt x="6456" y="4765"/>
                  </a:cubicBezTo>
                  <a:close/>
                  <a:moveTo>
                    <a:pt x="6970" y="4765"/>
                  </a:moveTo>
                  <a:cubicBezTo>
                    <a:pt x="6876" y="4765"/>
                    <a:pt x="6800" y="4840"/>
                    <a:pt x="6799" y="4936"/>
                  </a:cubicBezTo>
                  <a:cubicBezTo>
                    <a:pt x="6797" y="5032"/>
                    <a:pt x="6873" y="5109"/>
                    <a:pt x="6970" y="5110"/>
                  </a:cubicBezTo>
                  <a:lnTo>
                    <a:pt x="6973" y="5110"/>
                  </a:lnTo>
                  <a:cubicBezTo>
                    <a:pt x="7068" y="5110"/>
                    <a:pt x="7144" y="5035"/>
                    <a:pt x="7144" y="4939"/>
                  </a:cubicBezTo>
                  <a:cubicBezTo>
                    <a:pt x="7146" y="4844"/>
                    <a:pt x="7068" y="4767"/>
                    <a:pt x="6973" y="4765"/>
                  </a:cubicBezTo>
                  <a:cubicBezTo>
                    <a:pt x="6972" y="4765"/>
                    <a:pt x="6971" y="4765"/>
                    <a:pt x="6970" y="4765"/>
                  </a:cubicBezTo>
                  <a:close/>
                  <a:moveTo>
                    <a:pt x="7487" y="4765"/>
                  </a:moveTo>
                  <a:cubicBezTo>
                    <a:pt x="7393" y="4765"/>
                    <a:pt x="7315" y="4840"/>
                    <a:pt x="7315" y="4936"/>
                  </a:cubicBezTo>
                  <a:cubicBezTo>
                    <a:pt x="7314" y="5032"/>
                    <a:pt x="7390" y="5109"/>
                    <a:pt x="7485" y="5110"/>
                  </a:cubicBezTo>
                  <a:lnTo>
                    <a:pt x="7488" y="5110"/>
                  </a:lnTo>
                  <a:cubicBezTo>
                    <a:pt x="7582" y="5110"/>
                    <a:pt x="7659" y="5035"/>
                    <a:pt x="7661" y="4939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0" y="4765"/>
                  </a:moveTo>
                  <a:cubicBezTo>
                    <a:pt x="7906" y="4765"/>
                    <a:pt x="7829" y="4840"/>
                    <a:pt x="7829" y="4936"/>
                  </a:cubicBezTo>
                  <a:cubicBezTo>
                    <a:pt x="7828" y="5032"/>
                    <a:pt x="7903" y="5109"/>
                    <a:pt x="7999" y="5110"/>
                  </a:cubicBezTo>
                  <a:lnTo>
                    <a:pt x="8003" y="5110"/>
                  </a:lnTo>
                  <a:cubicBezTo>
                    <a:pt x="8097" y="5110"/>
                    <a:pt x="8174" y="5035"/>
                    <a:pt x="8174" y="4939"/>
                  </a:cubicBezTo>
                  <a:cubicBezTo>
                    <a:pt x="8174" y="4844"/>
                    <a:pt x="8099" y="4767"/>
                    <a:pt x="8003" y="4765"/>
                  </a:cubicBezTo>
                  <a:cubicBezTo>
                    <a:pt x="8002" y="4765"/>
                    <a:pt x="8001" y="4765"/>
                    <a:pt x="8000" y="4765"/>
                  </a:cubicBezTo>
                  <a:close/>
                  <a:moveTo>
                    <a:pt x="148" y="4834"/>
                  </a:moveTo>
                  <a:cubicBezTo>
                    <a:pt x="66" y="4835"/>
                    <a:pt x="0" y="4901"/>
                    <a:pt x="0" y="4982"/>
                  </a:cubicBezTo>
                  <a:cubicBezTo>
                    <a:pt x="0" y="5064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1" y="5130"/>
                    <a:pt x="897" y="5064"/>
                    <a:pt x="897" y="4982"/>
                  </a:cubicBezTo>
                  <a:cubicBezTo>
                    <a:pt x="897" y="4901"/>
                    <a:pt x="831" y="4835"/>
                    <a:pt x="749" y="4834"/>
                  </a:cubicBezTo>
                  <a:close/>
                  <a:moveTo>
                    <a:pt x="3307" y="4834"/>
                  </a:moveTo>
                  <a:cubicBezTo>
                    <a:pt x="3227" y="4835"/>
                    <a:pt x="3161" y="4901"/>
                    <a:pt x="3161" y="4982"/>
                  </a:cubicBezTo>
                  <a:cubicBezTo>
                    <a:pt x="3161" y="5064"/>
                    <a:pt x="3227" y="5130"/>
                    <a:pt x="3307" y="5130"/>
                  </a:cubicBezTo>
                  <a:lnTo>
                    <a:pt x="4885" y="5130"/>
                  </a:lnTo>
                  <a:cubicBezTo>
                    <a:pt x="4967" y="5130"/>
                    <a:pt x="5033" y="5064"/>
                    <a:pt x="5033" y="4982"/>
                  </a:cubicBezTo>
                  <a:cubicBezTo>
                    <a:pt x="5033" y="4901"/>
                    <a:pt x="4967" y="4835"/>
                    <a:pt x="4885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5657875" y="3437575"/>
              <a:ext cx="204375" cy="128300"/>
            </a:xfrm>
            <a:custGeom>
              <a:avLst/>
              <a:gdLst/>
              <a:ahLst/>
              <a:cxnLst/>
              <a:rect l="l" t="t" r="r" b="b"/>
              <a:pathLst>
                <a:path w="8175" h="5132" extrusionOk="0">
                  <a:moveTo>
                    <a:pt x="1419" y="26"/>
                  </a:moveTo>
                  <a:cubicBezTo>
                    <a:pt x="1337" y="27"/>
                    <a:pt x="1272" y="94"/>
                    <a:pt x="1272" y="176"/>
                  </a:cubicBezTo>
                  <a:cubicBezTo>
                    <a:pt x="1272" y="257"/>
                    <a:pt x="1337" y="322"/>
                    <a:pt x="1419" y="322"/>
                  </a:cubicBezTo>
                  <a:lnTo>
                    <a:pt x="2996" y="322"/>
                  </a:lnTo>
                  <a:cubicBezTo>
                    <a:pt x="2997" y="322"/>
                    <a:pt x="2998" y="322"/>
                    <a:pt x="2999" y="322"/>
                  </a:cubicBezTo>
                  <a:cubicBezTo>
                    <a:pt x="3079" y="322"/>
                    <a:pt x="3145" y="259"/>
                    <a:pt x="3146" y="178"/>
                  </a:cubicBezTo>
                  <a:lnTo>
                    <a:pt x="3146" y="176"/>
                  </a:lnTo>
                  <a:cubicBezTo>
                    <a:pt x="3146" y="93"/>
                    <a:pt x="3079" y="26"/>
                    <a:pt x="2996" y="26"/>
                  </a:cubicBezTo>
                  <a:close/>
                  <a:moveTo>
                    <a:pt x="148" y="27"/>
                  </a:moveTo>
                  <a:cubicBezTo>
                    <a:pt x="66" y="27"/>
                    <a:pt x="0" y="94"/>
                    <a:pt x="0" y="176"/>
                  </a:cubicBezTo>
                  <a:cubicBezTo>
                    <a:pt x="0" y="257"/>
                    <a:pt x="66" y="324"/>
                    <a:pt x="148" y="324"/>
                  </a:cubicBezTo>
                  <a:lnTo>
                    <a:pt x="749" y="324"/>
                  </a:lnTo>
                  <a:cubicBezTo>
                    <a:pt x="830" y="324"/>
                    <a:pt x="897" y="257"/>
                    <a:pt x="897" y="176"/>
                  </a:cubicBezTo>
                  <a:cubicBezTo>
                    <a:pt x="897" y="94"/>
                    <a:pt x="831" y="27"/>
                    <a:pt x="749" y="27"/>
                  </a:cubicBezTo>
                  <a:close/>
                  <a:moveTo>
                    <a:pt x="3665" y="1"/>
                  </a:moveTo>
                  <a:cubicBezTo>
                    <a:pt x="3571" y="1"/>
                    <a:pt x="3495" y="76"/>
                    <a:pt x="3493" y="170"/>
                  </a:cubicBezTo>
                  <a:cubicBezTo>
                    <a:pt x="3492" y="267"/>
                    <a:pt x="3569" y="345"/>
                    <a:pt x="3665" y="346"/>
                  </a:cubicBezTo>
                  <a:lnTo>
                    <a:pt x="3669" y="346"/>
                  </a:lnTo>
                  <a:cubicBezTo>
                    <a:pt x="3763" y="346"/>
                    <a:pt x="3839" y="270"/>
                    <a:pt x="3839" y="175"/>
                  </a:cubicBezTo>
                  <a:cubicBezTo>
                    <a:pt x="3840" y="80"/>
                    <a:pt x="3764" y="2"/>
                    <a:pt x="3667" y="1"/>
                  </a:cubicBezTo>
                  <a:cubicBezTo>
                    <a:pt x="3667" y="1"/>
                    <a:pt x="3666" y="1"/>
                    <a:pt x="3665" y="1"/>
                  </a:cubicBezTo>
                  <a:close/>
                  <a:moveTo>
                    <a:pt x="4181" y="1"/>
                  </a:moveTo>
                  <a:cubicBezTo>
                    <a:pt x="4087" y="1"/>
                    <a:pt x="4010" y="76"/>
                    <a:pt x="4010" y="170"/>
                  </a:cubicBezTo>
                  <a:cubicBezTo>
                    <a:pt x="4008" y="267"/>
                    <a:pt x="4084" y="345"/>
                    <a:pt x="4180" y="346"/>
                  </a:cubicBezTo>
                  <a:lnTo>
                    <a:pt x="4183" y="346"/>
                  </a:lnTo>
                  <a:cubicBezTo>
                    <a:pt x="4276" y="346"/>
                    <a:pt x="4354" y="270"/>
                    <a:pt x="4355" y="175"/>
                  </a:cubicBezTo>
                  <a:cubicBezTo>
                    <a:pt x="4355" y="80"/>
                    <a:pt x="4279" y="2"/>
                    <a:pt x="4184" y="1"/>
                  </a:cubicBezTo>
                  <a:cubicBezTo>
                    <a:pt x="4183" y="1"/>
                    <a:pt x="4182" y="1"/>
                    <a:pt x="4181" y="1"/>
                  </a:cubicBezTo>
                  <a:close/>
                  <a:moveTo>
                    <a:pt x="4695" y="1"/>
                  </a:moveTo>
                  <a:cubicBezTo>
                    <a:pt x="4601" y="1"/>
                    <a:pt x="4525" y="76"/>
                    <a:pt x="4524" y="170"/>
                  </a:cubicBezTo>
                  <a:cubicBezTo>
                    <a:pt x="4522" y="267"/>
                    <a:pt x="4598" y="345"/>
                    <a:pt x="4695" y="346"/>
                  </a:cubicBezTo>
                  <a:lnTo>
                    <a:pt x="4698" y="346"/>
                  </a:lnTo>
                  <a:cubicBezTo>
                    <a:pt x="4793" y="346"/>
                    <a:pt x="4869" y="270"/>
                    <a:pt x="4869" y="175"/>
                  </a:cubicBezTo>
                  <a:cubicBezTo>
                    <a:pt x="4871" y="80"/>
                    <a:pt x="4793" y="2"/>
                    <a:pt x="4698" y="1"/>
                  </a:cubicBezTo>
                  <a:cubicBezTo>
                    <a:pt x="4697" y="1"/>
                    <a:pt x="4696" y="1"/>
                    <a:pt x="4695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0" y="76"/>
                    <a:pt x="5039" y="170"/>
                  </a:cubicBezTo>
                  <a:cubicBezTo>
                    <a:pt x="5039" y="267"/>
                    <a:pt x="5115" y="345"/>
                    <a:pt x="5210" y="346"/>
                  </a:cubicBezTo>
                  <a:lnTo>
                    <a:pt x="5213" y="346"/>
                  </a:lnTo>
                  <a:cubicBezTo>
                    <a:pt x="5307" y="346"/>
                    <a:pt x="5384" y="270"/>
                    <a:pt x="5386" y="175"/>
                  </a:cubicBezTo>
                  <a:lnTo>
                    <a:pt x="5384" y="175"/>
                  </a:lnTo>
                  <a:cubicBezTo>
                    <a:pt x="5386" y="80"/>
                    <a:pt x="5310" y="2"/>
                    <a:pt x="5214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8" y="1"/>
                    <a:pt x="6071" y="76"/>
                    <a:pt x="6069" y="170"/>
                  </a:cubicBezTo>
                  <a:cubicBezTo>
                    <a:pt x="6069" y="267"/>
                    <a:pt x="6145" y="345"/>
                    <a:pt x="6240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6" y="80"/>
                    <a:pt x="6340" y="2"/>
                    <a:pt x="6245" y="1"/>
                  </a:cubicBezTo>
                  <a:cubicBezTo>
                    <a:pt x="6244" y="1"/>
                    <a:pt x="6243" y="1"/>
                    <a:pt x="6242" y="1"/>
                  </a:cubicBezTo>
                  <a:close/>
                  <a:moveTo>
                    <a:pt x="5709" y="1"/>
                  </a:moveTo>
                  <a:cubicBezTo>
                    <a:pt x="5622" y="1"/>
                    <a:pt x="5547" y="67"/>
                    <a:pt x="5538" y="155"/>
                  </a:cubicBezTo>
                  <a:cubicBezTo>
                    <a:pt x="5527" y="249"/>
                    <a:pt x="5596" y="336"/>
                    <a:pt x="5689" y="346"/>
                  </a:cubicBezTo>
                  <a:cubicBezTo>
                    <a:pt x="5696" y="347"/>
                    <a:pt x="5702" y="347"/>
                    <a:pt x="5709" y="347"/>
                  </a:cubicBezTo>
                  <a:cubicBezTo>
                    <a:pt x="5715" y="347"/>
                    <a:pt x="5721" y="347"/>
                    <a:pt x="5728" y="346"/>
                  </a:cubicBezTo>
                  <a:cubicBezTo>
                    <a:pt x="5822" y="346"/>
                    <a:pt x="5899" y="269"/>
                    <a:pt x="5899" y="175"/>
                  </a:cubicBezTo>
                  <a:cubicBezTo>
                    <a:pt x="5899" y="81"/>
                    <a:pt x="5825" y="4"/>
                    <a:pt x="5731" y="2"/>
                  </a:cubicBezTo>
                  <a:lnTo>
                    <a:pt x="5728" y="2"/>
                  </a:lnTo>
                  <a:cubicBezTo>
                    <a:pt x="5722" y="1"/>
                    <a:pt x="5715" y="1"/>
                    <a:pt x="5709" y="1"/>
                  </a:cubicBezTo>
                  <a:close/>
                  <a:moveTo>
                    <a:pt x="148" y="715"/>
                  </a:moveTo>
                  <a:cubicBezTo>
                    <a:pt x="66" y="715"/>
                    <a:pt x="0" y="781"/>
                    <a:pt x="0" y="863"/>
                  </a:cubicBezTo>
                  <a:cubicBezTo>
                    <a:pt x="0" y="945"/>
                    <a:pt x="66" y="1012"/>
                    <a:pt x="148" y="1012"/>
                  </a:cubicBezTo>
                  <a:lnTo>
                    <a:pt x="749" y="1012"/>
                  </a:lnTo>
                  <a:cubicBezTo>
                    <a:pt x="831" y="1012"/>
                    <a:pt x="897" y="945"/>
                    <a:pt x="897" y="863"/>
                  </a:cubicBezTo>
                  <a:cubicBezTo>
                    <a:pt x="897" y="781"/>
                    <a:pt x="830" y="715"/>
                    <a:pt x="749" y="715"/>
                  </a:cubicBezTo>
                  <a:close/>
                  <a:moveTo>
                    <a:pt x="1418" y="715"/>
                  </a:moveTo>
                  <a:cubicBezTo>
                    <a:pt x="1337" y="715"/>
                    <a:pt x="1272" y="781"/>
                    <a:pt x="1272" y="863"/>
                  </a:cubicBezTo>
                  <a:cubicBezTo>
                    <a:pt x="1272" y="945"/>
                    <a:pt x="1337" y="1010"/>
                    <a:pt x="1418" y="1012"/>
                  </a:cubicBezTo>
                  <a:lnTo>
                    <a:pt x="2996" y="1012"/>
                  </a:lnTo>
                  <a:cubicBezTo>
                    <a:pt x="3079" y="1012"/>
                    <a:pt x="3146" y="945"/>
                    <a:pt x="3146" y="863"/>
                  </a:cubicBezTo>
                  <a:cubicBezTo>
                    <a:pt x="3146" y="781"/>
                    <a:pt x="3079" y="715"/>
                    <a:pt x="2999" y="715"/>
                  </a:cubicBezTo>
                  <a:close/>
                  <a:moveTo>
                    <a:pt x="148" y="1402"/>
                  </a:moveTo>
                  <a:cubicBezTo>
                    <a:pt x="66" y="1412"/>
                    <a:pt x="8" y="1487"/>
                    <a:pt x="17" y="1568"/>
                  </a:cubicBezTo>
                  <a:cubicBezTo>
                    <a:pt x="26" y="1637"/>
                    <a:pt x="79" y="1691"/>
                    <a:pt x="148" y="1698"/>
                  </a:cubicBezTo>
                  <a:lnTo>
                    <a:pt x="749" y="1698"/>
                  </a:lnTo>
                  <a:cubicBezTo>
                    <a:pt x="828" y="1698"/>
                    <a:pt x="892" y="1637"/>
                    <a:pt x="897" y="1558"/>
                  </a:cubicBezTo>
                  <a:lnTo>
                    <a:pt x="897" y="1549"/>
                  </a:lnTo>
                  <a:cubicBezTo>
                    <a:pt x="897" y="1469"/>
                    <a:pt x="830" y="1402"/>
                    <a:pt x="749" y="1402"/>
                  </a:cubicBezTo>
                  <a:close/>
                  <a:moveTo>
                    <a:pt x="1418" y="1402"/>
                  </a:moveTo>
                  <a:cubicBezTo>
                    <a:pt x="1336" y="1412"/>
                    <a:pt x="1278" y="1485"/>
                    <a:pt x="1288" y="1567"/>
                  </a:cubicBezTo>
                  <a:cubicBezTo>
                    <a:pt x="1296" y="1635"/>
                    <a:pt x="1351" y="1691"/>
                    <a:pt x="1418" y="1698"/>
                  </a:cubicBezTo>
                  <a:lnTo>
                    <a:pt x="2996" y="1698"/>
                  </a:lnTo>
                  <a:cubicBezTo>
                    <a:pt x="3076" y="1698"/>
                    <a:pt x="3142" y="1637"/>
                    <a:pt x="3146" y="1558"/>
                  </a:cubicBezTo>
                  <a:lnTo>
                    <a:pt x="3146" y="1549"/>
                  </a:lnTo>
                  <a:cubicBezTo>
                    <a:pt x="3146" y="1467"/>
                    <a:pt x="3079" y="1402"/>
                    <a:pt x="2999" y="1402"/>
                  </a:cubicBezTo>
                  <a:close/>
                  <a:moveTo>
                    <a:pt x="3666" y="1384"/>
                  </a:moveTo>
                  <a:cubicBezTo>
                    <a:pt x="3571" y="1384"/>
                    <a:pt x="3493" y="1461"/>
                    <a:pt x="3493" y="1557"/>
                  </a:cubicBezTo>
                  <a:cubicBezTo>
                    <a:pt x="3493" y="1652"/>
                    <a:pt x="3571" y="1729"/>
                    <a:pt x="3666" y="1729"/>
                  </a:cubicBezTo>
                  <a:lnTo>
                    <a:pt x="3667" y="1729"/>
                  </a:lnTo>
                  <a:cubicBezTo>
                    <a:pt x="3763" y="1729"/>
                    <a:pt x="3839" y="1653"/>
                    <a:pt x="3839" y="1560"/>
                  </a:cubicBezTo>
                  <a:lnTo>
                    <a:pt x="3839" y="1557"/>
                  </a:lnTo>
                  <a:cubicBezTo>
                    <a:pt x="3839" y="1461"/>
                    <a:pt x="3761" y="1384"/>
                    <a:pt x="3666" y="1384"/>
                  </a:cubicBezTo>
                  <a:close/>
                  <a:moveTo>
                    <a:pt x="4696" y="1384"/>
                  </a:moveTo>
                  <a:cubicBezTo>
                    <a:pt x="4601" y="1384"/>
                    <a:pt x="4524" y="1461"/>
                    <a:pt x="4524" y="1557"/>
                  </a:cubicBezTo>
                  <a:cubicBezTo>
                    <a:pt x="4524" y="1652"/>
                    <a:pt x="4601" y="1729"/>
                    <a:pt x="4696" y="1729"/>
                  </a:cubicBezTo>
                  <a:lnTo>
                    <a:pt x="4698" y="1729"/>
                  </a:lnTo>
                  <a:cubicBezTo>
                    <a:pt x="4792" y="1729"/>
                    <a:pt x="4869" y="1653"/>
                    <a:pt x="4869" y="1560"/>
                  </a:cubicBezTo>
                  <a:lnTo>
                    <a:pt x="4869" y="1557"/>
                  </a:lnTo>
                  <a:cubicBezTo>
                    <a:pt x="4869" y="1461"/>
                    <a:pt x="4792" y="1384"/>
                    <a:pt x="4696" y="1384"/>
                  </a:cubicBezTo>
                  <a:close/>
                  <a:moveTo>
                    <a:pt x="6242" y="1384"/>
                  </a:moveTo>
                  <a:cubicBezTo>
                    <a:pt x="6147" y="1384"/>
                    <a:pt x="6069" y="1461"/>
                    <a:pt x="6069" y="1557"/>
                  </a:cubicBezTo>
                  <a:cubicBezTo>
                    <a:pt x="6069" y="1652"/>
                    <a:pt x="6147" y="1729"/>
                    <a:pt x="6242" y="1729"/>
                  </a:cubicBezTo>
                  <a:lnTo>
                    <a:pt x="6245" y="1729"/>
                  </a:lnTo>
                  <a:cubicBezTo>
                    <a:pt x="6339" y="1729"/>
                    <a:pt x="6415" y="1653"/>
                    <a:pt x="6415" y="1560"/>
                  </a:cubicBezTo>
                  <a:lnTo>
                    <a:pt x="6415" y="1557"/>
                  </a:lnTo>
                  <a:cubicBezTo>
                    <a:pt x="6415" y="1461"/>
                    <a:pt x="6337" y="1384"/>
                    <a:pt x="6242" y="1384"/>
                  </a:cubicBezTo>
                  <a:close/>
                  <a:moveTo>
                    <a:pt x="4183" y="1384"/>
                  </a:moveTo>
                  <a:cubicBezTo>
                    <a:pt x="4087" y="1384"/>
                    <a:pt x="4010" y="1461"/>
                    <a:pt x="4010" y="1557"/>
                  </a:cubicBezTo>
                  <a:cubicBezTo>
                    <a:pt x="4010" y="1652"/>
                    <a:pt x="4087" y="1729"/>
                    <a:pt x="4183" y="1729"/>
                  </a:cubicBezTo>
                  <a:cubicBezTo>
                    <a:pt x="4184" y="1729"/>
                    <a:pt x="4184" y="1729"/>
                    <a:pt x="4185" y="1729"/>
                  </a:cubicBezTo>
                  <a:cubicBezTo>
                    <a:pt x="4278" y="1729"/>
                    <a:pt x="4354" y="1654"/>
                    <a:pt x="4355" y="1561"/>
                  </a:cubicBezTo>
                  <a:lnTo>
                    <a:pt x="4355" y="1557"/>
                  </a:lnTo>
                  <a:cubicBezTo>
                    <a:pt x="4355" y="1461"/>
                    <a:pt x="4278" y="1384"/>
                    <a:pt x="4183" y="1384"/>
                  </a:cubicBezTo>
                  <a:close/>
                  <a:moveTo>
                    <a:pt x="5212" y="1384"/>
                  </a:moveTo>
                  <a:cubicBezTo>
                    <a:pt x="5116" y="1384"/>
                    <a:pt x="5039" y="1461"/>
                    <a:pt x="5039" y="1557"/>
                  </a:cubicBezTo>
                  <a:cubicBezTo>
                    <a:pt x="5039" y="1652"/>
                    <a:pt x="5116" y="1729"/>
                    <a:pt x="5212" y="1729"/>
                  </a:cubicBezTo>
                  <a:cubicBezTo>
                    <a:pt x="5212" y="1729"/>
                    <a:pt x="5213" y="1729"/>
                    <a:pt x="5214" y="1729"/>
                  </a:cubicBezTo>
                  <a:cubicBezTo>
                    <a:pt x="5308" y="1729"/>
                    <a:pt x="5384" y="1654"/>
                    <a:pt x="5384" y="1561"/>
                  </a:cubicBezTo>
                  <a:lnTo>
                    <a:pt x="5384" y="1557"/>
                  </a:lnTo>
                  <a:cubicBezTo>
                    <a:pt x="5384" y="1461"/>
                    <a:pt x="5307" y="1384"/>
                    <a:pt x="5212" y="1384"/>
                  </a:cubicBezTo>
                  <a:close/>
                  <a:moveTo>
                    <a:pt x="5725" y="1387"/>
                  </a:moveTo>
                  <a:cubicBezTo>
                    <a:pt x="5631" y="1387"/>
                    <a:pt x="5554" y="1462"/>
                    <a:pt x="5554" y="1557"/>
                  </a:cubicBezTo>
                  <a:cubicBezTo>
                    <a:pt x="5552" y="1652"/>
                    <a:pt x="5628" y="1731"/>
                    <a:pt x="5724" y="1732"/>
                  </a:cubicBezTo>
                  <a:cubicBezTo>
                    <a:pt x="5819" y="1732"/>
                    <a:pt x="5898" y="1656"/>
                    <a:pt x="5899" y="1561"/>
                  </a:cubicBezTo>
                  <a:lnTo>
                    <a:pt x="5899" y="1557"/>
                  </a:lnTo>
                  <a:cubicBezTo>
                    <a:pt x="5899" y="1463"/>
                    <a:pt x="5822" y="1387"/>
                    <a:pt x="5728" y="1387"/>
                  </a:cubicBezTo>
                  <a:cubicBezTo>
                    <a:pt x="5727" y="1387"/>
                    <a:pt x="5726" y="1387"/>
                    <a:pt x="5725" y="1387"/>
                  </a:cubicBezTo>
                  <a:close/>
                  <a:moveTo>
                    <a:pt x="1418" y="2088"/>
                  </a:moveTo>
                  <a:cubicBezTo>
                    <a:pt x="1336" y="2099"/>
                    <a:pt x="1278" y="2173"/>
                    <a:pt x="1288" y="2255"/>
                  </a:cubicBezTo>
                  <a:cubicBezTo>
                    <a:pt x="1296" y="2322"/>
                    <a:pt x="1351" y="2377"/>
                    <a:pt x="1418" y="2384"/>
                  </a:cubicBezTo>
                  <a:lnTo>
                    <a:pt x="2996" y="2384"/>
                  </a:lnTo>
                  <a:cubicBezTo>
                    <a:pt x="3079" y="2384"/>
                    <a:pt x="3146" y="2317"/>
                    <a:pt x="3146" y="2235"/>
                  </a:cubicBezTo>
                  <a:cubicBezTo>
                    <a:pt x="3146" y="2154"/>
                    <a:pt x="3079" y="2088"/>
                    <a:pt x="2999" y="2088"/>
                  </a:cubicBezTo>
                  <a:close/>
                  <a:moveTo>
                    <a:pt x="148" y="2088"/>
                  </a:moveTo>
                  <a:cubicBezTo>
                    <a:pt x="66" y="2099"/>
                    <a:pt x="8" y="2173"/>
                    <a:pt x="17" y="2255"/>
                  </a:cubicBezTo>
                  <a:cubicBezTo>
                    <a:pt x="26" y="2323"/>
                    <a:pt x="79" y="2377"/>
                    <a:pt x="148" y="2386"/>
                  </a:cubicBezTo>
                  <a:lnTo>
                    <a:pt x="749" y="2386"/>
                  </a:lnTo>
                  <a:cubicBezTo>
                    <a:pt x="831" y="2386"/>
                    <a:pt x="897" y="2319"/>
                    <a:pt x="897" y="2238"/>
                  </a:cubicBezTo>
                  <a:lnTo>
                    <a:pt x="897" y="2235"/>
                  </a:lnTo>
                  <a:cubicBezTo>
                    <a:pt x="897" y="2155"/>
                    <a:pt x="830" y="2088"/>
                    <a:pt x="749" y="2088"/>
                  </a:cubicBezTo>
                  <a:close/>
                  <a:moveTo>
                    <a:pt x="1418" y="2774"/>
                  </a:moveTo>
                  <a:cubicBezTo>
                    <a:pt x="1336" y="2785"/>
                    <a:pt x="1278" y="2859"/>
                    <a:pt x="1288" y="2941"/>
                  </a:cubicBezTo>
                  <a:cubicBezTo>
                    <a:pt x="1296" y="3010"/>
                    <a:pt x="1351" y="3063"/>
                    <a:pt x="1418" y="3071"/>
                  </a:cubicBezTo>
                  <a:lnTo>
                    <a:pt x="2996" y="3071"/>
                  </a:lnTo>
                  <a:cubicBezTo>
                    <a:pt x="3079" y="3071"/>
                    <a:pt x="3146" y="3004"/>
                    <a:pt x="3146" y="2922"/>
                  </a:cubicBezTo>
                  <a:cubicBezTo>
                    <a:pt x="3146" y="2840"/>
                    <a:pt x="3079" y="2774"/>
                    <a:pt x="2999" y="2774"/>
                  </a:cubicBezTo>
                  <a:close/>
                  <a:moveTo>
                    <a:pt x="148" y="2776"/>
                  </a:moveTo>
                  <a:cubicBezTo>
                    <a:pt x="66" y="2785"/>
                    <a:pt x="8" y="2859"/>
                    <a:pt x="17" y="2941"/>
                  </a:cubicBezTo>
                  <a:cubicBezTo>
                    <a:pt x="26" y="3010"/>
                    <a:pt x="79" y="3063"/>
                    <a:pt x="148" y="3072"/>
                  </a:cubicBezTo>
                  <a:lnTo>
                    <a:pt x="749" y="3072"/>
                  </a:lnTo>
                  <a:cubicBezTo>
                    <a:pt x="831" y="3072"/>
                    <a:pt x="897" y="3005"/>
                    <a:pt x="897" y="2925"/>
                  </a:cubicBezTo>
                  <a:lnTo>
                    <a:pt x="897" y="2922"/>
                  </a:lnTo>
                  <a:cubicBezTo>
                    <a:pt x="897" y="2841"/>
                    <a:pt x="830" y="2776"/>
                    <a:pt x="749" y="2776"/>
                  </a:cubicBezTo>
                  <a:close/>
                  <a:moveTo>
                    <a:pt x="5427" y="3360"/>
                  </a:moveTo>
                  <a:cubicBezTo>
                    <a:pt x="5332" y="3360"/>
                    <a:pt x="5255" y="3437"/>
                    <a:pt x="5255" y="3532"/>
                  </a:cubicBezTo>
                  <a:cubicBezTo>
                    <a:pt x="5255" y="3628"/>
                    <a:pt x="5332" y="3705"/>
                    <a:pt x="5427" y="3705"/>
                  </a:cubicBezTo>
                  <a:cubicBezTo>
                    <a:pt x="5521" y="3705"/>
                    <a:pt x="5599" y="3631"/>
                    <a:pt x="5600" y="3537"/>
                  </a:cubicBezTo>
                  <a:cubicBezTo>
                    <a:pt x="5600" y="3535"/>
                    <a:pt x="5600" y="3534"/>
                    <a:pt x="5600" y="3532"/>
                  </a:cubicBezTo>
                  <a:cubicBezTo>
                    <a:pt x="5600" y="3436"/>
                    <a:pt x="5523" y="3360"/>
                    <a:pt x="5427" y="3360"/>
                  </a:cubicBezTo>
                  <a:close/>
                  <a:moveTo>
                    <a:pt x="5941" y="3360"/>
                  </a:moveTo>
                  <a:cubicBezTo>
                    <a:pt x="5846" y="3360"/>
                    <a:pt x="5768" y="3437"/>
                    <a:pt x="5768" y="3532"/>
                  </a:cubicBezTo>
                  <a:cubicBezTo>
                    <a:pt x="5768" y="3628"/>
                    <a:pt x="5846" y="3705"/>
                    <a:pt x="5941" y="3705"/>
                  </a:cubicBezTo>
                  <a:lnTo>
                    <a:pt x="5944" y="3705"/>
                  </a:lnTo>
                  <a:cubicBezTo>
                    <a:pt x="6038" y="3705"/>
                    <a:pt x="6114" y="3628"/>
                    <a:pt x="6114" y="3534"/>
                  </a:cubicBezTo>
                  <a:cubicBezTo>
                    <a:pt x="6114" y="3533"/>
                    <a:pt x="6114" y="3533"/>
                    <a:pt x="6114" y="3532"/>
                  </a:cubicBezTo>
                  <a:cubicBezTo>
                    <a:pt x="6114" y="3436"/>
                    <a:pt x="6036" y="3360"/>
                    <a:pt x="5941" y="3360"/>
                  </a:cubicBezTo>
                  <a:close/>
                  <a:moveTo>
                    <a:pt x="6458" y="3360"/>
                  </a:moveTo>
                  <a:cubicBezTo>
                    <a:pt x="6362" y="3360"/>
                    <a:pt x="6285" y="3437"/>
                    <a:pt x="6285" y="3532"/>
                  </a:cubicBezTo>
                  <a:cubicBezTo>
                    <a:pt x="6285" y="3628"/>
                    <a:pt x="6362" y="3705"/>
                    <a:pt x="6458" y="3705"/>
                  </a:cubicBezTo>
                  <a:cubicBezTo>
                    <a:pt x="6552" y="3705"/>
                    <a:pt x="6629" y="3631"/>
                    <a:pt x="6630" y="3537"/>
                  </a:cubicBezTo>
                  <a:cubicBezTo>
                    <a:pt x="6630" y="3535"/>
                    <a:pt x="6630" y="3534"/>
                    <a:pt x="6630" y="3532"/>
                  </a:cubicBezTo>
                  <a:cubicBezTo>
                    <a:pt x="6630" y="3436"/>
                    <a:pt x="6553" y="3360"/>
                    <a:pt x="6458" y="3360"/>
                  </a:cubicBezTo>
                  <a:close/>
                  <a:moveTo>
                    <a:pt x="6971" y="3360"/>
                  </a:moveTo>
                  <a:cubicBezTo>
                    <a:pt x="6876" y="3360"/>
                    <a:pt x="6799" y="3437"/>
                    <a:pt x="6799" y="3532"/>
                  </a:cubicBezTo>
                  <a:cubicBezTo>
                    <a:pt x="6799" y="3628"/>
                    <a:pt x="6876" y="3705"/>
                    <a:pt x="6971" y="3705"/>
                  </a:cubicBezTo>
                  <a:lnTo>
                    <a:pt x="6973" y="3705"/>
                  </a:lnTo>
                  <a:cubicBezTo>
                    <a:pt x="7068" y="3705"/>
                    <a:pt x="7144" y="3628"/>
                    <a:pt x="7144" y="3534"/>
                  </a:cubicBezTo>
                  <a:cubicBezTo>
                    <a:pt x="7144" y="3533"/>
                    <a:pt x="7144" y="3533"/>
                    <a:pt x="7144" y="3532"/>
                  </a:cubicBezTo>
                  <a:cubicBezTo>
                    <a:pt x="7144" y="3436"/>
                    <a:pt x="7067" y="3360"/>
                    <a:pt x="6971" y="3360"/>
                  </a:cubicBezTo>
                  <a:close/>
                  <a:moveTo>
                    <a:pt x="7488" y="3360"/>
                  </a:moveTo>
                  <a:cubicBezTo>
                    <a:pt x="7391" y="3360"/>
                    <a:pt x="7315" y="3437"/>
                    <a:pt x="7315" y="3532"/>
                  </a:cubicBezTo>
                  <a:cubicBezTo>
                    <a:pt x="7315" y="3628"/>
                    <a:pt x="7393" y="3705"/>
                    <a:pt x="7488" y="3705"/>
                  </a:cubicBezTo>
                  <a:cubicBezTo>
                    <a:pt x="7582" y="3705"/>
                    <a:pt x="7659" y="3631"/>
                    <a:pt x="7661" y="3537"/>
                  </a:cubicBezTo>
                  <a:cubicBezTo>
                    <a:pt x="7661" y="3535"/>
                    <a:pt x="7661" y="3534"/>
                    <a:pt x="7661" y="3532"/>
                  </a:cubicBezTo>
                  <a:cubicBezTo>
                    <a:pt x="7661" y="3436"/>
                    <a:pt x="7583" y="3360"/>
                    <a:pt x="7488" y="3360"/>
                  </a:cubicBezTo>
                  <a:close/>
                  <a:moveTo>
                    <a:pt x="8002" y="3360"/>
                  </a:moveTo>
                  <a:cubicBezTo>
                    <a:pt x="7906" y="3360"/>
                    <a:pt x="7829" y="3437"/>
                    <a:pt x="7829" y="3532"/>
                  </a:cubicBezTo>
                  <a:cubicBezTo>
                    <a:pt x="7829" y="3628"/>
                    <a:pt x="7906" y="3705"/>
                    <a:pt x="8002" y="3705"/>
                  </a:cubicBezTo>
                  <a:lnTo>
                    <a:pt x="8003" y="3705"/>
                  </a:lnTo>
                  <a:cubicBezTo>
                    <a:pt x="8097" y="3705"/>
                    <a:pt x="8174" y="3628"/>
                    <a:pt x="8174" y="3534"/>
                  </a:cubicBezTo>
                  <a:cubicBezTo>
                    <a:pt x="8174" y="3533"/>
                    <a:pt x="8174" y="3533"/>
                    <a:pt x="8174" y="3532"/>
                  </a:cubicBezTo>
                  <a:cubicBezTo>
                    <a:pt x="8174" y="3436"/>
                    <a:pt x="8097" y="3360"/>
                    <a:pt x="8002" y="3360"/>
                  </a:cubicBezTo>
                  <a:close/>
                  <a:moveTo>
                    <a:pt x="3307" y="3461"/>
                  </a:moveTo>
                  <a:cubicBezTo>
                    <a:pt x="3225" y="3471"/>
                    <a:pt x="3167" y="3546"/>
                    <a:pt x="3178" y="3628"/>
                  </a:cubicBezTo>
                  <a:cubicBezTo>
                    <a:pt x="3185" y="3696"/>
                    <a:pt x="3240" y="3750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2"/>
                    <a:pt x="5033" y="3611"/>
                  </a:cubicBezTo>
                  <a:lnTo>
                    <a:pt x="5033" y="3608"/>
                  </a:lnTo>
                  <a:cubicBezTo>
                    <a:pt x="5033" y="3528"/>
                    <a:pt x="4967" y="3461"/>
                    <a:pt x="4885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6"/>
                    <a:pt x="17" y="3628"/>
                  </a:cubicBezTo>
                  <a:cubicBezTo>
                    <a:pt x="26" y="3696"/>
                    <a:pt x="79" y="3750"/>
                    <a:pt x="148" y="3759"/>
                  </a:cubicBezTo>
                  <a:lnTo>
                    <a:pt x="749" y="3759"/>
                  </a:lnTo>
                  <a:cubicBezTo>
                    <a:pt x="831" y="3759"/>
                    <a:pt x="897" y="3693"/>
                    <a:pt x="897" y="3611"/>
                  </a:cubicBezTo>
                  <a:lnTo>
                    <a:pt x="897" y="3610"/>
                  </a:lnTo>
                  <a:cubicBezTo>
                    <a:pt x="897" y="3528"/>
                    <a:pt x="830" y="3462"/>
                    <a:pt x="749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8" y="4232"/>
                    <a:pt x="17" y="4314"/>
                  </a:cubicBezTo>
                  <a:cubicBezTo>
                    <a:pt x="26" y="4383"/>
                    <a:pt x="79" y="4438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7" y="4380"/>
                    <a:pt x="897" y="4298"/>
                  </a:cubicBezTo>
                  <a:cubicBezTo>
                    <a:pt x="898" y="4217"/>
                    <a:pt x="833" y="4150"/>
                    <a:pt x="751" y="4149"/>
                  </a:cubicBezTo>
                  <a:close/>
                  <a:moveTo>
                    <a:pt x="3307" y="4149"/>
                  </a:moveTo>
                  <a:cubicBezTo>
                    <a:pt x="3225" y="4158"/>
                    <a:pt x="3167" y="4232"/>
                    <a:pt x="3178" y="4314"/>
                  </a:cubicBezTo>
                  <a:cubicBezTo>
                    <a:pt x="3185" y="4383"/>
                    <a:pt x="3240" y="4436"/>
                    <a:pt x="3307" y="4445"/>
                  </a:cubicBezTo>
                  <a:lnTo>
                    <a:pt x="4885" y="4445"/>
                  </a:lnTo>
                  <a:cubicBezTo>
                    <a:pt x="4967" y="4445"/>
                    <a:pt x="5033" y="4378"/>
                    <a:pt x="5033" y="4298"/>
                  </a:cubicBezTo>
                  <a:cubicBezTo>
                    <a:pt x="5034" y="4216"/>
                    <a:pt x="4969" y="4149"/>
                    <a:pt x="4888" y="4149"/>
                  </a:cubicBezTo>
                  <a:close/>
                  <a:moveTo>
                    <a:pt x="5427" y="4776"/>
                  </a:moveTo>
                  <a:cubicBezTo>
                    <a:pt x="5332" y="4776"/>
                    <a:pt x="5255" y="4853"/>
                    <a:pt x="5255" y="4948"/>
                  </a:cubicBezTo>
                  <a:cubicBezTo>
                    <a:pt x="5255" y="5044"/>
                    <a:pt x="5332" y="5121"/>
                    <a:pt x="5427" y="5121"/>
                  </a:cubicBezTo>
                  <a:cubicBezTo>
                    <a:pt x="5521" y="5121"/>
                    <a:pt x="5599" y="5047"/>
                    <a:pt x="5600" y="4953"/>
                  </a:cubicBezTo>
                  <a:cubicBezTo>
                    <a:pt x="5600" y="4951"/>
                    <a:pt x="5600" y="4950"/>
                    <a:pt x="5600" y="4948"/>
                  </a:cubicBezTo>
                  <a:cubicBezTo>
                    <a:pt x="5600" y="4852"/>
                    <a:pt x="5523" y="4776"/>
                    <a:pt x="5427" y="4776"/>
                  </a:cubicBezTo>
                  <a:close/>
                  <a:moveTo>
                    <a:pt x="5941" y="4776"/>
                  </a:moveTo>
                  <a:cubicBezTo>
                    <a:pt x="5846" y="4776"/>
                    <a:pt x="5768" y="4853"/>
                    <a:pt x="5768" y="4948"/>
                  </a:cubicBezTo>
                  <a:cubicBezTo>
                    <a:pt x="5768" y="5044"/>
                    <a:pt x="5846" y="5121"/>
                    <a:pt x="5941" y="5121"/>
                  </a:cubicBezTo>
                  <a:lnTo>
                    <a:pt x="5944" y="5121"/>
                  </a:lnTo>
                  <a:cubicBezTo>
                    <a:pt x="6038" y="5121"/>
                    <a:pt x="6114" y="5044"/>
                    <a:pt x="6114" y="4950"/>
                  </a:cubicBezTo>
                  <a:cubicBezTo>
                    <a:pt x="6114" y="4949"/>
                    <a:pt x="6114" y="4949"/>
                    <a:pt x="6114" y="4948"/>
                  </a:cubicBezTo>
                  <a:cubicBezTo>
                    <a:pt x="6114" y="4852"/>
                    <a:pt x="6036" y="4776"/>
                    <a:pt x="5941" y="4776"/>
                  </a:cubicBezTo>
                  <a:close/>
                  <a:moveTo>
                    <a:pt x="6458" y="4776"/>
                  </a:moveTo>
                  <a:cubicBezTo>
                    <a:pt x="6362" y="4776"/>
                    <a:pt x="6285" y="4853"/>
                    <a:pt x="6285" y="4948"/>
                  </a:cubicBezTo>
                  <a:cubicBezTo>
                    <a:pt x="6285" y="5044"/>
                    <a:pt x="6362" y="5121"/>
                    <a:pt x="6458" y="5121"/>
                  </a:cubicBezTo>
                  <a:cubicBezTo>
                    <a:pt x="6552" y="5121"/>
                    <a:pt x="6629" y="5047"/>
                    <a:pt x="6630" y="4953"/>
                  </a:cubicBezTo>
                  <a:cubicBezTo>
                    <a:pt x="6630" y="4951"/>
                    <a:pt x="6630" y="4950"/>
                    <a:pt x="6630" y="4948"/>
                  </a:cubicBezTo>
                  <a:cubicBezTo>
                    <a:pt x="6630" y="4852"/>
                    <a:pt x="6553" y="4776"/>
                    <a:pt x="6458" y="4776"/>
                  </a:cubicBezTo>
                  <a:close/>
                  <a:moveTo>
                    <a:pt x="6971" y="4776"/>
                  </a:moveTo>
                  <a:cubicBezTo>
                    <a:pt x="6876" y="4776"/>
                    <a:pt x="6799" y="4853"/>
                    <a:pt x="6799" y="4948"/>
                  </a:cubicBezTo>
                  <a:cubicBezTo>
                    <a:pt x="6799" y="5044"/>
                    <a:pt x="6876" y="5121"/>
                    <a:pt x="6971" y="5121"/>
                  </a:cubicBezTo>
                  <a:lnTo>
                    <a:pt x="6973" y="5121"/>
                  </a:lnTo>
                  <a:cubicBezTo>
                    <a:pt x="7068" y="5121"/>
                    <a:pt x="7144" y="5044"/>
                    <a:pt x="7144" y="4950"/>
                  </a:cubicBezTo>
                  <a:cubicBezTo>
                    <a:pt x="7144" y="4949"/>
                    <a:pt x="7144" y="4949"/>
                    <a:pt x="7144" y="4948"/>
                  </a:cubicBezTo>
                  <a:cubicBezTo>
                    <a:pt x="7144" y="4852"/>
                    <a:pt x="7067" y="4776"/>
                    <a:pt x="6971" y="4776"/>
                  </a:cubicBezTo>
                  <a:close/>
                  <a:moveTo>
                    <a:pt x="7488" y="4776"/>
                  </a:moveTo>
                  <a:cubicBezTo>
                    <a:pt x="7391" y="4776"/>
                    <a:pt x="7314" y="4853"/>
                    <a:pt x="7314" y="4948"/>
                  </a:cubicBezTo>
                  <a:cubicBezTo>
                    <a:pt x="7314" y="5044"/>
                    <a:pt x="7391" y="5121"/>
                    <a:pt x="7488" y="5121"/>
                  </a:cubicBezTo>
                  <a:cubicBezTo>
                    <a:pt x="7582" y="5121"/>
                    <a:pt x="7659" y="5047"/>
                    <a:pt x="7661" y="4953"/>
                  </a:cubicBezTo>
                  <a:cubicBezTo>
                    <a:pt x="7661" y="4951"/>
                    <a:pt x="7661" y="4950"/>
                    <a:pt x="7661" y="4948"/>
                  </a:cubicBezTo>
                  <a:lnTo>
                    <a:pt x="7661" y="4948"/>
                  </a:lnTo>
                  <a:lnTo>
                    <a:pt x="7661" y="4948"/>
                  </a:lnTo>
                  <a:cubicBezTo>
                    <a:pt x="7661" y="4852"/>
                    <a:pt x="7583" y="4776"/>
                    <a:pt x="7488" y="4776"/>
                  </a:cubicBezTo>
                  <a:close/>
                  <a:moveTo>
                    <a:pt x="8002" y="4776"/>
                  </a:moveTo>
                  <a:cubicBezTo>
                    <a:pt x="7906" y="4776"/>
                    <a:pt x="7829" y="4853"/>
                    <a:pt x="7829" y="4948"/>
                  </a:cubicBezTo>
                  <a:cubicBezTo>
                    <a:pt x="7829" y="5044"/>
                    <a:pt x="7906" y="5121"/>
                    <a:pt x="8002" y="5121"/>
                  </a:cubicBezTo>
                  <a:lnTo>
                    <a:pt x="8003" y="5121"/>
                  </a:lnTo>
                  <a:cubicBezTo>
                    <a:pt x="8097" y="5121"/>
                    <a:pt x="8174" y="5044"/>
                    <a:pt x="8174" y="4950"/>
                  </a:cubicBezTo>
                  <a:cubicBezTo>
                    <a:pt x="8174" y="4949"/>
                    <a:pt x="8174" y="4949"/>
                    <a:pt x="8174" y="4948"/>
                  </a:cubicBezTo>
                  <a:cubicBezTo>
                    <a:pt x="8174" y="4852"/>
                    <a:pt x="8097" y="4776"/>
                    <a:pt x="8002" y="4776"/>
                  </a:cubicBezTo>
                  <a:close/>
                  <a:moveTo>
                    <a:pt x="148" y="4835"/>
                  </a:moveTo>
                  <a:cubicBezTo>
                    <a:pt x="66" y="4846"/>
                    <a:pt x="8" y="4920"/>
                    <a:pt x="17" y="5002"/>
                  </a:cubicBezTo>
                  <a:cubicBezTo>
                    <a:pt x="26" y="5069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7" y="5066"/>
                    <a:pt x="897" y="4984"/>
                  </a:cubicBezTo>
                  <a:cubicBezTo>
                    <a:pt x="898" y="4904"/>
                    <a:pt x="833" y="4837"/>
                    <a:pt x="751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9"/>
                    <a:pt x="3178" y="5000"/>
                  </a:cubicBezTo>
                  <a:cubicBezTo>
                    <a:pt x="3185" y="5069"/>
                    <a:pt x="3240" y="5123"/>
                    <a:pt x="3307" y="5131"/>
                  </a:cubicBezTo>
                  <a:lnTo>
                    <a:pt x="4885" y="5131"/>
                  </a:lnTo>
                  <a:cubicBezTo>
                    <a:pt x="4967" y="5131"/>
                    <a:pt x="5033" y="5066"/>
                    <a:pt x="5033" y="4984"/>
                  </a:cubicBezTo>
                  <a:cubicBezTo>
                    <a:pt x="5034" y="4902"/>
                    <a:pt x="4969" y="4835"/>
                    <a:pt x="4888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4324075" y="4663075"/>
              <a:ext cx="204475" cy="128275"/>
            </a:xfrm>
            <a:custGeom>
              <a:avLst/>
              <a:gdLst/>
              <a:ahLst/>
              <a:cxnLst/>
              <a:rect l="l" t="t" r="r" b="b"/>
              <a:pathLst>
                <a:path w="8179" h="5131" extrusionOk="0">
                  <a:moveTo>
                    <a:pt x="768" y="26"/>
                  </a:moveTo>
                  <a:cubicBezTo>
                    <a:pt x="762" y="26"/>
                    <a:pt x="756" y="27"/>
                    <a:pt x="750" y="28"/>
                  </a:cubicBezTo>
                  <a:lnTo>
                    <a:pt x="148" y="28"/>
                  </a:lnTo>
                  <a:cubicBezTo>
                    <a:pt x="80" y="35"/>
                    <a:pt x="26" y="90"/>
                    <a:pt x="17" y="159"/>
                  </a:cubicBezTo>
                  <a:cubicBezTo>
                    <a:pt x="8" y="241"/>
                    <a:pt x="66" y="314"/>
                    <a:pt x="148" y="324"/>
                  </a:cubicBezTo>
                  <a:lnTo>
                    <a:pt x="750" y="324"/>
                  </a:lnTo>
                  <a:cubicBezTo>
                    <a:pt x="756" y="325"/>
                    <a:pt x="762" y="325"/>
                    <a:pt x="768" y="325"/>
                  </a:cubicBezTo>
                  <a:cubicBezTo>
                    <a:pt x="774" y="325"/>
                    <a:pt x="780" y="325"/>
                    <a:pt x="786" y="324"/>
                  </a:cubicBezTo>
                  <a:cubicBezTo>
                    <a:pt x="867" y="314"/>
                    <a:pt x="926" y="241"/>
                    <a:pt x="915" y="159"/>
                  </a:cubicBezTo>
                  <a:cubicBezTo>
                    <a:pt x="907" y="83"/>
                    <a:pt x="843" y="26"/>
                    <a:pt x="768" y="26"/>
                  </a:cubicBezTo>
                  <a:close/>
                  <a:moveTo>
                    <a:pt x="1402" y="26"/>
                  </a:moveTo>
                  <a:cubicBezTo>
                    <a:pt x="1328" y="26"/>
                    <a:pt x="1264" y="82"/>
                    <a:pt x="1255" y="157"/>
                  </a:cubicBezTo>
                  <a:cubicBezTo>
                    <a:pt x="1246" y="239"/>
                    <a:pt x="1304" y="314"/>
                    <a:pt x="1386" y="324"/>
                  </a:cubicBezTo>
                  <a:cubicBezTo>
                    <a:pt x="1392" y="325"/>
                    <a:pt x="1397" y="325"/>
                    <a:pt x="1403" y="325"/>
                  </a:cubicBezTo>
                  <a:cubicBezTo>
                    <a:pt x="1409" y="325"/>
                    <a:pt x="1415" y="325"/>
                    <a:pt x="1421" y="324"/>
                  </a:cubicBezTo>
                  <a:lnTo>
                    <a:pt x="2997" y="324"/>
                  </a:lnTo>
                  <a:cubicBezTo>
                    <a:pt x="3080" y="324"/>
                    <a:pt x="3145" y="257"/>
                    <a:pt x="3145" y="174"/>
                  </a:cubicBezTo>
                  <a:lnTo>
                    <a:pt x="3147" y="174"/>
                  </a:lnTo>
                  <a:cubicBezTo>
                    <a:pt x="3147" y="93"/>
                    <a:pt x="3080" y="28"/>
                    <a:pt x="3000" y="28"/>
                  </a:cubicBezTo>
                  <a:lnTo>
                    <a:pt x="1421" y="28"/>
                  </a:lnTo>
                  <a:cubicBezTo>
                    <a:pt x="1415" y="27"/>
                    <a:pt x="1409" y="26"/>
                    <a:pt x="1402" y="26"/>
                  </a:cubicBezTo>
                  <a:close/>
                  <a:moveTo>
                    <a:pt x="3668" y="1"/>
                  </a:moveTo>
                  <a:cubicBezTo>
                    <a:pt x="3573" y="1"/>
                    <a:pt x="3495" y="78"/>
                    <a:pt x="3495" y="174"/>
                  </a:cubicBezTo>
                  <a:cubicBezTo>
                    <a:pt x="3495" y="269"/>
                    <a:pt x="3573" y="346"/>
                    <a:pt x="3668" y="346"/>
                  </a:cubicBezTo>
                  <a:cubicBezTo>
                    <a:pt x="3765" y="346"/>
                    <a:pt x="3841" y="269"/>
                    <a:pt x="3841" y="174"/>
                  </a:cubicBezTo>
                  <a:cubicBezTo>
                    <a:pt x="3841" y="78"/>
                    <a:pt x="3763" y="1"/>
                    <a:pt x="3668" y="1"/>
                  </a:cubicBezTo>
                  <a:close/>
                  <a:moveTo>
                    <a:pt x="4183" y="1"/>
                  </a:moveTo>
                  <a:cubicBezTo>
                    <a:pt x="4088" y="1"/>
                    <a:pt x="4011" y="78"/>
                    <a:pt x="4011" y="174"/>
                  </a:cubicBezTo>
                  <a:cubicBezTo>
                    <a:pt x="4011" y="269"/>
                    <a:pt x="4088" y="346"/>
                    <a:pt x="4183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7"/>
                  </a:cubicBezTo>
                  <a:lnTo>
                    <a:pt x="4356" y="174"/>
                  </a:lnTo>
                  <a:cubicBezTo>
                    <a:pt x="4356" y="78"/>
                    <a:pt x="4279" y="1"/>
                    <a:pt x="4183" y="1"/>
                  </a:cubicBezTo>
                  <a:close/>
                  <a:moveTo>
                    <a:pt x="5212" y="1"/>
                  </a:moveTo>
                  <a:cubicBezTo>
                    <a:pt x="5117" y="1"/>
                    <a:pt x="5039" y="78"/>
                    <a:pt x="5039" y="174"/>
                  </a:cubicBezTo>
                  <a:cubicBezTo>
                    <a:pt x="5039" y="269"/>
                    <a:pt x="5117" y="346"/>
                    <a:pt x="5212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7"/>
                  </a:cubicBezTo>
                  <a:lnTo>
                    <a:pt x="5385" y="174"/>
                  </a:lnTo>
                  <a:cubicBezTo>
                    <a:pt x="5385" y="78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70" y="78"/>
                    <a:pt x="6070" y="174"/>
                  </a:cubicBezTo>
                  <a:cubicBezTo>
                    <a:pt x="6070" y="269"/>
                    <a:pt x="6147" y="346"/>
                    <a:pt x="6242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7"/>
                  </a:cubicBezTo>
                  <a:lnTo>
                    <a:pt x="6415" y="174"/>
                  </a:lnTo>
                  <a:cubicBezTo>
                    <a:pt x="6415" y="78"/>
                    <a:pt x="6338" y="1"/>
                    <a:pt x="6242" y="1"/>
                  </a:cubicBezTo>
                  <a:close/>
                  <a:moveTo>
                    <a:pt x="4698" y="1"/>
                  </a:moveTo>
                  <a:cubicBezTo>
                    <a:pt x="4603" y="1"/>
                    <a:pt x="4526" y="78"/>
                    <a:pt x="4526" y="174"/>
                  </a:cubicBezTo>
                  <a:cubicBezTo>
                    <a:pt x="4526" y="269"/>
                    <a:pt x="4603" y="346"/>
                    <a:pt x="4698" y="346"/>
                  </a:cubicBezTo>
                  <a:cubicBezTo>
                    <a:pt x="4699" y="346"/>
                    <a:pt x="4700" y="346"/>
                    <a:pt x="4701" y="346"/>
                  </a:cubicBezTo>
                  <a:cubicBezTo>
                    <a:pt x="4794" y="346"/>
                    <a:pt x="4870" y="271"/>
                    <a:pt x="4871" y="178"/>
                  </a:cubicBezTo>
                  <a:lnTo>
                    <a:pt x="4871" y="174"/>
                  </a:lnTo>
                  <a:cubicBezTo>
                    <a:pt x="4871" y="78"/>
                    <a:pt x="4794" y="1"/>
                    <a:pt x="4698" y="1"/>
                  </a:cubicBezTo>
                  <a:close/>
                  <a:moveTo>
                    <a:pt x="5729" y="1"/>
                  </a:moveTo>
                  <a:cubicBezTo>
                    <a:pt x="5634" y="1"/>
                    <a:pt x="5556" y="78"/>
                    <a:pt x="5556" y="174"/>
                  </a:cubicBezTo>
                  <a:cubicBezTo>
                    <a:pt x="5556" y="269"/>
                    <a:pt x="5634" y="346"/>
                    <a:pt x="5729" y="346"/>
                  </a:cubicBezTo>
                  <a:cubicBezTo>
                    <a:pt x="5730" y="346"/>
                    <a:pt x="5731" y="346"/>
                    <a:pt x="5732" y="346"/>
                  </a:cubicBezTo>
                  <a:cubicBezTo>
                    <a:pt x="5824" y="346"/>
                    <a:pt x="5900" y="271"/>
                    <a:pt x="5902" y="178"/>
                  </a:cubicBezTo>
                  <a:lnTo>
                    <a:pt x="5902" y="174"/>
                  </a:lnTo>
                  <a:cubicBezTo>
                    <a:pt x="5902" y="78"/>
                    <a:pt x="5824" y="1"/>
                    <a:pt x="5729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7" y="799"/>
                    <a:pt x="17" y="881"/>
                  </a:cubicBezTo>
                  <a:cubicBezTo>
                    <a:pt x="26" y="948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832" y="1010"/>
                    <a:pt x="899" y="943"/>
                    <a:pt x="899" y="861"/>
                  </a:cubicBezTo>
                  <a:cubicBezTo>
                    <a:pt x="899" y="780"/>
                    <a:pt x="833" y="714"/>
                    <a:pt x="751" y="714"/>
                  </a:cubicBezTo>
                  <a:close/>
                  <a:moveTo>
                    <a:pt x="1402" y="713"/>
                  </a:moveTo>
                  <a:cubicBezTo>
                    <a:pt x="1328" y="713"/>
                    <a:pt x="1264" y="768"/>
                    <a:pt x="1255" y="844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80" y="1010"/>
                    <a:pt x="3145" y="943"/>
                    <a:pt x="3145" y="860"/>
                  </a:cubicBezTo>
                  <a:lnTo>
                    <a:pt x="3147" y="860"/>
                  </a:lnTo>
                  <a:cubicBezTo>
                    <a:pt x="3147" y="780"/>
                    <a:pt x="3080" y="714"/>
                    <a:pt x="3000" y="714"/>
                  </a:cubicBezTo>
                  <a:lnTo>
                    <a:pt x="1421" y="714"/>
                  </a:lnTo>
                  <a:cubicBezTo>
                    <a:pt x="1415" y="713"/>
                    <a:pt x="1409" y="713"/>
                    <a:pt x="1402" y="713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6"/>
                    <a:pt x="80" y="1689"/>
                    <a:pt x="148" y="1697"/>
                  </a:cubicBezTo>
                  <a:lnTo>
                    <a:pt x="750" y="1697"/>
                  </a:lnTo>
                  <a:cubicBezTo>
                    <a:pt x="751" y="1697"/>
                    <a:pt x="752" y="1697"/>
                    <a:pt x="753" y="1697"/>
                  </a:cubicBezTo>
                  <a:cubicBezTo>
                    <a:pt x="832" y="1697"/>
                    <a:pt x="897" y="1633"/>
                    <a:pt x="899" y="1552"/>
                  </a:cubicBezTo>
                  <a:lnTo>
                    <a:pt x="899" y="1551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5"/>
                    <a:pt x="1255" y="1530"/>
                  </a:cubicBezTo>
                  <a:cubicBezTo>
                    <a:pt x="1246" y="1612"/>
                    <a:pt x="1304" y="1686"/>
                    <a:pt x="1386" y="1697"/>
                  </a:cubicBezTo>
                  <a:cubicBezTo>
                    <a:pt x="1392" y="1698"/>
                    <a:pt x="1397" y="1698"/>
                    <a:pt x="1403" y="1698"/>
                  </a:cubicBezTo>
                  <a:cubicBezTo>
                    <a:pt x="1409" y="1698"/>
                    <a:pt x="1415" y="1698"/>
                    <a:pt x="1421" y="1697"/>
                  </a:cubicBezTo>
                  <a:lnTo>
                    <a:pt x="2997" y="1697"/>
                  </a:lnTo>
                  <a:cubicBezTo>
                    <a:pt x="2998" y="1697"/>
                    <a:pt x="2998" y="1697"/>
                    <a:pt x="2999" y="1697"/>
                  </a:cubicBezTo>
                  <a:cubicBezTo>
                    <a:pt x="3080" y="1697"/>
                    <a:pt x="3146" y="1632"/>
                    <a:pt x="3147" y="1552"/>
                  </a:cubicBezTo>
                  <a:lnTo>
                    <a:pt x="3147" y="1549"/>
                  </a:lnTo>
                  <a:cubicBezTo>
                    <a:pt x="3147" y="1467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400"/>
                    <a:pt x="1409" y="1399"/>
                    <a:pt x="1402" y="1399"/>
                  </a:cubicBezTo>
                  <a:close/>
                  <a:moveTo>
                    <a:pt x="3668" y="1375"/>
                  </a:moveTo>
                  <a:cubicBezTo>
                    <a:pt x="3573" y="1375"/>
                    <a:pt x="3497" y="1451"/>
                    <a:pt x="3495" y="1545"/>
                  </a:cubicBezTo>
                  <a:cubicBezTo>
                    <a:pt x="3494" y="1640"/>
                    <a:pt x="3571" y="1719"/>
                    <a:pt x="3667" y="1721"/>
                  </a:cubicBezTo>
                  <a:lnTo>
                    <a:pt x="3668" y="1721"/>
                  </a:lnTo>
                  <a:cubicBezTo>
                    <a:pt x="3763" y="1721"/>
                    <a:pt x="3839" y="1645"/>
                    <a:pt x="3841" y="1549"/>
                  </a:cubicBezTo>
                  <a:cubicBezTo>
                    <a:pt x="3842" y="1454"/>
                    <a:pt x="3766" y="1375"/>
                    <a:pt x="3671" y="1375"/>
                  </a:cubicBezTo>
                  <a:cubicBezTo>
                    <a:pt x="3670" y="1375"/>
                    <a:pt x="3669" y="1375"/>
                    <a:pt x="3668" y="1375"/>
                  </a:cubicBezTo>
                  <a:close/>
                  <a:moveTo>
                    <a:pt x="4182" y="1375"/>
                  </a:moveTo>
                  <a:cubicBezTo>
                    <a:pt x="4088" y="1375"/>
                    <a:pt x="4011" y="1451"/>
                    <a:pt x="4009" y="1545"/>
                  </a:cubicBezTo>
                  <a:cubicBezTo>
                    <a:pt x="4009" y="1640"/>
                    <a:pt x="4085" y="1719"/>
                    <a:pt x="4180" y="1721"/>
                  </a:cubicBezTo>
                  <a:lnTo>
                    <a:pt x="4185" y="1721"/>
                  </a:lnTo>
                  <a:cubicBezTo>
                    <a:pt x="4279" y="1721"/>
                    <a:pt x="4355" y="1643"/>
                    <a:pt x="4355" y="1549"/>
                  </a:cubicBezTo>
                  <a:cubicBezTo>
                    <a:pt x="4356" y="1454"/>
                    <a:pt x="4280" y="1375"/>
                    <a:pt x="4185" y="1375"/>
                  </a:cubicBezTo>
                  <a:cubicBezTo>
                    <a:pt x="4184" y="1375"/>
                    <a:pt x="4183" y="1375"/>
                    <a:pt x="4182" y="1375"/>
                  </a:cubicBezTo>
                  <a:close/>
                  <a:moveTo>
                    <a:pt x="4697" y="1375"/>
                  </a:moveTo>
                  <a:cubicBezTo>
                    <a:pt x="4603" y="1375"/>
                    <a:pt x="4527" y="1451"/>
                    <a:pt x="4526" y="1545"/>
                  </a:cubicBezTo>
                  <a:cubicBezTo>
                    <a:pt x="4524" y="1640"/>
                    <a:pt x="4600" y="1719"/>
                    <a:pt x="4697" y="1721"/>
                  </a:cubicBezTo>
                  <a:lnTo>
                    <a:pt x="4698" y="1721"/>
                  </a:lnTo>
                  <a:cubicBezTo>
                    <a:pt x="4792" y="1721"/>
                    <a:pt x="4870" y="1645"/>
                    <a:pt x="4871" y="1549"/>
                  </a:cubicBezTo>
                  <a:cubicBezTo>
                    <a:pt x="4873" y="1454"/>
                    <a:pt x="4795" y="1375"/>
                    <a:pt x="4700" y="1375"/>
                  </a:cubicBezTo>
                  <a:cubicBezTo>
                    <a:pt x="4699" y="1375"/>
                    <a:pt x="4698" y="1375"/>
                    <a:pt x="4697" y="1375"/>
                  </a:cubicBezTo>
                  <a:close/>
                  <a:moveTo>
                    <a:pt x="5211" y="1375"/>
                  </a:moveTo>
                  <a:cubicBezTo>
                    <a:pt x="5117" y="1375"/>
                    <a:pt x="5041" y="1451"/>
                    <a:pt x="5039" y="1545"/>
                  </a:cubicBezTo>
                  <a:cubicBezTo>
                    <a:pt x="5038" y="1640"/>
                    <a:pt x="5115" y="1719"/>
                    <a:pt x="5211" y="1721"/>
                  </a:cubicBezTo>
                  <a:lnTo>
                    <a:pt x="5215" y="1721"/>
                  </a:lnTo>
                  <a:cubicBezTo>
                    <a:pt x="5309" y="1721"/>
                    <a:pt x="5385" y="1643"/>
                    <a:pt x="5385" y="1549"/>
                  </a:cubicBezTo>
                  <a:cubicBezTo>
                    <a:pt x="5386" y="1454"/>
                    <a:pt x="5310" y="1375"/>
                    <a:pt x="5214" y="1375"/>
                  </a:cubicBezTo>
                  <a:cubicBezTo>
                    <a:pt x="5213" y="1375"/>
                    <a:pt x="5212" y="1375"/>
                    <a:pt x="5211" y="1375"/>
                  </a:cubicBezTo>
                  <a:close/>
                  <a:moveTo>
                    <a:pt x="5728" y="1375"/>
                  </a:moveTo>
                  <a:cubicBezTo>
                    <a:pt x="5633" y="1375"/>
                    <a:pt x="5556" y="1451"/>
                    <a:pt x="5556" y="1545"/>
                  </a:cubicBezTo>
                  <a:cubicBezTo>
                    <a:pt x="5555" y="1640"/>
                    <a:pt x="5631" y="1719"/>
                    <a:pt x="5726" y="1721"/>
                  </a:cubicBezTo>
                  <a:lnTo>
                    <a:pt x="5729" y="1721"/>
                  </a:lnTo>
                  <a:cubicBezTo>
                    <a:pt x="5823" y="1721"/>
                    <a:pt x="5900" y="1645"/>
                    <a:pt x="5902" y="1549"/>
                  </a:cubicBezTo>
                  <a:cubicBezTo>
                    <a:pt x="5902" y="1454"/>
                    <a:pt x="5826" y="1375"/>
                    <a:pt x="5730" y="1375"/>
                  </a:cubicBezTo>
                  <a:cubicBezTo>
                    <a:pt x="5729" y="1375"/>
                    <a:pt x="5728" y="1375"/>
                    <a:pt x="5728" y="1375"/>
                  </a:cubicBezTo>
                  <a:close/>
                  <a:moveTo>
                    <a:pt x="6241" y="1375"/>
                  </a:moveTo>
                  <a:cubicBezTo>
                    <a:pt x="6147" y="1375"/>
                    <a:pt x="6071" y="1451"/>
                    <a:pt x="6070" y="1545"/>
                  </a:cubicBezTo>
                  <a:cubicBezTo>
                    <a:pt x="6068" y="1640"/>
                    <a:pt x="6144" y="1719"/>
                    <a:pt x="6239" y="1721"/>
                  </a:cubicBezTo>
                  <a:lnTo>
                    <a:pt x="6244" y="1721"/>
                  </a:lnTo>
                  <a:cubicBezTo>
                    <a:pt x="6339" y="1721"/>
                    <a:pt x="6415" y="1643"/>
                    <a:pt x="6415" y="1549"/>
                  </a:cubicBezTo>
                  <a:cubicBezTo>
                    <a:pt x="6417" y="1454"/>
                    <a:pt x="6339" y="1375"/>
                    <a:pt x="6244" y="1375"/>
                  </a:cubicBezTo>
                  <a:cubicBezTo>
                    <a:pt x="6243" y="1375"/>
                    <a:pt x="6242" y="1375"/>
                    <a:pt x="6241" y="1375"/>
                  </a:cubicBezTo>
                  <a:close/>
                  <a:moveTo>
                    <a:pt x="1403" y="2086"/>
                  </a:moveTo>
                  <a:cubicBezTo>
                    <a:pt x="1328" y="2086"/>
                    <a:pt x="1264" y="2142"/>
                    <a:pt x="1255" y="2218"/>
                  </a:cubicBezTo>
                  <a:cubicBezTo>
                    <a:pt x="1246" y="2300"/>
                    <a:pt x="1304" y="2374"/>
                    <a:pt x="1386" y="2383"/>
                  </a:cubicBezTo>
                  <a:cubicBezTo>
                    <a:pt x="1392" y="2384"/>
                    <a:pt x="1397" y="2384"/>
                    <a:pt x="1403" y="2384"/>
                  </a:cubicBezTo>
                  <a:cubicBezTo>
                    <a:pt x="1409" y="2384"/>
                    <a:pt x="1415" y="2384"/>
                    <a:pt x="1421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9"/>
                  </a:cubicBezTo>
                  <a:lnTo>
                    <a:pt x="3147" y="2236"/>
                  </a:lnTo>
                  <a:cubicBezTo>
                    <a:pt x="3147" y="2154"/>
                    <a:pt x="3080" y="2087"/>
                    <a:pt x="2997" y="2087"/>
                  </a:cubicBezTo>
                  <a:lnTo>
                    <a:pt x="1421" y="2087"/>
                  </a:lnTo>
                  <a:cubicBezTo>
                    <a:pt x="1415" y="2086"/>
                    <a:pt x="1409" y="2086"/>
                    <a:pt x="1403" y="2086"/>
                  </a:cubicBezTo>
                  <a:close/>
                  <a:moveTo>
                    <a:pt x="148" y="2087"/>
                  </a:moveTo>
                  <a:cubicBezTo>
                    <a:pt x="66" y="2097"/>
                    <a:pt x="8" y="2172"/>
                    <a:pt x="17" y="2254"/>
                  </a:cubicBezTo>
                  <a:cubicBezTo>
                    <a:pt x="26" y="2322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0" y="2385"/>
                    <a:pt x="897" y="2321"/>
                    <a:pt x="899" y="2239"/>
                  </a:cubicBezTo>
                  <a:lnTo>
                    <a:pt x="899" y="2237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05" y="2772"/>
                  </a:moveTo>
                  <a:cubicBezTo>
                    <a:pt x="1330" y="2772"/>
                    <a:pt x="1264" y="2828"/>
                    <a:pt x="1255" y="2904"/>
                  </a:cubicBezTo>
                  <a:cubicBezTo>
                    <a:pt x="1246" y="2986"/>
                    <a:pt x="1304" y="3061"/>
                    <a:pt x="1386" y="3070"/>
                  </a:cubicBezTo>
                  <a:cubicBezTo>
                    <a:pt x="1392" y="3070"/>
                    <a:pt x="1397" y="3071"/>
                    <a:pt x="1403" y="3071"/>
                  </a:cubicBezTo>
                  <a:cubicBezTo>
                    <a:pt x="1409" y="3071"/>
                    <a:pt x="1415" y="3070"/>
                    <a:pt x="1421" y="3070"/>
                  </a:cubicBezTo>
                  <a:lnTo>
                    <a:pt x="2997" y="3070"/>
                  </a:lnTo>
                  <a:cubicBezTo>
                    <a:pt x="2998" y="3070"/>
                    <a:pt x="2998" y="3070"/>
                    <a:pt x="2999" y="3070"/>
                  </a:cubicBezTo>
                  <a:cubicBezTo>
                    <a:pt x="3080" y="3070"/>
                    <a:pt x="3146" y="3006"/>
                    <a:pt x="3147" y="2925"/>
                  </a:cubicBezTo>
                  <a:lnTo>
                    <a:pt x="3147" y="2924"/>
                  </a:lnTo>
                  <a:cubicBezTo>
                    <a:pt x="3147" y="2840"/>
                    <a:pt x="3080" y="2773"/>
                    <a:pt x="2997" y="2773"/>
                  </a:cubicBezTo>
                  <a:lnTo>
                    <a:pt x="1421" y="2773"/>
                  </a:lnTo>
                  <a:cubicBezTo>
                    <a:pt x="1416" y="2773"/>
                    <a:pt x="1410" y="2772"/>
                    <a:pt x="1405" y="2772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8"/>
                    <a:pt x="17" y="2940"/>
                  </a:cubicBezTo>
                  <a:cubicBezTo>
                    <a:pt x="26" y="3009"/>
                    <a:pt x="80" y="3062"/>
                    <a:pt x="148" y="3071"/>
                  </a:cubicBezTo>
                  <a:lnTo>
                    <a:pt x="750" y="3071"/>
                  </a:lnTo>
                  <a:cubicBezTo>
                    <a:pt x="830" y="3071"/>
                    <a:pt x="897" y="3007"/>
                    <a:pt x="899" y="2925"/>
                  </a:cubicBezTo>
                  <a:lnTo>
                    <a:pt x="899" y="2924"/>
                  </a:lnTo>
                  <a:cubicBezTo>
                    <a:pt x="899" y="2840"/>
                    <a:pt x="832" y="2775"/>
                    <a:pt x="750" y="2775"/>
                  </a:cubicBezTo>
                  <a:close/>
                  <a:moveTo>
                    <a:pt x="5427" y="3349"/>
                  </a:moveTo>
                  <a:cubicBezTo>
                    <a:pt x="5333" y="3349"/>
                    <a:pt x="5255" y="3425"/>
                    <a:pt x="5255" y="3521"/>
                  </a:cubicBezTo>
                  <a:cubicBezTo>
                    <a:pt x="5254" y="3616"/>
                    <a:pt x="5330" y="3693"/>
                    <a:pt x="5425" y="3695"/>
                  </a:cubicBezTo>
                  <a:lnTo>
                    <a:pt x="5428" y="3695"/>
                  </a:lnTo>
                  <a:cubicBezTo>
                    <a:pt x="5522" y="3695"/>
                    <a:pt x="5599" y="3619"/>
                    <a:pt x="5601" y="3524"/>
                  </a:cubicBezTo>
                  <a:cubicBezTo>
                    <a:pt x="5601" y="3428"/>
                    <a:pt x="5525" y="3351"/>
                    <a:pt x="5430" y="3349"/>
                  </a:cubicBezTo>
                  <a:cubicBezTo>
                    <a:pt x="5429" y="3349"/>
                    <a:pt x="5428" y="3349"/>
                    <a:pt x="5427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5"/>
                    <a:pt x="5769" y="3521"/>
                  </a:cubicBezTo>
                  <a:cubicBezTo>
                    <a:pt x="5768" y="3616"/>
                    <a:pt x="5843" y="3693"/>
                    <a:pt x="5939" y="3695"/>
                  </a:cubicBezTo>
                  <a:lnTo>
                    <a:pt x="5943" y="3695"/>
                  </a:lnTo>
                  <a:cubicBezTo>
                    <a:pt x="6038" y="3695"/>
                    <a:pt x="6114" y="3619"/>
                    <a:pt x="6114" y="3524"/>
                  </a:cubicBezTo>
                  <a:cubicBezTo>
                    <a:pt x="6116" y="3428"/>
                    <a:pt x="6038" y="3351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6" y="3425"/>
                    <a:pt x="6284" y="3521"/>
                  </a:cubicBezTo>
                  <a:cubicBezTo>
                    <a:pt x="6284" y="3616"/>
                    <a:pt x="6360" y="3693"/>
                    <a:pt x="6455" y="3695"/>
                  </a:cubicBezTo>
                  <a:lnTo>
                    <a:pt x="6457" y="3695"/>
                  </a:lnTo>
                  <a:cubicBezTo>
                    <a:pt x="6552" y="3695"/>
                    <a:pt x="6630" y="3619"/>
                    <a:pt x="6630" y="3524"/>
                  </a:cubicBezTo>
                  <a:cubicBezTo>
                    <a:pt x="6631" y="3428"/>
                    <a:pt x="6555" y="3351"/>
                    <a:pt x="6460" y="3349"/>
                  </a:cubicBezTo>
                  <a:cubicBezTo>
                    <a:pt x="6459" y="3349"/>
                    <a:pt x="6458" y="3349"/>
                    <a:pt x="6457" y="3349"/>
                  </a:cubicBezTo>
                  <a:close/>
                  <a:moveTo>
                    <a:pt x="6972" y="3349"/>
                  </a:moveTo>
                  <a:cubicBezTo>
                    <a:pt x="6878" y="3349"/>
                    <a:pt x="6802" y="3425"/>
                    <a:pt x="6801" y="3521"/>
                  </a:cubicBezTo>
                  <a:cubicBezTo>
                    <a:pt x="6799" y="3616"/>
                    <a:pt x="6877" y="3693"/>
                    <a:pt x="6972" y="3695"/>
                  </a:cubicBezTo>
                  <a:lnTo>
                    <a:pt x="6974" y="3695"/>
                  </a:lnTo>
                  <a:cubicBezTo>
                    <a:pt x="7069" y="3695"/>
                    <a:pt x="7145" y="3619"/>
                    <a:pt x="7146" y="3524"/>
                  </a:cubicBezTo>
                  <a:cubicBezTo>
                    <a:pt x="7148" y="3428"/>
                    <a:pt x="7072" y="3351"/>
                    <a:pt x="6975" y="3349"/>
                  </a:cubicBezTo>
                  <a:cubicBezTo>
                    <a:pt x="6974" y="3349"/>
                    <a:pt x="6973" y="3349"/>
                    <a:pt x="6972" y="3349"/>
                  </a:cubicBezTo>
                  <a:close/>
                  <a:moveTo>
                    <a:pt x="7487" y="3349"/>
                  </a:moveTo>
                  <a:cubicBezTo>
                    <a:pt x="7392" y="3349"/>
                    <a:pt x="7316" y="3425"/>
                    <a:pt x="7315" y="3521"/>
                  </a:cubicBezTo>
                  <a:cubicBezTo>
                    <a:pt x="7313" y="3616"/>
                    <a:pt x="7390" y="3693"/>
                    <a:pt x="7486" y="3695"/>
                  </a:cubicBezTo>
                  <a:lnTo>
                    <a:pt x="7490" y="3695"/>
                  </a:lnTo>
                  <a:cubicBezTo>
                    <a:pt x="7584" y="3695"/>
                    <a:pt x="7660" y="3619"/>
                    <a:pt x="7660" y="3524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3" y="3349"/>
                  </a:moveTo>
                  <a:cubicBezTo>
                    <a:pt x="7909" y="3349"/>
                    <a:pt x="7833" y="3425"/>
                    <a:pt x="7831" y="3521"/>
                  </a:cubicBezTo>
                  <a:cubicBezTo>
                    <a:pt x="7830" y="3616"/>
                    <a:pt x="7906" y="3693"/>
                    <a:pt x="8001" y="3695"/>
                  </a:cubicBezTo>
                  <a:lnTo>
                    <a:pt x="8004" y="3695"/>
                  </a:lnTo>
                  <a:cubicBezTo>
                    <a:pt x="8098" y="3695"/>
                    <a:pt x="8175" y="3619"/>
                    <a:pt x="8177" y="3524"/>
                  </a:cubicBezTo>
                  <a:cubicBezTo>
                    <a:pt x="8178" y="3428"/>
                    <a:pt x="8101" y="3351"/>
                    <a:pt x="8005" y="3349"/>
                  </a:cubicBezTo>
                  <a:cubicBezTo>
                    <a:pt x="8004" y="3349"/>
                    <a:pt x="8004" y="3349"/>
                    <a:pt x="8003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5"/>
                    <a:pt x="17" y="3626"/>
                  </a:cubicBezTo>
                  <a:cubicBezTo>
                    <a:pt x="26" y="3695"/>
                    <a:pt x="80" y="3749"/>
                    <a:pt x="148" y="3757"/>
                  </a:cubicBezTo>
                  <a:lnTo>
                    <a:pt x="750" y="3757"/>
                  </a:lnTo>
                  <a:cubicBezTo>
                    <a:pt x="830" y="3757"/>
                    <a:pt x="897" y="3693"/>
                    <a:pt x="899" y="3612"/>
                  </a:cubicBezTo>
                  <a:lnTo>
                    <a:pt x="899" y="3610"/>
                  </a:lnTo>
                  <a:cubicBezTo>
                    <a:pt x="899" y="3528"/>
                    <a:pt x="832" y="3461"/>
                    <a:pt x="750" y="3461"/>
                  </a:cubicBezTo>
                  <a:close/>
                  <a:moveTo>
                    <a:pt x="3308" y="3461"/>
                  </a:moveTo>
                  <a:cubicBezTo>
                    <a:pt x="3226" y="3470"/>
                    <a:pt x="3168" y="3545"/>
                    <a:pt x="3178" y="3626"/>
                  </a:cubicBezTo>
                  <a:cubicBezTo>
                    <a:pt x="3186" y="3695"/>
                    <a:pt x="3241" y="3749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10"/>
                  </a:cubicBezTo>
                  <a:lnTo>
                    <a:pt x="5036" y="3610"/>
                  </a:lnTo>
                  <a:cubicBezTo>
                    <a:pt x="5036" y="3527"/>
                    <a:pt x="4969" y="3461"/>
                    <a:pt x="4886" y="3461"/>
                  </a:cubicBezTo>
                  <a:close/>
                  <a:moveTo>
                    <a:pt x="3308" y="4148"/>
                  </a:moveTo>
                  <a:cubicBezTo>
                    <a:pt x="3226" y="4156"/>
                    <a:pt x="3168" y="4231"/>
                    <a:pt x="3178" y="4313"/>
                  </a:cubicBezTo>
                  <a:cubicBezTo>
                    <a:pt x="3186" y="4381"/>
                    <a:pt x="3241" y="4435"/>
                    <a:pt x="3308" y="4444"/>
                  </a:cubicBezTo>
                  <a:lnTo>
                    <a:pt x="4886" y="4444"/>
                  </a:lnTo>
                  <a:cubicBezTo>
                    <a:pt x="4968" y="4444"/>
                    <a:pt x="5033" y="4378"/>
                    <a:pt x="5033" y="4296"/>
                  </a:cubicBezTo>
                  <a:lnTo>
                    <a:pt x="5036" y="4296"/>
                  </a:lnTo>
                  <a:cubicBezTo>
                    <a:pt x="5036" y="4215"/>
                    <a:pt x="4969" y="4148"/>
                    <a:pt x="4886" y="4148"/>
                  </a:cubicBezTo>
                  <a:close/>
                  <a:moveTo>
                    <a:pt x="148" y="4148"/>
                  </a:moveTo>
                  <a:cubicBezTo>
                    <a:pt x="66" y="4156"/>
                    <a:pt x="8" y="4231"/>
                    <a:pt x="17" y="4313"/>
                  </a:cubicBezTo>
                  <a:cubicBezTo>
                    <a:pt x="26" y="4381"/>
                    <a:pt x="80" y="4435"/>
                    <a:pt x="148" y="4444"/>
                  </a:cubicBezTo>
                  <a:lnTo>
                    <a:pt x="750" y="4444"/>
                  </a:lnTo>
                  <a:cubicBezTo>
                    <a:pt x="751" y="4444"/>
                    <a:pt x="752" y="4444"/>
                    <a:pt x="752" y="4444"/>
                  </a:cubicBezTo>
                  <a:cubicBezTo>
                    <a:pt x="832" y="4444"/>
                    <a:pt x="897" y="4379"/>
                    <a:pt x="899" y="4298"/>
                  </a:cubicBezTo>
                  <a:lnTo>
                    <a:pt x="899" y="4296"/>
                  </a:lnTo>
                  <a:cubicBezTo>
                    <a:pt x="899" y="4215"/>
                    <a:pt x="832" y="4148"/>
                    <a:pt x="750" y="4148"/>
                  </a:cubicBezTo>
                  <a:close/>
                  <a:moveTo>
                    <a:pt x="5427" y="4765"/>
                  </a:moveTo>
                  <a:cubicBezTo>
                    <a:pt x="5333" y="4765"/>
                    <a:pt x="5255" y="4841"/>
                    <a:pt x="5255" y="4937"/>
                  </a:cubicBezTo>
                  <a:cubicBezTo>
                    <a:pt x="5254" y="5032"/>
                    <a:pt x="5330" y="5109"/>
                    <a:pt x="5425" y="5111"/>
                  </a:cubicBezTo>
                  <a:lnTo>
                    <a:pt x="5428" y="5111"/>
                  </a:lnTo>
                  <a:cubicBezTo>
                    <a:pt x="5522" y="5111"/>
                    <a:pt x="5599" y="5035"/>
                    <a:pt x="5601" y="4940"/>
                  </a:cubicBezTo>
                  <a:cubicBezTo>
                    <a:pt x="5601" y="4844"/>
                    <a:pt x="5525" y="4767"/>
                    <a:pt x="5430" y="4765"/>
                  </a:cubicBezTo>
                  <a:cubicBezTo>
                    <a:pt x="5429" y="4765"/>
                    <a:pt x="5428" y="4765"/>
                    <a:pt x="5427" y="4765"/>
                  </a:cubicBezTo>
                  <a:close/>
                  <a:moveTo>
                    <a:pt x="5940" y="4765"/>
                  </a:moveTo>
                  <a:cubicBezTo>
                    <a:pt x="5846" y="4765"/>
                    <a:pt x="5770" y="4841"/>
                    <a:pt x="5769" y="4937"/>
                  </a:cubicBezTo>
                  <a:cubicBezTo>
                    <a:pt x="5768" y="5032"/>
                    <a:pt x="5843" y="5109"/>
                    <a:pt x="5939" y="5111"/>
                  </a:cubicBezTo>
                  <a:lnTo>
                    <a:pt x="5943" y="5111"/>
                  </a:lnTo>
                  <a:cubicBezTo>
                    <a:pt x="6038" y="5111"/>
                    <a:pt x="6114" y="5035"/>
                    <a:pt x="6114" y="4940"/>
                  </a:cubicBezTo>
                  <a:cubicBezTo>
                    <a:pt x="6116" y="4844"/>
                    <a:pt x="6038" y="4767"/>
                    <a:pt x="5943" y="4765"/>
                  </a:cubicBezTo>
                  <a:cubicBezTo>
                    <a:pt x="5942" y="4765"/>
                    <a:pt x="5941" y="4765"/>
                    <a:pt x="5940" y="4765"/>
                  </a:cubicBezTo>
                  <a:close/>
                  <a:moveTo>
                    <a:pt x="6457" y="4765"/>
                  </a:moveTo>
                  <a:cubicBezTo>
                    <a:pt x="6363" y="4765"/>
                    <a:pt x="6286" y="4841"/>
                    <a:pt x="6284" y="4937"/>
                  </a:cubicBezTo>
                  <a:cubicBezTo>
                    <a:pt x="6284" y="5032"/>
                    <a:pt x="6360" y="5109"/>
                    <a:pt x="6455" y="5111"/>
                  </a:cubicBezTo>
                  <a:lnTo>
                    <a:pt x="6457" y="5111"/>
                  </a:lnTo>
                  <a:cubicBezTo>
                    <a:pt x="6552" y="5111"/>
                    <a:pt x="6630" y="5035"/>
                    <a:pt x="6630" y="4940"/>
                  </a:cubicBezTo>
                  <a:cubicBezTo>
                    <a:pt x="6631" y="4844"/>
                    <a:pt x="6555" y="4767"/>
                    <a:pt x="6460" y="4765"/>
                  </a:cubicBezTo>
                  <a:cubicBezTo>
                    <a:pt x="6459" y="4765"/>
                    <a:pt x="6458" y="4765"/>
                    <a:pt x="6457" y="4765"/>
                  </a:cubicBezTo>
                  <a:close/>
                  <a:moveTo>
                    <a:pt x="6972" y="4765"/>
                  </a:moveTo>
                  <a:cubicBezTo>
                    <a:pt x="6878" y="4765"/>
                    <a:pt x="6802" y="4841"/>
                    <a:pt x="6801" y="4937"/>
                  </a:cubicBezTo>
                  <a:cubicBezTo>
                    <a:pt x="6799" y="5032"/>
                    <a:pt x="6877" y="5109"/>
                    <a:pt x="6972" y="5111"/>
                  </a:cubicBezTo>
                  <a:lnTo>
                    <a:pt x="6974" y="5111"/>
                  </a:lnTo>
                  <a:cubicBezTo>
                    <a:pt x="7069" y="5111"/>
                    <a:pt x="7145" y="5035"/>
                    <a:pt x="7146" y="4940"/>
                  </a:cubicBezTo>
                  <a:cubicBezTo>
                    <a:pt x="7148" y="4844"/>
                    <a:pt x="7072" y="4767"/>
                    <a:pt x="6975" y="4765"/>
                  </a:cubicBezTo>
                  <a:cubicBezTo>
                    <a:pt x="6974" y="4765"/>
                    <a:pt x="6973" y="4765"/>
                    <a:pt x="6972" y="4765"/>
                  </a:cubicBezTo>
                  <a:close/>
                  <a:moveTo>
                    <a:pt x="7487" y="4765"/>
                  </a:moveTo>
                  <a:cubicBezTo>
                    <a:pt x="7392" y="4765"/>
                    <a:pt x="7316" y="4841"/>
                    <a:pt x="7315" y="4937"/>
                  </a:cubicBezTo>
                  <a:cubicBezTo>
                    <a:pt x="7313" y="5032"/>
                    <a:pt x="7390" y="5109"/>
                    <a:pt x="7486" y="5111"/>
                  </a:cubicBezTo>
                  <a:lnTo>
                    <a:pt x="7490" y="5111"/>
                  </a:lnTo>
                  <a:cubicBezTo>
                    <a:pt x="7584" y="5111"/>
                    <a:pt x="7660" y="5035"/>
                    <a:pt x="7660" y="4940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3" y="4765"/>
                  </a:moveTo>
                  <a:cubicBezTo>
                    <a:pt x="7909" y="4765"/>
                    <a:pt x="7833" y="4841"/>
                    <a:pt x="7831" y="4937"/>
                  </a:cubicBezTo>
                  <a:cubicBezTo>
                    <a:pt x="7830" y="5032"/>
                    <a:pt x="7906" y="5109"/>
                    <a:pt x="8001" y="5111"/>
                  </a:cubicBezTo>
                  <a:lnTo>
                    <a:pt x="8004" y="5111"/>
                  </a:lnTo>
                  <a:cubicBezTo>
                    <a:pt x="8098" y="5111"/>
                    <a:pt x="8175" y="5035"/>
                    <a:pt x="8177" y="4940"/>
                  </a:cubicBezTo>
                  <a:cubicBezTo>
                    <a:pt x="8178" y="4844"/>
                    <a:pt x="8101" y="4767"/>
                    <a:pt x="8005" y="4765"/>
                  </a:cubicBezTo>
                  <a:cubicBezTo>
                    <a:pt x="8004" y="4765"/>
                    <a:pt x="8004" y="4765"/>
                    <a:pt x="8003" y="4765"/>
                  </a:cubicBezTo>
                  <a:close/>
                  <a:moveTo>
                    <a:pt x="3308" y="4834"/>
                  </a:moveTo>
                  <a:cubicBezTo>
                    <a:pt x="3227" y="4835"/>
                    <a:pt x="3162" y="4901"/>
                    <a:pt x="3162" y="4983"/>
                  </a:cubicBezTo>
                  <a:cubicBezTo>
                    <a:pt x="3162" y="5065"/>
                    <a:pt x="3227" y="5130"/>
                    <a:pt x="3308" y="5130"/>
                  </a:cubicBezTo>
                  <a:lnTo>
                    <a:pt x="4886" y="5130"/>
                  </a:lnTo>
                  <a:cubicBezTo>
                    <a:pt x="4968" y="5130"/>
                    <a:pt x="5033" y="5065"/>
                    <a:pt x="5033" y="4983"/>
                  </a:cubicBezTo>
                  <a:lnTo>
                    <a:pt x="5036" y="4983"/>
                  </a:lnTo>
                  <a:cubicBezTo>
                    <a:pt x="5036" y="4901"/>
                    <a:pt x="4969" y="4834"/>
                    <a:pt x="4886" y="4834"/>
                  </a:cubicBezTo>
                  <a:close/>
                  <a:moveTo>
                    <a:pt x="148" y="4834"/>
                  </a:moveTo>
                  <a:cubicBezTo>
                    <a:pt x="66" y="4835"/>
                    <a:pt x="1" y="4901"/>
                    <a:pt x="1" y="4983"/>
                  </a:cubicBezTo>
                  <a:cubicBezTo>
                    <a:pt x="1" y="5065"/>
                    <a:pt x="66" y="5130"/>
                    <a:pt x="148" y="5130"/>
                  </a:cubicBezTo>
                  <a:lnTo>
                    <a:pt x="750" y="5130"/>
                  </a:lnTo>
                  <a:cubicBezTo>
                    <a:pt x="751" y="5130"/>
                    <a:pt x="752" y="5130"/>
                    <a:pt x="752" y="5130"/>
                  </a:cubicBezTo>
                  <a:cubicBezTo>
                    <a:pt x="832" y="5130"/>
                    <a:pt x="897" y="5065"/>
                    <a:pt x="899" y="4986"/>
                  </a:cubicBezTo>
                  <a:lnTo>
                    <a:pt x="899" y="4983"/>
                  </a:lnTo>
                  <a:cubicBezTo>
                    <a:pt x="899" y="4901"/>
                    <a:pt x="832" y="4834"/>
                    <a:pt x="750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4324075" y="4800475"/>
              <a:ext cx="204475" cy="128300"/>
            </a:xfrm>
            <a:custGeom>
              <a:avLst/>
              <a:gdLst/>
              <a:ahLst/>
              <a:cxnLst/>
              <a:rect l="l" t="t" r="r" b="b"/>
              <a:pathLst>
                <a:path w="8179" h="5132" extrusionOk="0">
                  <a:moveTo>
                    <a:pt x="1405" y="25"/>
                  </a:moveTo>
                  <a:cubicBezTo>
                    <a:pt x="1330" y="25"/>
                    <a:pt x="1264" y="81"/>
                    <a:pt x="1255" y="157"/>
                  </a:cubicBezTo>
                  <a:cubicBezTo>
                    <a:pt x="1246" y="239"/>
                    <a:pt x="1304" y="313"/>
                    <a:pt x="1386" y="322"/>
                  </a:cubicBezTo>
                  <a:cubicBezTo>
                    <a:pt x="1392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7" y="322"/>
                  </a:lnTo>
                  <a:cubicBezTo>
                    <a:pt x="2998" y="322"/>
                    <a:pt x="2998" y="322"/>
                    <a:pt x="2999" y="322"/>
                  </a:cubicBezTo>
                  <a:cubicBezTo>
                    <a:pt x="3080" y="322"/>
                    <a:pt x="3146" y="259"/>
                    <a:pt x="3147" y="178"/>
                  </a:cubicBezTo>
                  <a:lnTo>
                    <a:pt x="3147" y="176"/>
                  </a:lnTo>
                  <a:cubicBezTo>
                    <a:pt x="3147" y="93"/>
                    <a:pt x="3080" y="26"/>
                    <a:pt x="2997" y="26"/>
                  </a:cubicBezTo>
                  <a:lnTo>
                    <a:pt x="1421" y="26"/>
                  </a:lnTo>
                  <a:cubicBezTo>
                    <a:pt x="1416" y="25"/>
                    <a:pt x="1410" y="25"/>
                    <a:pt x="1405" y="25"/>
                  </a:cubicBezTo>
                  <a:close/>
                  <a:moveTo>
                    <a:pt x="769" y="26"/>
                  </a:moveTo>
                  <a:cubicBezTo>
                    <a:pt x="763" y="26"/>
                    <a:pt x="756" y="27"/>
                    <a:pt x="750" y="27"/>
                  </a:cubicBezTo>
                  <a:lnTo>
                    <a:pt x="148" y="27"/>
                  </a:lnTo>
                  <a:cubicBezTo>
                    <a:pt x="80" y="35"/>
                    <a:pt x="26" y="88"/>
                    <a:pt x="17" y="157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50" y="324"/>
                  </a:lnTo>
                  <a:cubicBezTo>
                    <a:pt x="756" y="324"/>
                    <a:pt x="762" y="325"/>
                    <a:pt x="768" y="325"/>
                  </a:cubicBezTo>
                  <a:cubicBezTo>
                    <a:pt x="774" y="325"/>
                    <a:pt x="780" y="324"/>
                    <a:pt x="786" y="324"/>
                  </a:cubicBezTo>
                  <a:cubicBezTo>
                    <a:pt x="867" y="313"/>
                    <a:pt x="926" y="239"/>
                    <a:pt x="915" y="157"/>
                  </a:cubicBezTo>
                  <a:cubicBezTo>
                    <a:pt x="907" y="81"/>
                    <a:pt x="843" y="26"/>
                    <a:pt x="769" y="26"/>
                  </a:cubicBezTo>
                  <a:close/>
                  <a:moveTo>
                    <a:pt x="3668" y="1"/>
                  </a:moveTo>
                  <a:cubicBezTo>
                    <a:pt x="3574" y="1"/>
                    <a:pt x="3497" y="76"/>
                    <a:pt x="3495" y="170"/>
                  </a:cubicBezTo>
                  <a:cubicBezTo>
                    <a:pt x="3495" y="267"/>
                    <a:pt x="3571" y="344"/>
                    <a:pt x="3667" y="346"/>
                  </a:cubicBezTo>
                  <a:lnTo>
                    <a:pt x="3668" y="346"/>
                  </a:lnTo>
                  <a:cubicBezTo>
                    <a:pt x="3763" y="346"/>
                    <a:pt x="3841" y="270"/>
                    <a:pt x="3841" y="175"/>
                  </a:cubicBezTo>
                  <a:cubicBezTo>
                    <a:pt x="3842" y="79"/>
                    <a:pt x="3766" y="2"/>
                    <a:pt x="3671" y="1"/>
                  </a:cubicBezTo>
                  <a:cubicBezTo>
                    <a:pt x="3670" y="1"/>
                    <a:pt x="3669" y="1"/>
                    <a:pt x="3668" y="1"/>
                  </a:cubicBezTo>
                  <a:close/>
                  <a:moveTo>
                    <a:pt x="4182" y="1"/>
                  </a:moveTo>
                  <a:cubicBezTo>
                    <a:pt x="4088" y="1"/>
                    <a:pt x="4011" y="76"/>
                    <a:pt x="4011" y="170"/>
                  </a:cubicBezTo>
                  <a:cubicBezTo>
                    <a:pt x="4009" y="267"/>
                    <a:pt x="4085" y="344"/>
                    <a:pt x="4180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5"/>
                  </a:cubicBezTo>
                  <a:cubicBezTo>
                    <a:pt x="4356" y="79"/>
                    <a:pt x="4280" y="2"/>
                    <a:pt x="4185" y="1"/>
                  </a:cubicBezTo>
                  <a:cubicBezTo>
                    <a:pt x="4184" y="1"/>
                    <a:pt x="4183" y="1"/>
                    <a:pt x="4182" y="1"/>
                  </a:cubicBezTo>
                  <a:close/>
                  <a:moveTo>
                    <a:pt x="4699" y="1"/>
                  </a:moveTo>
                  <a:cubicBezTo>
                    <a:pt x="4603" y="1"/>
                    <a:pt x="4527" y="76"/>
                    <a:pt x="4526" y="170"/>
                  </a:cubicBezTo>
                  <a:cubicBezTo>
                    <a:pt x="4524" y="267"/>
                    <a:pt x="4602" y="344"/>
                    <a:pt x="4697" y="346"/>
                  </a:cubicBezTo>
                  <a:lnTo>
                    <a:pt x="4698" y="346"/>
                  </a:lnTo>
                  <a:cubicBezTo>
                    <a:pt x="4794" y="346"/>
                    <a:pt x="4870" y="270"/>
                    <a:pt x="4871" y="175"/>
                  </a:cubicBezTo>
                  <a:cubicBezTo>
                    <a:pt x="4873" y="79"/>
                    <a:pt x="4797" y="2"/>
                    <a:pt x="4701" y="1"/>
                  </a:cubicBezTo>
                  <a:cubicBezTo>
                    <a:pt x="4700" y="1"/>
                    <a:pt x="4700" y="1"/>
                    <a:pt x="4699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1" y="76"/>
                    <a:pt x="5039" y="170"/>
                  </a:cubicBezTo>
                  <a:cubicBezTo>
                    <a:pt x="5039" y="267"/>
                    <a:pt x="5115" y="344"/>
                    <a:pt x="5211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5"/>
                  </a:cubicBezTo>
                  <a:cubicBezTo>
                    <a:pt x="5386" y="79"/>
                    <a:pt x="5310" y="2"/>
                    <a:pt x="5215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5728" y="1"/>
                  </a:moveTo>
                  <a:cubicBezTo>
                    <a:pt x="5634" y="1"/>
                    <a:pt x="5558" y="76"/>
                    <a:pt x="5556" y="170"/>
                  </a:cubicBezTo>
                  <a:cubicBezTo>
                    <a:pt x="5555" y="267"/>
                    <a:pt x="5631" y="344"/>
                    <a:pt x="5727" y="346"/>
                  </a:cubicBezTo>
                  <a:lnTo>
                    <a:pt x="5729" y="346"/>
                  </a:lnTo>
                  <a:cubicBezTo>
                    <a:pt x="5823" y="346"/>
                    <a:pt x="5900" y="270"/>
                    <a:pt x="5902" y="175"/>
                  </a:cubicBezTo>
                  <a:cubicBezTo>
                    <a:pt x="5903" y="79"/>
                    <a:pt x="5826" y="2"/>
                    <a:pt x="5730" y="1"/>
                  </a:cubicBezTo>
                  <a:cubicBezTo>
                    <a:pt x="5729" y="1"/>
                    <a:pt x="5728" y="1"/>
                    <a:pt x="5728" y="1"/>
                  </a:cubicBezTo>
                  <a:close/>
                  <a:moveTo>
                    <a:pt x="6241" y="1"/>
                  </a:moveTo>
                  <a:cubicBezTo>
                    <a:pt x="6147" y="1"/>
                    <a:pt x="6071" y="76"/>
                    <a:pt x="6070" y="170"/>
                  </a:cubicBezTo>
                  <a:cubicBezTo>
                    <a:pt x="6068" y="267"/>
                    <a:pt x="6144" y="344"/>
                    <a:pt x="6241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7" y="79"/>
                    <a:pt x="6341" y="2"/>
                    <a:pt x="6244" y="1"/>
                  </a:cubicBezTo>
                  <a:cubicBezTo>
                    <a:pt x="6243" y="1"/>
                    <a:pt x="6242" y="1"/>
                    <a:pt x="6241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7"/>
                    <a:pt x="17" y="879"/>
                  </a:cubicBezTo>
                  <a:cubicBezTo>
                    <a:pt x="26" y="947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751" y="1010"/>
                    <a:pt x="752" y="1010"/>
                    <a:pt x="752" y="1010"/>
                  </a:cubicBezTo>
                  <a:cubicBezTo>
                    <a:pt x="832" y="1010"/>
                    <a:pt x="897" y="945"/>
                    <a:pt x="899" y="866"/>
                  </a:cubicBezTo>
                  <a:lnTo>
                    <a:pt x="899" y="863"/>
                  </a:lnTo>
                  <a:cubicBezTo>
                    <a:pt x="899" y="781"/>
                    <a:pt x="832" y="714"/>
                    <a:pt x="750" y="714"/>
                  </a:cubicBezTo>
                  <a:close/>
                  <a:moveTo>
                    <a:pt x="1405" y="711"/>
                  </a:moveTo>
                  <a:cubicBezTo>
                    <a:pt x="1330" y="711"/>
                    <a:pt x="1264" y="767"/>
                    <a:pt x="1255" y="843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78" y="1010"/>
                    <a:pt x="3145" y="946"/>
                    <a:pt x="3147" y="864"/>
                  </a:cubicBezTo>
                  <a:lnTo>
                    <a:pt x="3147" y="863"/>
                  </a:lnTo>
                  <a:cubicBezTo>
                    <a:pt x="3147" y="779"/>
                    <a:pt x="3080" y="712"/>
                    <a:pt x="2997" y="712"/>
                  </a:cubicBezTo>
                  <a:lnTo>
                    <a:pt x="1421" y="712"/>
                  </a:lnTo>
                  <a:cubicBezTo>
                    <a:pt x="1416" y="712"/>
                    <a:pt x="1410" y="711"/>
                    <a:pt x="1405" y="711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4"/>
                    <a:pt x="80" y="1689"/>
                    <a:pt x="148" y="1696"/>
                  </a:cubicBezTo>
                  <a:lnTo>
                    <a:pt x="750" y="1696"/>
                  </a:lnTo>
                  <a:cubicBezTo>
                    <a:pt x="751" y="1696"/>
                    <a:pt x="752" y="1696"/>
                    <a:pt x="752" y="1696"/>
                  </a:cubicBezTo>
                  <a:cubicBezTo>
                    <a:pt x="832" y="1696"/>
                    <a:pt x="897" y="1632"/>
                    <a:pt x="899" y="1552"/>
                  </a:cubicBezTo>
                  <a:lnTo>
                    <a:pt x="899" y="1549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4"/>
                    <a:pt x="1255" y="1530"/>
                  </a:cubicBezTo>
                  <a:cubicBezTo>
                    <a:pt x="1246" y="1612"/>
                    <a:pt x="1304" y="1686"/>
                    <a:pt x="1386" y="1696"/>
                  </a:cubicBezTo>
                  <a:cubicBezTo>
                    <a:pt x="1392" y="1697"/>
                    <a:pt x="1397" y="1698"/>
                    <a:pt x="1403" y="1698"/>
                  </a:cubicBezTo>
                  <a:cubicBezTo>
                    <a:pt x="1409" y="1698"/>
                    <a:pt x="1415" y="1697"/>
                    <a:pt x="1421" y="1696"/>
                  </a:cubicBezTo>
                  <a:lnTo>
                    <a:pt x="2997" y="1696"/>
                  </a:lnTo>
                  <a:cubicBezTo>
                    <a:pt x="3078" y="1696"/>
                    <a:pt x="3145" y="1632"/>
                    <a:pt x="3147" y="1551"/>
                  </a:cubicBezTo>
                  <a:lnTo>
                    <a:pt x="3147" y="1549"/>
                  </a:lnTo>
                  <a:cubicBezTo>
                    <a:pt x="3147" y="1466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399"/>
                    <a:pt x="1409" y="1399"/>
                    <a:pt x="1402" y="1399"/>
                  </a:cubicBezTo>
                  <a:close/>
                  <a:moveTo>
                    <a:pt x="3668" y="1373"/>
                  </a:moveTo>
                  <a:cubicBezTo>
                    <a:pt x="3573" y="1373"/>
                    <a:pt x="3497" y="1450"/>
                    <a:pt x="3495" y="1545"/>
                  </a:cubicBezTo>
                  <a:cubicBezTo>
                    <a:pt x="3494" y="1640"/>
                    <a:pt x="3571" y="1717"/>
                    <a:pt x="3667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41" y="1549"/>
                  </a:cubicBezTo>
                  <a:cubicBezTo>
                    <a:pt x="3842" y="1452"/>
                    <a:pt x="3766" y="1375"/>
                    <a:pt x="3671" y="1373"/>
                  </a:cubicBezTo>
                  <a:cubicBezTo>
                    <a:pt x="3670" y="1373"/>
                    <a:pt x="3669" y="1373"/>
                    <a:pt x="3668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1" y="1450"/>
                    <a:pt x="4009" y="1545"/>
                  </a:cubicBezTo>
                  <a:cubicBezTo>
                    <a:pt x="4009" y="1640"/>
                    <a:pt x="4085" y="1717"/>
                    <a:pt x="4180" y="1719"/>
                  </a:cubicBezTo>
                  <a:lnTo>
                    <a:pt x="4185" y="1719"/>
                  </a:lnTo>
                  <a:cubicBezTo>
                    <a:pt x="4279" y="1719"/>
                    <a:pt x="4355" y="1643"/>
                    <a:pt x="4355" y="1549"/>
                  </a:cubicBezTo>
                  <a:cubicBezTo>
                    <a:pt x="4356" y="1452"/>
                    <a:pt x="4280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4697" y="1373"/>
                  </a:moveTo>
                  <a:cubicBezTo>
                    <a:pt x="4603" y="1373"/>
                    <a:pt x="4527" y="1450"/>
                    <a:pt x="4526" y="1545"/>
                  </a:cubicBezTo>
                  <a:cubicBezTo>
                    <a:pt x="4524" y="1640"/>
                    <a:pt x="4600" y="1717"/>
                    <a:pt x="4697" y="1719"/>
                  </a:cubicBezTo>
                  <a:lnTo>
                    <a:pt x="4698" y="1719"/>
                  </a:lnTo>
                  <a:cubicBezTo>
                    <a:pt x="4792" y="1719"/>
                    <a:pt x="4870" y="1643"/>
                    <a:pt x="4871" y="1549"/>
                  </a:cubicBezTo>
                  <a:cubicBezTo>
                    <a:pt x="4873" y="1452"/>
                    <a:pt x="4795" y="1375"/>
                    <a:pt x="4700" y="1373"/>
                  </a:cubicBezTo>
                  <a:cubicBezTo>
                    <a:pt x="4699" y="1373"/>
                    <a:pt x="4698" y="1373"/>
                    <a:pt x="4697" y="1373"/>
                  </a:cubicBezTo>
                  <a:close/>
                  <a:moveTo>
                    <a:pt x="5211" y="1373"/>
                  </a:moveTo>
                  <a:cubicBezTo>
                    <a:pt x="5117" y="1373"/>
                    <a:pt x="5041" y="1450"/>
                    <a:pt x="5039" y="1545"/>
                  </a:cubicBezTo>
                  <a:cubicBezTo>
                    <a:pt x="5038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5" y="1643"/>
                    <a:pt x="5385" y="1549"/>
                  </a:cubicBezTo>
                  <a:cubicBezTo>
                    <a:pt x="5386" y="1452"/>
                    <a:pt x="5310" y="1375"/>
                    <a:pt x="5214" y="1373"/>
                  </a:cubicBezTo>
                  <a:cubicBezTo>
                    <a:pt x="5213" y="1373"/>
                    <a:pt x="5212" y="1373"/>
                    <a:pt x="5211" y="1373"/>
                  </a:cubicBezTo>
                  <a:close/>
                  <a:moveTo>
                    <a:pt x="5728" y="1373"/>
                  </a:moveTo>
                  <a:cubicBezTo>
                    <a:pt x="5634" y="1373"/>
                    <a:pt x="5556" y="1450"/>
                    <a:pt x="5556" y="1545"/>
                  </a:cubicBezTo>
                  <a:cubicBezTo>
                    <a:pt x="5555" y="1640"/>
                    <a:pt x="5631" y="1717"/>
                    <a:pt x="5726" y="1719"/>
                  </a:cubicBezTo>
                  <a:lnTo>
                    <a:pt x="5729" y="1719"/>
                  </a:lnTo>
                  <a:cubicBezTo>
                    <a:pt x="5823" y="1719"/>
                    <a:pt x="5900" y="1643"/>
                    <a:pt x="5902" y="1549"/>
                  </a:cubicBezTo>
                  <a:cubicBezTo>
                    <a:pt x="5902" y="1452"/>
                    <a:pt x="5826" y="1375"/>
                    <a:pt x="5730" y="1373"/>
                  </a:cubicBezTo>
                  <a:cubicBezTo>
                    <a:pt x="5729" y="1373"/>
                    <a:pt x="5728" y="1373"/>
                    <a:pt x="5728" y="1373"/>
                  </a:cubicBezTo>
                  <a:close/>
                  <a:moveTo>
                    <a:pt x="6241" y="1373"/>
                  </a:moveTo>
                  <a:cubicBezTo>
                    <a:pt x="6147" y="1373"/>
                    <a:pt x="6071" y="1450"/>
                    <a:pt x="6070" y="1545"/>
                  </a:cubicBezTo>
                  <a:cubicBezTo>
                    <a:pt x="6068" y="1640"/>
                    <a:pt x="6144" y="1717"/>
                    <a:pt x="6239" y="1719"/>
                  </a:cubicBezTo>
                  <a:lnTo>
                    <a:pt x="6244" y="1719"/>
                  </a:lnTo>
                  <a:cubicBezTo>
                    <a:pt x="6339" y="1719"/>
                    <a:pt x="6415" y="1643"/>
                    <a:pt x="6415" y="1549"/>
                  </a:cubicBezTo>
                  <a:cubicBezTo>
                    <a:pt x="6417" y="1452"/>
                    <a:pt x="6339" y="1375"/>
                    <a:pt x="6244" y="1373"/>
                  </a:cubicBezTo>
                  <a:cubicBezTo>
                    <a:pt x="6243" y="1373"/>
                    <a:pt x="6242" y="1373"/>
                    <a:pt x="6241" y="1373"/>
                  </a:cubicBezTo>
                  <a:close/>
                  <a:moveTo>
                    <a:pt x="1421" y="2087"/>
                  </a:moveTo>
                  <a:cubicBezTo>
                    <a:pt x="1338" y="2087"/>
                    <a:pt x="1272" y="2154"/>
                    <a:pt x="1272" y="2235"/>
                  </a:cubicBezTo>
                  <a:cubicBezTo>
                    <a:pt x="1272" y="2317"/>
                    <a:pt x="1338" y="2383"/>
                    <a:pt x="1418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7"/>
                  </a:cubicBezTo>
                  <a:lnTo>
                    <a:pt x="3147" y="2235"/>
                  </a:lnTo>
                  <a:cubicBezTo>
                    <a:pt x="3147" y="2154"/>
                    <a:pt x="3080" y="2087"/>
                    <a:pt x="2997" y="2087"/>
                  </a:cubicBezTo>
                  <a:close/>
                  <a:moveTo>
                    <a:pt x="148" y="2087"/>
                  </a:moveTo>
                  <a:cubicBezTo>
                    <a:pt x="66" y="2088"/>
                    <a:pt x="1" y="2155"/>
                    <a:pt x="1" y="2235"/>
                  </a:cubicBezTo>
                  <a:cubicBezTo>
                    <a:pt x="1" y="2317"/>
                    <a:pt x="66" y="2383"/>
                    <a:pt x="148" y="2383"/>
                  </a:cubicBezTo>
                  <a:lnTo>
                    <a:pt x="750" y="2383"/>
                  </a:lnTo>
                  <a:cubicBezTo>
                    <a:pt x="751" y="2383"/>
                    <a:pt x="752" y="2383"/>
                    <a:pt x="753" y="2383"/>
                  </a:cubicBezTo>
                  <a:cubicBezTo>
                    <a:pt x="832" y="2383"/>
                    <a:pt x="897" y="2319"/>
                    <a:pt x="899" y="2238"/>
                  </a:cubicBezTo>
                  <a:lnTo>
                    <a:pt x="899" y="2235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19" y="2774"/>
                  </a:moveTo>
                  <a:cubicBezTo>
                    <a:pt x="1338" y="2774"/>
                    <a:pt x="1272" y="2839"/>
                    <a:pt x="1271" y="2920"/>
                  </a:cubicBezTo>
                  <a:lnTo>
                    <a:pt x="1271" y="2922"/>
                  </a:lnTo>
                  <a:cubicBezTo>
                    <a:pt x="1271" y="3004"/>
                    <a:pt x="1338" y="3071"/>
                    <a:pt x="1421" y="3071"/>
                  </a:cubicBezTo>
                  <a:lnTo>
                    <a:pt x="2997" y="3071"/>
                  </a:lnTo>
                  <a:cubicBezTo>
                    <a:pt x="3080" y="3071"/>
                    <a:pt x="3147" y="3005"/>
                    <a:pt x="3147" y="2922"/>
                  </a:cubicBezTo>
                  <a:cubicBezTo>
                    <a:pt x="3147" y="2921"/>
                    <a:pt x="3147" y="2921"/>
                    <a:pt x="3147" y="2920"/>
                  </a:cubicBezTo>
                  <a:lnTo>
                    <a:pt x="3147" y="2920"/>
                  </a:lnTo>
                  <a:cubicBezTo>
                    <a:pt x="3146" y="2839"/>
                    <a:pt x="3079" y="2774"/>
                    <a:pt x="3000" y="2774"/>
                  </a:cubicBezTo>
                  <a:lnTo>
                    <a:pt x="1421" y="2774"/>
                  </a:lnTo>
                  <a:cubicBezTo>
                    <a:pt x="1420" y="2774"/>
                    <a:pt x="1419" y="2774"/>
                    <a:pt x="1419" y="2774"/>
                  </a:cubicBezTo>
                  <a:close/>
                  <a:moveTo>
                    <a:pt x="148" y="2776"/>
                  </a:moveTo>
                  <a:cubicBezTo>
                    <a:pt x="66" y="2776"/>
                    <a:pt x="1" y="2841"/>
                    <a:pt x="1" y="2923"/>
                  </a:cubicBezTo>
                  <a:cubicBezTo>
                    <a:pt x="1" y="3004"/>
                    <a:pt x="66" y="3071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3"/>
                  </a:cubicBezTo>
                  <a:cubicBezTo>
                    <a:pt x="899" y="2841"/>
                    <a:pt x="833" y="2776"/>
                    <a:pt x="751" y="2776"/>
                  </a:cubicBezTo>
                  <a:close/>
                  <a:moveTo>
                    <a:pt x="5430" y="3348"/>
                  </a:moveTo>
                  <a:cubicBezTo>
                    <a:pt x="5334" y="3348"/>
                    <a:pt x="5255" y="3424"/>
                    <a:pt x="5255" y="3519"/>
                  </a:cubicBezTo>
                  <a:cubicBezTo>
                    <a:pt x="5254" y="3614"/>
                    <a:pt x="5330" y="3693"/>
                    <a:pt x="5425" y="3693"/>
                  </a:cubicBezTo>
                  <a:lnTo>
                    <a:pt x="5428" y="3693"/>
                  </a:lnTo>
                  <a:cubicBezTo>
                    <a:pt x="5522" y="3693"/>
                    <a:pt x="5599" y="3617"/>
                    <a:pt x="5601" y="3523"/>
                  </a:cubicBezTo>
                  <a:cubicBezTo>
                    <a:pt x="5601" y="3428"/>
                    <a:pt x="5525" y="3349"/>
                    <a:pt x="5430" y="3348"/>
                  </a:cubicBezTo>
                  <a:close/>
                  <a:moveTo>
                    <a:pt x="5943" y="3348"/>
                  </a:moveTo>
                  <a:cubicBezTo>
                    <a:pt x="5848" y="3348"/>
                    <a:pt x="5770" y="3424"/>
                    <a:pt x="5769" y="3519"/>
                  </a:cubicBezTo>
                  <a:cubicBezTo>
                    <a:pt x="5768" y="3614"/>
                    <a:pt x="5843" y="3693"/>
                    <a:pt x="5939" y="3693"/>
                  </a:cubicBezTo>
                  <a:lnTo>
                    <a:pt x="5943" y="3693"/>
                  </a:lnTo>
                  <a:cubicBezTo>
                    <a:pt x="6038" y="3693"/>
                    <a:pt x="6114" y="3617"/>
                    <a:pt x="6114" y="3523"/>
                  </a:cubicBezTo>
                  <a:cubicBezTo>
                    <a:pt x="6116" y="3428"/>
                    <a:pt x="6038" y="3349"/>
                    <a:pt x="5943" y="3348"/>
                  </a:cubicBezTo>
                  <a:close/>
                  <a:moveTo>
                    <a:pt x="6460" y="3348"/>
                  </a:moveTo>
                  <a:cubicBezTo>
                    <a:pt x="6365" y="3348"/>
                    <a:pt x="6286" y="3424"/>
                    <a:pt x="6284" y="3519"/>
                  </a:cubicBezTo>
                  <a:cubicBezTo>
                    <a:pt x="6284" y="3614"/>
                    <a:pt x="6360" y="3693"/>
                    <a:pt x="6455" y="3693"/>
                  </a:cubicBezTo>
                  <a:lnTo>
                    <a:pt x="6457" y="3693"/>
                  </a:lnTo>
                  <a:cubicBezTo>
                    <a:pt x="6552" y="3693"/>
                    <a:pt x="6630" y="3617"/>
                    <a:pt x="6630" y="3523"/>
                  </a:cubicBezTo>
                  <a:cubicBezTo>
                    <a:pt x="6631" y="3428"/>
                    <a:pt x="6555" y="3349"/>
                    <a:pt x="6460" y="3348"/>
                  </a:cubicBezTo>
                  <a:close/>
                  <a:moveTo>
                    <a:pt x="6975" y="3348"/>
                  </a:moveTo>
                  <a:cubicBezTo>
                    <a:pt x="6880" y="3348"/>
                    <a:pt x="6802" y="3424"/>
                    <a:pt x="6801" y="3519"/>
                  </a:cubicBezTo>
                  <a:cubicBezTo>
                    <a:pt x="6799" y="3614"/>
                    <a:pt x="6877" y="3693"/>
                    <a:pt x="6972" y="3693"/>
                  </a:cubicBezTo>
                  <a:lnTo>
                    <a:pt x="6974" y="3693"/>
                  </a:lnTo>
                  <a:cubicBezTo>
                    <a:pt x="7069" y="3693"/>
                    <a:pt x="7145" y="3617"/>
                    <a:pt x="7146" y="3523"/>
                  </a:cubicBezTo>
                  <a:cubicBezTo>
                    <a:pt x="7148" y="3428"/>
                    <a:pt x="7072" y="3349"/>
                    <a:pt x="6975" y="3348"/>
                  </a:cubicBezTo>
                  <a:close/>
                  <a:moveTo>
                    <a:pt x="7490" y="3348"/>
                  </a:moveTo>
                  <a:cubicBezTo>
                    <a:pt x="7393" y="3348"/>
                    <a:pt x="7316" y="3424"/>
                    <a:pt x="7315" y="3519"/>
                  </a:cubicBezTo>
                  <a:cubicBezTo>
                    <a:pt x="7313" y="3614"/>
                    <a:pt x="7390" y="3693"/>
                    <a:pt x="7486" y="3693"/>
                  </a:cubicBezTo>
                  <a:lnTo>
                    <a:pt x="7490" y="3693"/>
                  </a:lnTo>
                  <a:cubicBezTo>
                    <a:pt x="7584" y="3693"/>
                    <a:pt x="7660" y="3617"/>
                    <a:pt x="7660" y="3523"/>
                  </a:cubicBezTo>
                  <a:cubicBezTo>
                    <a:pt x="7661" y="3428"/>
                    <a:pt x="7585" y="3349"/>
                    <a:pt x="7490" y="3348"/>
                  </a:cubicBezTo>
                  <a:close/>
                  <a:moveTo>
                    <a:pt x="8005" y="3348"/>
                  </a:moveTo>
                  <a:cubicBezTo>
                    <a:pt x="7910" y="3348"/>
                    <a:pt x="7833" y="3424"/>
                    <a:pt x="7831" y="3519"/>
                  </a:cubicBezTo>
                  <a:cubicBezTo>
                    <a:pt x="7830" y="3614"/>
                    <a:pt x="7906" y="3693"/>
                    <a:pt x="8001" y="3693"/>
                  </a:cubicBezTo>
                  <a:lnTo>
                    <a:pt x="8004" y="3693"/>
                  </a:lnTo>
                  <a:cubicBezTo>
                    <a:pt x="8098" y="3693"/>
                    <a:pt x="8175" y="3617"/>
                    <a:pt x="8177" y="3523"/>
                  </a:cubicBezTo>
                  <a:cubicBezTo>
                    <a:pt x="8178" y="3428"/>
                    <a:pt x="8101" y="3349"/>
                    <a:pt x="8005" y="3348"/>
                  </a:cubicBezTo>
                  <a:close/>
                  <a:moveTo>
                    <a:pt x="3308" y="3461"/>
                  </a:moveTo>
                  <a:cubicBezTo>
                    <a:pt x="3226" y="3471"/>
                    <a:pt x="3168" y="3546"/>
                    <a:pt x="3178" y="3628"/>
                  </a:cubicBezTo>
                  <a:cubicBezTo>
                    <a:pt x="3186" y="3696"/>
                    <a:pt x="3239" y="3750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08"/>
                  </a:cubicBezTo>
                  <a:lnTo>
                    <a:pt x="5036" y="3608"/>
                  </a:lnTo>
                  <a:cubicBezTo>
                    <a:pt x="5036" y="3528"/>
                    <a:pt x="4969" y="3461"/>
                    <a:pt x="4889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7" y="3546"/>
                    <a:pt x="17" y="3628"/>
                  </a:cubicBezTo>
                  <a:cubicBezTo>
                    <a:pt x="26" y="3696"/>
                    <a:pt x="80" y="3750"/>
                    <a:pt x="148" y="3759"/>
                  </a:cubicBezTo>
                  <a:lnTo>
                    <a:pt x="750" y="3759"/>
                  </a:lnTo>
                  <a:cubicBezTo>
                    <a:pt x="832" y="3759"/>
                    <a:pt x="899" y="3692"/>
                    <a:pt x="899" y="3610"/>
                  </a:cubicBezTo>
                  <a:cubicBezTo>
                    <a:pt x="899" y="3528"/>
                    <a:pt x="833" y="3462"/>
                    <a:pt x="751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7" y="4232"/>
                    <a:pt x="17" y="4314"/>
                  </a:cubicBezTo>
                  <a:cubicBezTo>
                    <a:pt x="26" y="4382"/>
                    <a:pt x="80" y="4438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3" y="4149"/>
                    <a:pt x="751" y="4149"/>
                  </a:cubicBezTo>
                  <a:close/>
                  <a:moveTo>
                    <a:pt x="3308" y="4147"/>
                  </a:moveTo>
                  <a:cubicBezTo>
                    <a:pt x="3226" y="4158"/>
                    <a:pt x="3168" y="4232"/>
                    <a:pt x="3178" y="4314"/>
                  </a:cubicBezTo>
                  <a:cubicBezTo>
                    <a:pt x="3186" y="4382"/>
                    <a:pt x="3239" y="4436"/>
                    <a:pt x="3308" y="4445"/>
                  </a:cubicBezTo>
                  <a:lnTo>
                    <a:pt x="4886" y="4445"/>
                  </a:lnTo>
                  <a:cubicBezTo>
                    <a:pt x="4968" y="4444"/>
                    <a:pt x="5033" y="4377"/>
                    <a:pt x="5033" y="4295"/>
                  </a:cubicBezTo>
                  <a:lnTo>
                    <a:pt x="5036" y="4295"/>
                  </a:lnTo>
                  <a:cubicBezTo>
                    <a:pt x="5036" y="4214"/>
                    <a:pt x="4969" y="4147"/>
                    <a:pt x="4889" y="4147"/>
                  </a:cubicBezTo>
                  <a:close/>
                  <a:moveTo>
                    <a:pt x="5942" y="4767"/>
                  </a:moveTo>
                  <a:cubicBezTo>
                    <a:pt x="5846" y="4767"/>
                    <a:pt x="5769" y="4844"/>
                    <a:pt x="5769" y="4939"/>
                  </a:cubicBezTo>
                  <a:cubicBezTo>
                    <a:pt x="5769" y="5035"/>
                    <a:pt x="5846" y="5112"/>
                    <a:pt x="5942" y="5112"/>
                  </a:cubicBezTo>
                  <a:lnTo>
                    <a:pt x="5943" y="5112"/>
                  </a:lnTo>
                  <a:cubicBezTo>
                    <a:pt x="6037" y="5112"/>
                    <a:pt x="6114" y="5036"/>
                    <a:pt x="6114" y="4941"/>
                  </a:cubicBezTo>
                  <a:lnTo>
                    <a:pt x="6114" y="4939"/>
                  </a:lnTo>
                  <a:cubicBezTo>
                    <a:pt x="6114" y="4844"/>
                    <a:pt x="6037" y="4767"/>
                    <a:pt x="5942" y="4767"/>
                  </a:cubicBezTo>
                  <a:close/>
                  <a:moveTo>
                    <a:pt x="7487" y="4767"/>
                  </a:moveTo>
                  <a:cubicBezTo>
                    <a:pt x="7392" y="4767"/>
                    <a:pt x="7315" y="4844"/>
                    <a:pt x="7315" y="4939"/>
                  </a:cubicBezTo>
                  <a:cubicBezTo>
                    <a:pt x="7315" y="5035"/>
                    <a:pt x="7392" y="5112"/>
                    <a:pt x="7487" y="5112"/>
                  </a:cubicBezTo>
                  <a:lnTo>
                    <a:pt x="7490" y="5112"/>
                  </a:lnTo>
                  <a:cubicBezTo>
                    <a:pt x="7584" y="5112"/>
                    <a:pt x="7660" y="5036"/>
                    <a:pt x="7660" y="4941"/>
                  </a:cubicBezTo>
                  <a:lnTo>
                    <a:pt x="7660" y="4939"/>
                  </a:lnTo>
                  <a:cubicBezTo>
                    <a:pt x="7660" y="4844"/>
                    <a:pt x="7583" y="4767"/>
                    <a:pt x="7487" y="4767"/>
                  </a:cubicBezTo>
                  <a:close/>
                  <a:moveTo>
                    <a:pt x="5428" y="4767"/>
                  </a:moveTo>
                  <a:cubicBezTo>
                    <a:pt x="5333" y="4767"/>
                    <a:pt x="5255" y="4844"/>
                    <a:pt x="5255" y="4939"/>
                  </a:cubicBezTo>
                  <a:cubicBezTo>
                    <a:pt x="5255" y="5035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3" y="5112"/>
                    <a:pt x="5599" y="5037"/>
                    <a:pt x="5601" y="4944"/>
                  </a:cubicBezTo>
                  <a:lnTo>
                    <a:pt x="5601" y="4939"/>
                  </a:lnTo>
                  <a:cubicBezTo>
                    <a:pt x="5601" y="4844"/>
                    <a:pt x="5523" y="4767"/>
                    <a:pt x="5428" y="4767"/>
                  </a:cubicBezTo>
                  <a:close/>
                  <a:moveTo>
                    <a:pt x="6457" y="4767"/>
                  </a:moveTo>
                  <a:cubicBezTo>
                    <a:pt x="6362" y="4767"/>
                    <a:pt x="6284" y="4844"/>
                    <a:pt x="6284" y="4939"/>
                  </a:cubicBezTo>
                  <a:cubicBezTo>
                    <a:pt x="6284" y="5035"/>
                    <a:pt x="6362" y="5112"/>
                    <a:pt x="6457" y="5112"/>
                  </a:cubicBezTo>
                  <a:cubicBezTo>
                    <a:pt x="6458" y="5112"/>
                    <a:pt x="6459" y="5112"/>
                    <a:pt x="6460" y="5112"/>
                  </a:cubicBezTo>
                  <a:cubicBezTo>
                    <a:pt x="6554" y="5112"/>
                    <a:pt x="6630" y="5037"/>
                    <a:pt x="6630" y="4944"/>
                  </a:cubicBezTo>
                  <a:lnTo>
                    <a:pt x="6630" y="4939"/>
                  </a:lnTo>
                  <a:cubicBezTo>
                    <a:pt x="6630" y="4844"/>
                    <a:pt x="6552" y="4767"/>
                    <a:pt x="6457" y="4767"/>
                  </a:cubicBezTo>
                  <a:close/>
                  <a:moveTo>
                    <a:pt x="6974" y="4767"/>
                  </a:moveTo>
                  <a:cubicBezTo>
                    <a:pt x="6878" y="4767"/>
                    <a:pt x="6801" y="4844"/>
                    <a:pt x="6801" y="4939"/>
                  </a:cubicBezTo>
                  <a:cubicBezTo>
                    <a:pt x="6801" y="5035"/>
                    <a:pt x="6878" y="5112"/>
                    <a:pt x="6974" y="5112"/>
                  </a:cubicBezTo>
                  <a:cubicBezTo>
                    <a:pt x="6974" y="5112"/>
                    <a:pt x="6975" y="5112"/>
                    <a:pt x="6976" y="5112"/>
                  </a:cubicBezTo>
                  <a:cubicBezTo>
                    <a:pt x="7069" y="5112"/>
                    <a:pt x="7145" y="5037"/>
                    <a:pt x="7146" y="4944"/>
                  </a:cubicBezTo>
                  <a:lnTo>
                    <a:pt x="7146" y="4939"/>
                  </a:lnTo>
                  <a:cubicBezTo>
                    <a:pt x="7146" y="4844"/>
                    <a:pt x="7069" y="4767"/>
                    <a:pt x="6974" y="4767"/>
                  </a:cubicBezTo>
                  <a:close/>
                  <a:moveTo>
                    <a:pt x="8004" y="4767"/>
                  </a:moveTo>
                  <a:cubicBezTo>
                    <a:pt x="7909" y="4767"/>
                    <a:pt x="7831" y="4844"/>
                    <a:pt x="7831" y="4939"/>
                  </a:cubicBezTo>
                  <a:cubicBezTo>
                    <a:pt x="7831" y="5035"/>
                    <a:pt x="7909" y="5112"/>
                    <a:pt x="8004" y="5112"/>
                  </a:cubicBezTo>
                  <a:cubicBezTo>
                    <a:pt x="8005" y="5112"/>
                    <a:pt x="8006" y="5112"/>
                    <a:pt x="8007" y="5112"/>
                  </a:cubicBezTo>
                  <a:cubicBezTo>
                    <a:pt x="8099" y="5112"/>
                    <a:pt x="8175" y="5037"/>
                    <a:pt x="8177" y="4944"/>
                  </a:cubicBezTo>
                  <a:lnTo>
                    <a:pt x="8177" y="4939"/>
                  </a:lnTo>
                  <a:cubicBezTo>
                    <a:pt x="8177" y="4844"/>
                    <a:pt x="8099" y="4767"/>
                    <a:pt x="8004" y="4767"/>
                  </a:cubicBezTo>
                  <a:close/>
                  <a:moveTo>
                    <a:pt x="148" y="4835"/>
                  </a:moveTo>
                  <a:cubicBezTo>
                    <a:pt x="66" y="4846"/>
                    <a:pt x="7" y="4920"/>
                    <a:pt x="17" y="5002"/>
                  </a:cubicBezTo>
                  <a:cubicBezTo>
                    <a:pt x="26" y="5069"/>
                    <a:pt x="80" y="5124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4"/>
                    <a:pt x="899" y="4983"/>
                  </a:cubicBezTo>
                  <a:cubicBezTo>
                    <a:pt x="899" y="4901"/>
                    <a:pt x="833" y="4835"/>
                    <a:pt x="751" y="4835"/>
                  </a:cubicBezTo>
                  <a:close/>
                  <a:moveTo>
                    <a:pt x="3308" y="4835"/>
                  </a:moveTo>
                  <a:cubicBezTo>
                    <a:pt x="3226" y="4844"/>
                    <a:pt x="3168" y="4918"/>
                    <a:pt x="3178" y="5000"/>
                  </a:cubicBezTo>
                  <a:cubicBezTo>
                    <a:pt x="3186" y="5069"/>
                    <a:pt x="3239" y="5122"/>
                    <a:pt x="3308" y="5131"/>
                  </a:cubicBezTo>
                  <a:lnTo>
                    <a:pt x="4886" y="5131"/>
                  </a:lnTo>
                  <a:cubicBezTo>
                    <a:pt x="4968" y="5130"/>
                    <a:pt x="5033" y="5063"/>
                    <a:pt x="5033" y="4981"/>
                  </a:cubicBezTo>
                  <a:lnTo>
                    <a:pt x="5036" y="4981"/>
                  </a:lnTo>
                  <a:cubicBezTo>
                    <a:pt x="5036" y="4901"/>
                    <a:pt x="4969" y="4835"/>
                    <a:pt x="4889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4324225" y="4941225"/>
              <a:ext cx="204325" cy="128250"/>
            </a:xfrm>
            <a:custGeom>
              <a:avLst/>
              <a:gdLst/>
              <a:ahLst/>
              <a:cxnLst/>
              <a:rect l="l" t="t" r="r" b="b"/>
              <a:pathLst>
                <a:path w="8173" h="5130" extrusionOk="0">
                  <a:moveTo>
                    <a:pt x="762" y="26"/>
                  </a:moveTo>
                  <a:cubicBezTo>
                    <a:pt x="756" y="26"/>
                    <a:pt x="750" y="26"/>
                    <a:pt x="744" y="27"/>
                  </a:cubicBezTo>
                  <a:lnTo>
                    <a:pt x="142" y="27"/>
                  </a:lnTo>
                  <a:cubicBezTo>
                    <a:pt x="74" y="34"/>
                    <a:pt x="20" y="90"/>
                    <a:pt x="11" y="158"/>
                  </a:cubicBezTo>
                  <a:cubicBezTo>
                    <a:pt x="2" y="240"/>
                    <a:pt x="60" y="313"/>
                    <a:pt x="142" y="323"/>
                  </a:cubicBezTo>
                  <a:lnTo>
                    <a:pt x="744" y="323"/>
                  </a:lnTo>
                  <a:cubicBezTo>
                    <a:pt x="750" y="324"/>
                    <a:pt x="756" y="324"/>
                    <a:pt x="762" y="324"/>
                  </a:cubicBezTo>
                  <a:cubicBezTo>
                    <a:pt x="768" y="324"/>
                    <a:pt x="774" y="324"/>
                    <a:pt x="780" y="323"/>
                  </a:cubicBezTo>
                  <a:cubicBezTo>
                    <a:pt x="861" y="313"/>
                    <a:pt x="920" y="240"/>
                    <a:pt x="909" y="158"/>
                  </a:cubicBezTo>
                  <a:cubicBezTo>
                    <a:pt x="901" y="82"/>
                    <a:pt x="837" y="26"/>
                    <a:pt x="762" y="26"/>
                  </a:cubicBezTo>
                  <a:close/>
                  <a:moveTo>
                    <a:pt x="1396" y="26"/>
                  </a:moveTo>
                  <a:cubicBezTo>
                    <a:pt x="1322" y="26"/>
                    <a:pt x="1258" y="81"/>
                    <a:pt x="1249" y="157"/>
                  </a:cubicBezTo>
                  <a:cubicBezTo>
                    <a:pt x="1240" y="238"/>
                    <a:pt x="1298" y="313"/>
                    <a:pt x="1380" y="323"/>
                  </a:cubicBezTo>
                  <a:cubicBezTo>
                    <a:pt x="1386" y="324"/>
                    <a:pt x="1391" y="324"/>
                    <a:pt x="1397" y="324"/>
                  </a:cubicBezTo>
                  <a:cubicBezTo>
                    <a:pt x="1403" y="324"/>
                    <a:pt x="1409" y="324"/>
                    <a:pt x="1415" y="323"/>
                  </a:cubicBezTo>
                  <a:lnTo>
                    <a:pt x="2991" y="323"/>
                  </a:lnTo>
                  <a:cubicBezTo>
                    <a:pt x="3074" y="323"/>
                    <a:pt x="3139" y="256"/>
                    <a:pt x="3139" y="173"/>
                  </a:cubicBezTo>
                  <a:lnTo>
                    <a:pt x="3141" y="173"/>
                  </a:lnTo>
                  <a:cubicBezTo>
                    <a:pt x="3141" y="93"/>
                    <a:pt x="3074" y="27"/>
                    <a:pt x="2994" y="27"/>
                  </a:cubicBezTo>
                  <a:lnTo>
                    <a:pt x="1415" y="27"/>
                  </a:lnTo>
                  <a:cubicBezTo>
                    <a:pt x="1409" y="26"/>
                    <a:pt x="1403" y="26"/>
                    <a:pt x="1396" y="26"/>
                  </a:cubicBezTo>
                  <a:close/>
                  <a:moveTo>
                    <a:pt x="3662" y="0"/>
                  </a:moveTo>
                  <a:cubicBezTo>
                    <a:pt x="3567" y="0"/>
                    <a:pt x="3489" y="78"/>
                    <a:pt x="3489" y="173"/>
                  </a:cubicBezTo>
                  <a:cubicBezTo>
                    <a:pt x="3489" y="268"/>
                    <a:pt x="3567" y="346"/>
                    <a:pt x="3662" y="346"/>
                  </a:cubicBezTo>
                  <a:cubicBezTo>
                    <a:pt x="3759" y="346"/>
                    <a:pt x="3835" y="268"/>
                    <a:pt x="3835" y="173"/>
                  </a:cubicBezTo>
                  <a:cubicBezTo>
                    <a:pt x="3835" y="78"/>
                    <a:pt x="3757" y="0"/>
                    <a:pt x="3662" y="0"/>
                  </a:cubicBezTo>
                  <a:close/>
                  <a:moveTo>
                    <a:pt x="4177" y="0"/>
                  </a:moveTo>
                  <a:cubicBezTo>
                    <a:pt x="4082" y="0"/>
                    <a:pt x="4005" y="78"/>
                    <a:pt x="4005" y="173"/>
                  </a:cubicBezTo>
                  <a:cubicBezTo>
                    <a:pt x="4005" y="268"/>
                    <a:pt x="4082" y="346"/>
                    <a:pt x="4177" y="346"/>
                  </a:cubicBezTo>
                  <a:lnTo>
                    <a:pt x="4179" y="346"/>
                  </a:lnTo>
                  <a:cubicBezTo>
                    <a:pt x="4273" y="346"/>
                    <a:pt x="4350" y="270"/>
                    <a:pt x="4350" y="176"/>
                  </a:cubicBezTo>
                  <a:lnTo>
                    <a:pt x="4350" y="173"/>
                  </a:lnTo>
                  <a:cubicBezTo>
                    <a:pt x="4350" y="78"/>
                    <a:pt x="4273" y="0"/>
                    <a:pt x="4177" y="0"/>
                  </a:cubicBezTo>
                  <a:close/>
                  <a:moveTo>
                    <a:pt x="5206" y="0"/>
                  </a:moveTo>
                  <a:cubicBezTo>
                    <a:pt x="5111" y="0"/>
                    <a:pt x="5033" y="78"/>
                    <a:pt x="5033" y="173"/>
                  </a:cubicBezTo>
                  <a:cubicBezTo>
                    <a:pt x="5033" y="268"/>
                    <a:pt x="5111" y="346"/>
                    <a:pt x="5206" y="346"/>
                  </a:cubicBezTo>
                  <a:lnTo>
                    <a:pt x="5209" y="346"/>
                  </a:lnTo>
                  <a:cubicBezTo>
                    <a:pt x="5303" y="346"/>
                    <a:pt x="5379" y="270"/>
                    <a:pt x="5379" y="176"/>
                  </a:cubicBezTo>
                  <a:lnTo>
                    <a:pt x="5379" y="173"/>
                  </a:lnTo>
                  <a:cubicBezTo>
                    <a:pt x="5379" y="78"/>
                    <a:pt x="5301" y="0"/>
                    <a:pt x="5206" y="0"/>
                  </a:cubicBezTo>
                  <a:close/>
                  <a:moveTo>
                    <a:pt x="6236" y="0"/>
                  </a:moveTo>
                  <a:cubicBezTo>
                    <a:pt x="6141" y="0"/>
                    <a:pt x="6064" y="78"/>
                    <a:pt x="6064" y="173"/>
                  </a:cubicBezTo>
                  <a:cubicBezTo>
                    <a:pt x="6064" y="268"/>
                    <a:pt x="6141" y="346"/>
                    <a:pt x="6236" y="346"/>
                  </a:cubicBezTo>
                  <a:lnTo>
                    <a:pt x="6238" y="346"/>
                  </a:lnTo>
                  <a:cubicBezTo>
                    <a:pt x="6333" y="346"/>
                    <a:pt x="6409" y="270"/>
                    <a:pt x="6409" y="176"/>
                  </a:cubicBezTo>
                  <a:lnTo>
                    <a:pt x="6409" y="173"/>
                  </a:lnTo>
                  <a:cubicBezTo>
                    <a:pt x="6409" y="78"/>
                    <a:pt x="6332" y="0"/>
                    <a:pt x="6236" y="0"/>
                  </a:cubicBezTo>
                  <a:close/>
                  <a:moveTo>
                    <a:pt x="4692" y="0"/>
                  </a:moveTo>
                  <a:cubicBezTo>
                    <a:pt x="4597" y="0"/>
                    <a:pt x="4520" y="78"/>
                    <a:pt x="4520" y="173"/>
                  </a:cubicBezTo>
                  <a:cubicBezTo>
                    <a:pt x="4520" y="268"/>
                    <a:pt x="4597" y="346"/>
                    <a:pt x="4692" y="346"/>
                  </a:cubicBezTo>
                  <a:cubicBezTo>
                    <a:pt x="4693" y="346"/>
                    <a:pt x="4694" y="346"/>
                    <a:pt x="4695" y="346"/>
                  </a:cubicBezTo>
                  <a:cubicBezTo>
                    <a:pt x="4788" y="346"/>
                    <a:pt x="4864" y="270"/>
                    <a:pt x="4865" y="177"/>
                  </a:cubicBezTo>
                  <a:lnTo>
                    <a:pt x="4865" y="173"/>
                  </a:lnTo>
                  <a:cubicBezTo>
                    <a:pt x="4865" y="78"/>
                    <a:pt x="4788" y="0"/>
                    <a:pt x="4692" y="0"/>
                  </a:cubicBezTo>
                  <a:close/>
                  <a:moveTo>
                    <a:pt x="5723" y="0"/>
                  </a:moveTo>
                  <a:cubicBezTo>
                    <a:pt x="5628" y="0"/>
                    <a:pt x="5550" y="78"/>
                    <a:pt x="5550" y="173"/>
                  </a:cubicBezTo>
                  <a:cubicBezTo>
                    <a:pt x="5550" y="268"/>
                    <a:pt x="5628" y="346"/>
                    <a:pt x="5723" y="346"/>
                  </a:cubicBezTo>
                  <a:cubicBezTo>
                    <a:pt x="5724" y="346"/>
                    <a:pt x="5725" y="346"/>
                    <a:pt x="5726" y="346"/>
                  </a:cubicBezTo>
                  <a:cubicBezTo>
                    <a:pt x="5818" y="346"/>
                    <a:pt x="5894" y="270"/>
                    <a:pt x="5896" y="177"/>
                  </a:cubicBezTo>
                  <a:lnTo>
                    <a:pt x="5896" y="173"/>
                  </a:lnTo>
                  <a:cubicBezTo>
                    <a:pt x="5896" y="78"/>
                    <a:pt x="5818" y="0"/>
                    <a:pt x="5723" y="0"/>
                  </a:cubicBezTo>
                  <a:close/>
                  <a:moveTo>
                    <a:pt x="142" y="713"/>
                  </a:moveTo>
                  <a:cubicBezTo>
                    <a:pt x="60" y="724"/>
                    <a:pt x="1" y="798"/>
                    <a:pt x="11" y="880"/>
                  </a:cubicBezTo>
                  <a:cubicBezTo>
                    <a:pt x="20" y="949"/>
                    <a:pt x="74" y="1002"/>
                    <a:pt x="142" y="1010"/>
                  </a:cubicBezTo>
                  <a:lnTo>
                    <a:pt x="744" y="1010"/>
                  </a:lnTo>
                  <a:cubicBezTo>
                    <a:pt x="826" y="1010"/>
                    <a:pt x="893" y="943"/>
                    <a:pt x="893" y="861"/>
                  </a:cubicBezTo>
                  <a:cubicBezTo>
                    <a:pt x="893" y="779"/>
                    <a:pt x="827" y="713"/>
                    <a:pt x="745" y="713"/>
                  </a:cubicBezTo>
                  <a:close/>
                  <a:moveTo>
                    <a:pt x="1396" y="712"/>
                  </a:moveTo>
                  <a:cubicBezTo>
                    <a:pt x="1322" y="712"/>
                    <a:pt x="1258" y="767"/>
                    <a:pt x="1249" y="843"/>
                  </a:cubicBezTo>
                  <a:cubicBezTo>
                    <a:pt x="1240" y="925"/>
                    <a:pt x="1298" y="999"/>
                    <a:pt x="1380" y="1010"/>
                  </a:cubicBezTo>
                  <a:cubicBezTo>
                    <a:pt x="1386" y="1010"/>
                    <a:pt x="1391" y="1011"/>
                    <a:pt x="1397" y="1011"/>
                  </a:cubicBezTo>
                  <a:cubicBezTo>
                    <a:pt x="1403" y="1011"/>
                    <a:pt x="1409" y="1010"/>
                    <a:pt x="1415" y="1010"/>
                  </a:cubicBezTo>
                  <a:lnTo>
                    <a:pt x="2991" y="1010"/>
                  </a:lnTo>
                  <a:cubicBezTo>
                    <a:pt x="3074" y="1010"/>
                    <a:pt x="3139" y="943"/>
                    <a:pt x="3139" y="861"/>
                  </a:cubicBezTo>
                  <a:lnTo>
                    <a:pt x="3141" y="861"/>
                  </a:lnTo>
                  <a:cubicBezTo>
                    <a:pt x="3141" y="779"/>
                    <a:pt x="3074" y="713"/>
                    <a:pt x="2994" y="713"/>
                  </a:cubicBezTo>
                  <a:lnTo>
                    <a:pt x="1415" y="713"/>
                  </a:lnTo>
                  <a:cubicBezTo>
                    <a:pt x="1409" y="713"/>
                    <a:pt x="1403" y="712"/>
                    <a:pt x="1396" y="712"/>
                  </a:cubicBezTo>
                  <a:close/>
                  <a:moveTo>
                    <a:pt x="142" y="1400"/>
                  </a:moveTo>
                  <a:cubicBezTo>
                    <a:pt x="60" y="1410"/>
                    <a:pt x="1" y="1485"/>
                    <a:pt x="11" y="1567"/>
                  </a:cubicBezTo>
                  <a:cubicBezTo>
                    <a:pt x="20" y="1635"/>
                    <a:pt x="74" y="1689"/>
                    <a:pt x="142" y="1696"/>
                  </a:cubicBezTo>
                  <a:lnTo>
                    <a:pt x="744" y="1696"/>
                  </a:lnTo>
                  <a:cubicBezTo>
                    <a:pt x="824" y="1696"/>
                    <a:pt x="891" y="1631"/>
                    <a:pt x="893" y="1550"/>
                  </a:cubicBezTo>
                  <a:lnTo>
                    <a:pt x="893" y="1547"/>
                  </a:lnTo>
                  <a:cubicBezTo>
                    <a:pt x="893" y="1465"/>
                    <a:pt x="827" y="1400"/>
                    <a:pt x="745" y="1400"/>
                  </a:cubicBezTo>
                  <a:close/>
                  <a:moveTo>
                    <a:pt x="1396" y="1399"/>
                  </a:moveTo>
                  <a:cubicBezTo>
                    <a:pt x="1322" y="1399"/>
                    <a:pt x="1258" y="1454"/>
                    <a:pt x="1249" y="1529"/>
                  </a:cubicBezTo>
                  <a:cubicBezTo>
                    <a:pt x="1240" y="1611"/>
                    <a:pt x="1298" y="1686"/>
                    <a:pt x="1380" y="1696"/>
                  </a:cubicBezTo>
                  <a:cubicBezTo>
                    <a:pt x="1386" y="1697"/>
                    <a:pt x="1391" y="1697"/>
                    <a:pt x="1397" y="1697"/>
                  </a:cubicBezTo>
                  <a:cubicBezTo>
                    <a:pt x="1403" y="1697"/>
                    <a:pt x="1409" y="1697"/>
                    <a:pt x="1415" y="1696"/>
                  </a:cubicBezTo>
                  <a:lnTo>
                    <a:pt x="2991" y="1696"/>
                  </a:lnTo>
                  <a:cubicBezTo>
                    <a:pt x="3072" y="1696"/>
                    <a:pt x="3139" y="1631"/>
                    <a:pt x="3139" y="1549"/>
                  </a:cubicBezTo>
                  <a:lnTo>
                    <a:pt x="3139" y="1547"/>
                  </a:lnTo>
                  <a:lnTo>
                    <a:pt x="3141" y="1547"/>
                  </a:lnTo>
                  <a:cubicBezTo>
                    <a:pt x="3141" y="1465"/>
                    <a:pt x="3074" y="1400"/>
                    <a:pt x="2994" y="1400"/>
                  </a:cubicBezTo>
                  <a:lnTo>
                    <a:pt x="1415" y="1400"/>
                  </a:lnTo>
                  <a:cubicBezTo>
                    <a:pt x="1409" y="1399"/>
                    <a:pt x="1403" y="1399"/>
                    <a:pt x="1396" y="1399"/>
                  </a:cubicBezTo>
                  <a:close/>
                  <a:moveTo>
                    <a:pt x="3662" y="1376"/>
                  </a:moveTo>
                  <a:cubicBezTo>
                    <a:pt x="3567" y="1376"/>
                    <a:pt x="3489" y="1453"/>
                    <a:pt x="3489" y="1549"/>
                  </a:cubicBezTo>
                  <a:cubicBezTo>
                    <a:pt x="3489" y="1644"/>
                    <a:pt x="3567" y="1721"/>
                    <a:pt x="3662" y="1721"/>
                  </a:cubicBezTo>
                  <a:cubicBezTo>
                    <a:pt x="3757" y="1721"/>
                    <a:pt x="3835" y="1644"/>
                    <a:pt x="3835" y="1549"/>
                  </a:cubicBezTo>
                  <a:cubicBezTo>
                    <a:pt x="3835" y="1453"/>
                    <a:pt x="3757" y="1376"/>
                    <a:pt x="3662" y="1376"/>
                  </a:cubicBezTo>
                  <a:close/>
                  <a:moveTo>
                    <a:pt x="4176" y="1376"/>
                  </a:moveTo>
                  <a:cubicBezTo>
                    <a:pt x="4081" y="1376"/>
                    <a:pt x="4003" y="1453"/>
                    <a:pt x="4003" y="1549"/>
                  </a:cubicBezTo>
                  <a:cubicBezTo>
                    <a:pt x="4003" y="1644"/>
                    <a:pt x="4081" y="1721"/>
                    <a:pt x="4176" y="1721"/>
                  </a:cubicBezTo>
                  <a:lnTo>
                    <a:pt x="4179" y="1721"/>
                  </a:lnTo>
                  <a:cubicBezTo>
                    <a:pt x="4273" y="1721"/>
                    <a:pt x="4349" y="1645"/>
                    <a:pt x="4349" y="1550"/>
                  </a:cubicBezTo>
                  <a:lnTo>
                    <a:pt x="4349" y="1549"/>
                  </a:lnTo>
                  <a:cubicBezTo>
                    <a:pt x="4349" y="1453"/>
                    <a:pt x="4271" y="1376"/>
                    <a:pt x="4176" y="1376"/>
                  </a:cubicBezTo>
                  <a:close/>
                  <a:moveTo>
                    <a:pt x="5206" y="1376"/>
                  </a:moveTo>
                  <a:cubicBezTo>
                    <a:pt x="5111" y="1376"/>
                    <a:pt x="5033" y="1453"/>
                    <a:pt x="5033" y="1549"/>
                  </a:cubicBezTo>
                  <a:cubicBezTo>
                    <a:pt x="5033" y="1644"/>
                    <a:pt x="5111" y="1721"/>
                    <a:pt x="5206" y="1721"/>
                  </a:cubicBezTo>
                  <a:lnTo>
                    <a:pt x="5208" y="1721"/>
                  </a:lnTo>
                  <a:cubicBezTo>
                    <a:pt x="5303" y="1721"/>
                    <a:pt x="5379" y="1645"/>
                    <a:pt x="5379" y="1550"/>
                  </a:cubicBezTo>
                  <a:lnTo>
                    <a:pt x="5379" y="1549"/>
                  </a:lnTo>
                  <a:cubicBezTo>
                    <a:pt x="5379" y="1453"/>
                    <a:pt x="5301" y="1376"/>
                    <a:pt x="5206" y="1376"/>
                  </a:cubicBezTo>
                  <a:close/>
                  <a:moveTo>
                    <a:pt x="6236" y="1376"/>
                  </a:moveTo>
                  <a:cubicBezTo>
                    <a:pt x="6141" y="1376"/>
                    <a:pt x="6064" y="1453"/>
                    <a:pt x="6064" y="1549"/>
                  </a:cubicBezTo>
                  <a:cubicBezTo>
                    <a:pt x="6064" y="1644"/>
                    <a:pt x="6141" y="1721"/>
                    <a:pt x="6236" y="1721"/>
                  </a:cubicBezTo>
                  <a:lnTo>
                    <a:pt x="6238" y="1721"/>
                  </a:lnTo>
                  <a:cubicBezTo>
                    <a:pt x="6332" y="1721"/>
                    <a:pt x="6409" y="1645"/>
                    <a:pt x="6409" y="1550"/>
                  </a:cubicBezTo>
                  <a:lnTo>
                    <a:pt x="6409" y="1549"/>
                  </a:lnTo>
                  <a:cubicBezTo>
                    <a:pt x="6409" y="1453"/>
                    <a:pt x="6332" y="1376"/>
                    <a:pt x="6236" y="1376"/>
                  </a:cubicBezTo>
                  <a:close/>
                  <a:moveTo>
                    <a:pt x="4692" y="1376"/>
                  </a:moveTo>
                  <a:cubicBezTo>
                    <a:pt x="4597" y="1376"/>
                    <a:pt x="4520" y="1453"/>
                    <a:pt x="4520" y="1549"/>
                  </a:cubicBezTo>
                  <a:cubicBezTo>
                    <a:pt x="4520" y="1644"/>
                    <a:pt x="4597" y="1721"/>
                    <a:pt x="4692" y="1721"/>
                  </a:cubicBezTo>
                  <a:cubicBezTo>
                    <a:pt x="4693" y="1721"/>
                    <a:pt x="4694" y="1721"/>
                    <a:pt x="4695" y="1721"/>
                  </a:cubicBezTo>
                  <a:cubicBezTo>
                    <a:pt x="4788" y="1721"/>
                    <a:pt x="4864" y="1646"/>
                    <a:pt x="4865" y="1553"/>
                  </a:cubicBezTo>
                  <a:lnTo>
                    <a:pt x="4865" y="1549"/>
                  </a:lnTo>
                  <a:cubicBezTo>
                    <a:pt x="4865" y="1453"/>
                    <a:pt x="4788" y="1376"/>
                    <a:pt x="4692" y="1376"/>
                  </a:cubicBezTo>
                  <a:close/>
                  <a:moveTo>
                    <a:pt x="5723" y="1376"/>
                  </a:moveTo>
                  <a:cubicBezTo>
                    <a:pt x="5628" y="1376"/>
                    <a:pt x="5550" y="1453"/>
                    <a:pt x="5550" y="1549"/>
                  </a:cubicBezTo>
                  <a:cubicBezTo>
                    <a:pt x="5550" y="1644"/>
                    <a:pt x="5628" y="1721"/>
                    <a:pt x="5723" y="1721"/>
                  </a:cubicBezTo>
                  <a:cubicBezTo>
                    <a:pt x="5724" y="1721"/>
                    <a:pt x="5725" y="1721"/>
                    <a:pt x="5726" y="1721"/>
                  </a:cubicBezTo>
                  <a:cubicBezTo>
                    <a:pt x="5818" y="1721"/>
                    <a:pt x="5894" y="1646"/>
                    <a:pt x="5896" y="1553"/>
                  </a:cubicBezTo>
                  <a:lnTo>
                    <a:pt x="5896" y="1549"/>
                  </a:lnTo>
                  <a:cubicBezTo>
                    <a:pt x="5896" y="1453"/>
                    <a:pt x="5818" y="1376"/>
                    <a:pt x="5723" y="1376"/>
                  </a:cubicBezTo>
                  <a:close/>
                  <a:moveTo>
                    <a:pt x="1397" y="2085"/>
                  </a:moveTo>
                  <a:cubicBezTo>
                    <a:pt x="1322" y="2085"/>
                    <a:pt x="1258" y="2142"/>
                    <a:pt x="1249" y="2217"/>
                  </a:cubicBezTo>
                  <a:cubicBezTo>
                    <a:pt x="1240" y="2299"/>
                    <a:pt x="1298" y="2374"/>
                    <a:pt x="1380" y="2383"/>
                  </a:cubicBezTo>
                  <a:cubicBezTo>
                    <a:pt x="1386" y="2383"/>
                    <a:pt x="1391" y="2384"/>
                    <a:pt x="1397" y="2384"/>
                  </a:cubicBezTo>
                  <a:cubicBezTo>
                    <a:pt x="1403" y="2384"/>
                    <a:pt x="1409" y="2383"/>
                    <a:pt x="1415" y="2383"/>
                  </a:cubicBezTo>
                  <a:lnTo>
                    <a:pt x="2991" y="2383"/>
                  </a:lnTo>
                  <a:cubicBezTo>
                    <a:pt x="2992" y="2383"/>
                    <a:pt x="2992" y="2383"/>
                    <a:pt x="2993" y="2383"/>
                  </a:cubicBezTo>
                  <a:cubicBezTo>
                    <a:pt x="3074" y="2383"/>
                    <a:pt x="3140" y="2318"/>
                    <a:pt x="3141" y="2238"/>
                  </a:cubicBezTo>
                  <a:lnTo>
                    <a:pt x="3141" y="2235"/>
                  </a:lnTo>
                  <a:cubicBezTo>
                    <a:pt x="3141" y="2153"/>
                    <a:pt x="3074" y="2086"/>
                    <a:pt x="2991" y="2086"/>
                  </a:cubicBezTo>
                  <a:lnTo>
                    <a:pt x="1415" y="2086"/>
                  </a:lnTo>
                  <a:cubicBezTo>
                    <a:pt x="1409" y="2085"/>
                    <a:pt x="1403" y="2085"/>
                    <a:pt x="1397" y="2085"/>
                  </a:cubicBezTo>
                  <a:close/>
                  <a:moveTo>
                    <a:pt x="142" y="2086"/>
                  </a:moveTo>
                  <a:cubicBezTo>
                    <a:pt x="60" y="2097"/>
                    <a:pt x="2" y="2171"/>
                    <a:pt x="11" y="2253"/>
                  </a:cubicBezTo>
                  <a:cubicBezTo>
                    <a:pt x="20" y="2321"/>
                    <a:pt x="74" y="2375"/>
                    <a:pt x="142" y="2384"/>
                  </a:cubicBezTo>
                  <a:lnTo>
                    <a:pt x="744" y="2384"/>
                  </a:lnTo>
                  <a:cubicBezTo>
                    <a:pt x="824" y="2384"/>
                    <a:pt x="891" y="2320"/>
                    <a:pt x="893" y="2238"/>
                  </a:cubicBezTo>
                  <a:lnTo>
                    <a:pt x="893" y="2237"/>
                  </a:lnTo>
                  <a:cubicBezTo>
                    <a:pt x="893" y="2153"/>
                    <a:pt x="826" y="2086"/>
                    <a:pt x="744" y="2086"/>
                  </a:cubicBezTo>
                  <a:close/>
                  <a:moveTo>
                    <a:pt x="1399" y="2772"/>
                  </a:moveTo>
                  <a:cubicBezTo>
                    <a:pt x="1324" y="2772"/>
                    <a:pt x="1258" y="2827"/>
                    <a:pt x="1249" y="2904"/>
                  </a:cubicBezTo>
                  <a:cubicBezTo>
                    <a:pt x="1240" y="2986"/>
                    <a:pt x="1298" y="3060"/>
                    <a:pt x="1380" y="3069"/>
                  </a:cubicBezTo>
                  <a:cubicBezTo>
                    <a:pt x="1386" y="3070"/>
                    <a:pt x="1391" y="3070"/>
                    <a:pt x="1397" y="3070"/>
                  </a:cubicBezTo>
                  <a:cubicBezTo>
                    <a:pt x="1403" y="3070"/>
                    <a:pt x="1409" y="3070"/>
                    <a:pt x="1415" y="3069"/>
                  </a:cubicBezTo>
                  <a:lnTo>
                    <a:pt x="2991" y="3069"/>
                  </a:lnTo>
                  <a:cubicBezTo>
                    <a:pt x="2992" y="3069"/>
                    <a:pt x="2992" y="3069"/>
                    <a:pt x="2993" y="3069"/>
                  </a:cubicBezTo>
                  <a:cubicBezTo>
                    <a:pt x="3074" y="3069"/>
                    <a:pt x="3140" y="3005"/>
                    <a:pt x="3141" y="2924"/>
                  </a:cubicBezTo>
                  <a:lnTo>
                    <a:pt x="3141" y="2923"/>
                  </a:lnTo>
                  <a:cubicBezTo>
                    <a:pt x="3141" y="2840"/>
                    <a:pt x="3074" y="2773"/>
                    <a:pt x="2991" y="2773"/>
                  </a:cubicBezTo>
                  <a:lnTo>
                    <a:pt x="1415" y="2773"/>
                  </a:lnTo>
                  <a:cubicBezTo>
                    <a:pt x="1410" y="2772"/>
                    <a:pt x="1404" y="2772"/>
                    <a:pt x="1399" y="2772"/>
                  </a:cubicBezTo>
                  <a:close/>
                  <a:moveTo>
                    <a:pt x="142" y="2774"/>
                  </a:moveTo>
                  <a:cubicBezTo>
                    <a:pt x="60" y="2783"/>
                    <a:pt x="2" y="2857"/>
                    <a:pt x="11" y="2939"/>
                  </a:cubicBezTo>
                  <a:cubicBezTo>
                    <a:pt x="20" y="3008"/>
                    <a:pt x="74" y="3061"/>
                    <a:pt x="142" y="3070"/>
                  </a:cubicBezTo>
                  <a:lnTo>
                    <a:pt x="744" y="3070"/>
                  </a:lnTo>
                  <a:cubicBezTo>
                    <a:pt x="824" y="3070"/>
                    <a:pt x="891" y="3006"/>
                    <a:pt x="893" y="2924"/>
                  </a:cubicBezTo>
                  <a:lnTo>
                    <a:pt x="893" y="2923"/>
                  </a:lnTo>
                  <a:cubicBezTo>
                    <a:pt x="893" y="2840"/>
                    <a:pt x="826" y="2774"/>
                    <a:pt x="744" y="2774"/>
                  </a:cubicBezTo>
                  <a:close/>
                  <a:moveTo>
                    <a:pt x="5936" y="3350"/>
                  </a:moveTo>
                  <a:cubicBezTo>
                    <a:pt x="5840" y="3350"/>
                    <a:pt x="5763" y="3428"/>
                    <a:pt x="5763" y="3523"/>
                  </a:cubicBezTo>
                  <a:cubicBezTo>
                    <a:pt x="5763" y="3618"/>
                    <a:pt x="5840" y="3696"/>
                    <a:pt x="5936" y="3696"/>
                  </a:cubicBezTo>
                  <a:lnTo>
                    <a:pt x="5937" y="3696"/>
                  </a:lnTo>
                  <a:cubicBezTo>
                    <a:pt x="6031" y="3696"/>
                    <a:pt x="6108" y="3620"/>
                    <a:pt x="6108" y="3526"/>
                  </a:cubicBezTo>
                  <a:lnTo>
                    <a:pt x="6108" y="3523"/>
                  </a:lnTo>
                  <a:cubicBezTo>
                    <a:pt x="6108" y="3428"/>
                    <a:pt x="6031" y="3350"/>
                    <a:pt x="5936" y="3350"/>
                  </a:cubicBezTo>
                  <a:close/>
                  <a:moveTo>
                    <a:pt x="7481" y="3350"/>
                  </a:moveTo>
                  <a:cubicBezTo>
                    <a:pt x="7386" y="3350"/>
                    <a:pt x="7309" y="3428"/>
                    <a:pt x="7309" y="3523"/>
                  </a:cubicBezTo>
                  <a:cubicBezTo>
                    <a:pt x="7309" y="3618"/>
                    <a:pt x="7386" y="3696"/>
                    <a:pt x="7481" y="3696"/>
                  </a:cubicBezTo>
                  <a:lnTo>
                    <a:pt x="7484" y="3696"/>
                  </a:lnTo>
                  <a:cubicBezTo>
                    <a:pt x="7578" y="3696"/>
                    <a:pt x="7654" y="3620"/>
                    <a:pt x="7654" y="3526"/>
                  </a:cubicBezTo>
                  <a:lnTo>
                    <a:pt x="7654" y="3523"/>
                  </a:lnTo>
                  <a:cubicBezTo>
                    <a:pt x="7654" y="3428"/>
                    <a:pt x="7577" y="3350"/>
                    <a:pt x="7481" y="3350"/>
                  </a:cubicBezTo>
                  <a:close/>
                  <a:moveTo>
                    <a:pt x="5422" y="3350"/>
                  </a:moveTo>
                  <a:cubicBezTo>
                    <a:pt x="5327" y="3350"/>
                    <a:pt x="5249" y="3428"/>
                    <a:pt x="5249" y="3523"/>
                  </a:cubicBezTo>
                  <a:cubicBezTo>
                    <a:pt x="5249" y="3618"/>
                    <a:pt x="5327" y="3696"/>
                    <a:pt x="5422" y="3696"/>
                  </a:cubicBezTo>
                  <a:cubicBezTo>
                    <a:pt x="5423" y="3696"/>
                    <a:pt x="5424" y="3696"/>
                    <a:pt x="5425" y="3696"/>
                  </a:cubicBezTo>
                  <a:cubicBezTo>
                    <a:pt x="5517" y="3696"/>
                    <a:pt x="5593" y="3620"/>
                    <a:pt x="5595" y="3527"/>
                  </a:cubicBezTo>
                  <a:lnTo>
                    <a:pt x="5595" y="3523"/>
                  </a:lnTo>
                  <a:cubicBezTo>
                    <a:pt x="5595" y="3428"/>
                    <a:pt x="5517" y="3350"/>
                    <a:pt x="5422" y="3350"/>
                  </a:cubicBezTo>
                  <a:close/>
                  <a:moveTo>
                    <a:pt x="6451" y="3350"/>
                  </a:moveTo>
                  <a:cubicBezTo>
                    <a:pt x="6356" y="3350"/>
                    <a:pt x="6278" y="3428"/>
                    <a:pt x="6278" y="3523"/>
                  </a:cubicBezTo>
                  <a:cubicBezTo>
                    <a:pt x="6278" y="3618"/>
                    <a:pt x="6356" y="3696"/>
                    <a:pt x="6451" y="3696"/>
                  </a:cubicBezTo>
                  <a:cubicBezTo>
                    <a:pt x="6452" y="3696"/>
                    <a:pt x="6453" y="3696"/>
                    <a:pt x="6454" y="3696"/>
                  </a:cubicBezTo>
                  <a:cubicBezTo>
                    <a:pt x="6548" y="3696"/>
                    <a:pt x="6624" y="3620"/>
                    <a:pt x="6624" y="3527"/>
                  </a:cubicBezTo>
                  <a:lnTo>
                    <a:pt x="6624" y="3523"/>
                  </a:lnTo>
                  <a:cubicBezTo>
                    <a:pt x="6624" y="3428"/>
                    <a:pt x="6546" y="3350"/>
                    <a:pt x="6451" y="3350"/>
                  </a:cubicBezTo>
                  <a:close/>
                  <a:moveTo>
                    <a:pt x="6968" y="3350"/>
                  </a:moveTo>
                  <a:cubicBezTo>
                    <a:pt x="6872" y="3350"/>
                    <a:pt x="6795" y="3428"/>
                    <a:pt x="6795" y="3523"/>
                  </a:cubicBezTo>
                  <a:cubicBezTo>
                    <a:pt x="6795" y="3618"/>
                    <a:pt x="6872" y="3696"/>
                    <a:pt x="6968" y="3696"/>
                  </a:cubicBezTo>
                  <a:cubicBezTo>
                    <a:pt x="6968" y="3696"/>
                    <a:pt x="6969" y="3696"/>
                    <a:pt x="6970" y="3696"/>
                  </a:cubicBezTo>
                  <a:cubicBezTo>
                    <a:pt x="7063" y="3696"/>
                    <a:pt x="7139" y="3620"/>
                    <a:pt x="7140" y="3527"/>
                  </a:cubicBezTo>
                  <a:lnTo>
                    <a:pt x="7140" y="3523"/>
                  </a:lnTo>
                  <a:cubicBezTo>
                    <a:pt x="7140" y="3428"/>
                    <a:pt x="7063" y="3350"/>
                    <a:pt x="6968" y="3350"/>
                  </a:cubicBezTo>
                  <a:close/>
                  <a:moveTo>
                    <a:pt x="7998" y="3350"/>
                  </a:moveTo>
                  <a:cubicBezTo>
                    <a:pt x="7903" y="3350"/>
                    <a:pt x="7825" y="3428"/>
                    <a:pt x="7825" y="3523"/>
                  </a:cubicBezTo>
                  <a:cubicBezTo>
                    <a:pt x="7825" y="3618"/>
                    <a:pt x="7903" y="3696"/>
                    <a:pt x="7998" y="3696"/>
                  </a:cubicBezTo>
                  <a:cubicBezTo>
                    <a:pt x="7999" y="3696"/>
                    <a:pt x="8000" y="3696"/>
                    <a:pt x="8001" y="3696"/>
                  </a:cubicBezTo>
                  <a:cubicBezTo>
                    <a:pt x="8093" y="3696"/>
                    <a:pt x="8169" y="3620"/>
                    <a:pt x="8171" y="3527"/>
                  </a:cubicBezTo>
                  <a:lnTo>
                    <a:pt x="8171" y="3523"/>
                  </a:lnTo>
                  <a:cubicBezTo>
                    <a:pt x="8171" y="3428"/>
                    <a:pt x="8093" y="3350"/>
                    <a:pt x="7998" y="3350"/>
                  </a:cubicBezTo>
                  <a:close/>
                  <a:moveTo>
                    <a:pt x="3302" y="3460"/>
                  </a:moveTo>
                  <a:cubicBezTo>
                    <a:pt x="3220" y="3469"/>
                    <a:pt x="3162" y="3544"/>
                    <a:pt x="3172" y="3626"/>
                  </a:cubicBezTo>
                  <a:cubicBezTo>
                    <a:pt x="3180" y="3694"/>
                    <a:pt x="3235" y="3748"/>
                    <a:pt x="3302" y="3757"/>
                  </a:cubicBezTo>
                  <a:lnTo>
                    <a:pt x="4880" y="3757"/>
                  </a:lnTo>
                  <a:cubicBezTo>
                    <a:pt x="4962" y="3757"/>
                    <a:pt x="5027" y="3690"/>
                    <a:pt x="5027" y="3609"/>
                  </a:cubicBezTo>
                  <a:lnTo>
                    <a:pt x="5030" y="3609"/>
                  </a:lnTo>
                  <a:cubicBezTo>
                    <a:pt x="5030" y="3526"/>
                    <a:pt x="4963" y="3460"/>
                    <a:pt x="4880" y="3460"/>
                  </a:cubicBezTo>
                  <a:close/>
                  <a:moveTo>
                    <a:pt x="142" y="3460"/>
                  </a:moveTo>
                  <a:cubicBezTo>
                    <a:pt x="60" y="3469"/>
                    <a:pt x="2" y="3544"/>
                    <a:pt x="11" y="3626"/>
                  </a:cubicBezTo>
                  <a:cubicBezTo>
                    <a:pt x="20" y="3694"/>
                    <a:pt x="74" y="3748"/>
                    <a:pt x="142" y="3757"/>
                  </a:cubicBezTo>
                  <a:lnTo>
                    <a:pt x="744" y="3757"/>
                  </a:lnTo>
                  <a:cubicBezTo>
                    <a:pt x="745" y="3757"/>
                    <a:pt x="746" y="3757"/>
                    <a:pt x="746" y="3757"/>
                  </a:cubicBezTo>
                  <a:cubicBezTo>
                    <a:pt x="826" y="3757"/>
                    <a:pt x="891" y="3692"/>
                    <a:pt x="893" y="3611"/>
                  </a:cubicBezTo>
                  <a:lnTo>
                    <a:pt x="893" y="3609"/>
                  </a:lnTo>
                  <a:cubicBezTo>
                    <a:pt x="893" y="3527"/>
                    <a:pt x="826" y="3460"/>
                    <a:pt x="744" y="3460"/>
                  </a:cubicBezTo>
                  <a:close/>
                  <a:moveTo>
                    <a:pt x="3302" y="4147"/>
                  </a:moveTo>
                  <a:cubicBezTo>
                    <a:pt x="3220" y="4156"/>
                    <a:pt x="3162" y="4230"/>
                    <a:pt x="3172" y="4312"/>
                  </a:cubicBezTo>
                  <a:cubicBezTo>
                    <a:pt x="3180" y="4381"/>
                    <a:pt x="3235" y="4434"/>
                    <a:pt x="3302" y="4443"/>
                  </a:cubicBezTo>
                  <a:lnTo>
                    <a:pt x="4880" y="4443"/>
                  </a:lnTo>
                  <a:cubicBezTo>
                    <a:pt x="4962" y="4443"/>
                    <a:pt x="5027" y="4378"/>
                    <a:pt x="5027" y="4296"/>
                  </a:cubicBezTo>
                  <a:lnTo>
                    <a:pt x="5030" y="4296"/>
                  </a:lnTo>
                  <a:cubicBezTo>
                    <a:pt x="5030" y="4214"/>
                    <a:pt x="4963" y="4147"/>
                    <a:pt x="4880" y="4147"/>
                  </a:cubicBezTo>
                  <a:close/>
                  <a:moveTo>
                    <a:pt x="142" y="4147"/>
                  </a:moveTo>
                  <a:cubicBezTo>
                    <a:pt x="60" y="4156"/>
                    <a:pt x="2" y="4230"/>
                    <a:pt x="11" y="4312"/>
                  </a:cubicBezTo>
                  <a:cubicBezTo>
                    <a:pt x="20" y="4381"/>
                    <a:pt x="74" y="4434"/>
                    <a:pt x="142" y="4443"/>
                  </a:cubicBezTo>
                  <a:lnTo>
                    <a:pt x="744" y="4443"/>
                  </a:lnTo>
                  <a:cubicBezTo>
                    <a:pt x="745" y="4443"/>
                    <a:pt x="746" y="4443"/>
                    <a:pt x="746" y="4443"/>
                  </a:cubicBezTo>
                  <a:cubicBezTo>
                    <a:pt x="826" y="4443"/>
                    <a:pt x="891" y="4378"/>
                    <a:pt x="893" y="4299"/>
                  </a:cubicBezTo>
                  <a:lnTo>
                    <a:pt x="893" y="4296"/>
                  </a:lnTo>
                  <a:cubicBezTo>
                    <a:pt x="893" y="4214"/>
                    <a:pt x="826" y="4147"/>
                    <a:pt x="744" y="4147"/>
                  </a:cubicBezTo>
                  <a:close/>
                  <a:moveTo>
                    <a:pt x="5424" y="4766"/>
                  </a:moveTo>
                  <a:cubicBezTo>
                    <a:pt x="5328" y="4766"/>
                    <a:pt x="5249" y="4842"/>
                    <a:pt x="5249" y="4938"/>
                  </a:cubicBezTo>
                  <a:cubicBezTo>
                    <a:pt x="5248" y="5033"/>
                    <a:pt x="5324" y="5112"/>
                    <a:pt x="5419" y="5112"/>
                  </a:cubicBezTo>
                  <a:lnTo>
                    <a:pt x="5422" y="5112"/>
                  </a:lnTo>
                  <a:cubicBezTo>
                    <a:pt x="5517" y="5112"/>
                    <a:pt x="5594" y="5035"/>
                    <a:pt x="5595" y="4940"/>
                  </a:cubicBezTo>
                  <a:lnTo>
                    <a:pt x="5595" y="4940"/>
                  </a:lnTo>
                  <a:cubicBezTo>
                    <a:pt x="5595" y="4941"/>
                    <a:pt x="5595" y="4941"/>
                    <a:pt x="5595" y="4942"/>
                  </a:cubicBezTo>
                  <a:lnTo>
                    <a:pt x="5595" y="4939"/>
                  </a:lnTo>
                  <a:cubicBezTo>
                    <a:pt x="5595" y="4940"/>
                    <a:pt x="5595" y="4940"/>
                    <a:pt x="5595" y="4940"/>
                  </a:cubicBezTo>
                  <a:lnTo>
                    <a:pt x="5595" y="4940"/>
                  </a:lnTo>
                  <a:cubicBezTo>
                    <a:pt x="5594" y="4846"/>
                    <a:pt x="5518" y="4768"/>
                    <a:pt x="5424" y="4766"/>
                  </a:cubicBezTo>
                  <a:close/>
                  <a:moveTo>
                    <a:pt x="5937" y="4766"/>
                  </a:moveTo>
                  <a:cubicBezTo>
                    <a:pt x="5842" y="4766"/>
                    <a:pt x="5764" y="4842"/>
                    <a:pt x="5763" y="4938"/>
                  </a:cubicBezTo>
                  <a:cubicBezTo>
                    <a:pt x="5762" y="5033"/>
                    <a:pt x="5837" y="5112"/>
                    <a:pt x="5933" y="5112"/>
                  </a:cubicBezTo>
                  <a:lnTo>
                    <a:pt x="5937" y="5112"/>
                  </a:lnTo>
                  <a:cubicBezTo>
                    <a:pt x="6032" y="5112"/>
                    <a:pt x="6108" y="5036"/>
                    <a:pt x="6108" y="4942"/>
                  </a:cubicBezTo>
                  <a:cubicBezTo>
                    <a:pt x="6110" y="4847"/>
                    <a:pt x="6032" y="4768"/>
                    <a:pt x="5937" y="4766"/>
                  </a:cubicBezTo>
                  <a:close/>
                  <a:moveTo>
                    <a:pt x="6454" y="4766"/>
                  </a:moveTo>
                  <a:cubicBezTo>
                    <a:pt x="6359" y="4766"/>
                    <a:pt x="6280" y="4842"/>
                    <a:pt x="6278" y="4938"/>
                  </a:cubicBezTo>
                  <a:cubicBezTo>
                    <a:pt x="6278" y="5033"/>
                    <a:pt x="6354" y="5112"/>
                    <a:pt x="6449" y="5112"/>
                  </a:cubicBezTo>
                  <a:lnTo>
                    <a:pt x="6451" y="5112"/>
                  </a:lnTo>
                  <a:cubicBezTo>
                    <a:pt x="6548" y="5112"/>
                    <a:pt x="6624" y="5034"/>
                    <a:pt x="6624" y="4939"/>
                  </a:cubicBezTo>
                  <a:lnTo>
                    <a:pt x="6624" y="4942"/>
                  </a:lnTo>
                  <a:cubicBezTo>
                    <a:pt x="6625" y="4847"/>
                    <a:pt x="6549" y="4768"/>
                    <a:pt x="6454" y="4766"/>
                  </a:cubicBezTo>
                  <a:close/>
                  <a:moveTo>
                    <a:pt x="6969" y="4766"/>
                  </a:moveTo>
                  <a:cubicBezTo>
                    <a:pt x="6874" y="4766"/>
                    <a:pt x="6796" y="4842"/>
                    <a:pt x="6795" y="4938"/>
                  </a:cubicBezTo>
                  <a:cubicBezTo>
                    <a:pt x="6793" y="5033"/>
                    <a:pt x="6871" y="5112"/>
                    <a:pt x="6966" y="5112"/>
                  </a:cubicBezTo>
                  <a:lnTo>
                    <a:pt x="6968" y="5112"/>
                  </a:lnTo>
                  <a:cubicBezTo>
                    <a:pt x="7063" y="5112"/>
                    <a:pt x="7140" y="5034"/>
                    <a:pt x="7140" y="4939"/>
                  </a:cubicBezTo>
                  <a:lnTo>
                    <a:pt x="7140" y="4942"/>
                  </a:lnTo>
                  <a:cubicBezTo>
                    <a:pt x="7142" y="4847"/>
                    <a:pt x="7066" y="4768"/>
                    <a:pt x="6969" y="4766"/>
                  </a:cubicBezTo>
                  <a:close/>
                  <a:moveTo>
                    <a:pt x="7484" y="4766"/>
                  </a:moveTo>
                  <a:cubicBezTo>
                    <a:pt x="7387" y="4766"/>
                    <a:pt x="7310" y="4842"/>
                    <a:pt x="7309" y="4938"/>
                  </a:cubicBezTo>
                  <a:cubicBezTo>
                    <a:pt x="7307" y="5033"/>
                    <a:pt x="7384" y="5112"/>
                    <a:pt x="7480" y="5112"/>
                  </a:cubicBezTo>
                  <a:lnTo>
                    <a:pt x="7484" y="5112"/>
                  </a:lnTo>
                  <a:cubicBezTo>
                    <a:pt x="7578" y="5112"/>
                    <a:pt x="7654" y="5036"/>
                    <a:pt x="7654" y="4942"/>
                  </a:cubicBezTo>
                  <a:cubicBezTo>
                    <a:pt x="7655" y="4847"/>
                    <a:pt x="7579" y="4768"/>
                    <a:pt x="7484" y="4766"/>
                  </a:cubicBezTo>
                  <a:close/>
                  <a:moveTo>
                    <a:pt x="7999" y="4766"/>
                  </a:moveTo>
                  <a:cubicBezTo>
                    <a:pt x="7904" y="4766"/>
                    <a:pt x="7827" y="4842"/>
                    <a:pt x="7825" y="4938"/>
                  </a:cubicBezTo>
                  <a:cubicBezTo>
                    <a:pt x="7824" y="5033"/>
                    <a:pt x="7900" y="5112"/>
                    <a:pt x="7995" y="5112"/>
                  </a:cubicBezTo>
                  <a:lnTo>
                    <a:pt x="7998" y="5112"/>
                  </a:lnTo>
                  <a:cubicBezTo>
                    <a:pt x="8093" y="5112"/>
                    <a:pt x="8171" y="5034"/>
                    <a:pt x="8171" y="4939"/>
                  </a:cubicBezTo>
                  <a:lnTo>
                    <a:pt x="8171" y="4942"/>
                  </a:lnTo>
                  <a:cubicBezTo>
                    <a:pt x="8172" y="4847"/>
                    <a:pt x="8095" y="4768"/>
                    <a:pt x="7999" y="4766"/>
                  </a:cubicBezTo>
                  <a:close/>
                  <a:moveTo>
                    <a:pt x="3302" y="4833"/>
                  </a:moveTo>
                  <a:cubicBezTo>
                    <a:pt x="3220" y="4842"/>
                    <a:pt x="3162" y="4917"/>
                    <a:pt x="3172" y="4999"/>
                  </a:cubicBezTo>
                  <a:cubicBezTo>
                    <a:pt x="3180" y="5067"/>
                    <a:pt x="3235" y="5121"/>
                    <a:pt x="3302" y="5130"/>
                  </a:cubicBezTo>
                  <a:lnTo>
                    <a:pt x="4880" y="5130"/>
                  </a:lnTo>
                  <a:cubicBezTo>
                    <a:pt x="4962" y="5130"/>
                    <a:pt x="5027" y="5064"/>
                    <a:pt x="5027" y="4982"/>
                  </a:cubicBezTo>
                  <a:lnTo>
                    <a:pt x="5030" y="4982"/>
                  </a:lnTo>
                  <a:cubicBezTo>
                    <a:pt x="5030" y="4900"/>
                    <a:pt x="4963" y="4833"/>
                    <a:pt x="4880" y="4833"/>
                  </a:cubicBezTo>
                  <a:close/>
                  <a:moveTo>
                    <a:pt x="142" y="4833"/>
                  </a:moveTo>
                  <a:cubicBezTo>
                    <a:pt x="60" y="4844"/>
                    <a:pt x="2" y="4917"/>
                    <a:pt x="11" y="4999"/>
                  </a:cubicBezTo>
                  <a:cubicBezTo>
                    <a:pt x="20" y="5067"/>
                    <a:pt x="74" y="5122"/>
                    <a:pt x="142" y="5130"/>
                  </a:cubicBezTo>
                  <a:lnTo>
                    <a:pt x="744" y="5130"/>
                  </a:lnTo>
                  <a:cubicBezTo>
                    <a:pt x="745" y="5130"/>
                    <a:pt x="746" y="5130"/>
                    <a:pt x="746" y="5130"/>
                  </a:cubicBezTo>
                  <a:cubicBezTo>
                    <a:pt x="826" y="5130"/>
                    <a:pt x="891" y="5065"/>
                    <a:pt x="893" y="4985"/>
                  </a:cubicBezTo>
                  <a:lnTo>
                    <a:pt x="893" y="4982"/>
                  </a:lnTo>
                  <a:cubicBezTo>
                    <a:pt x="893" y="4900"/>
                    <a:pt x="826" y="4833"/>
                    <a:pt x="744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4554750" y="4663125"/>
              <a:ext cx="204450" cy="128225"/>
            </a:xfrm>
            <a:custGeom>
              <a:avLst/>
              <a:gdLst/>
              <a:ahLst/>
              <a:cxnLst/>
              <a:rect l="l" t="t" r="r" b="b"/>
              <a:pathLst>
                <a:path w="8178" h="5129" extrusionOk="0">
                  <a:moveTo>
                    <a:pt x="768" y="24"/>
                  </a:moveTo>
                  <a:cubicBezTo>
                    <a:pt x="762" y="24"/>
                    <a:pt x="756" y="25"/>
                    <a:pt x="750" y="26"/>
                  </a:cubicBezTo>
                  <a:lnTo>
                    <a:pt x="148" y="26"/>
                  </a:lnTo>
                  <a:cubicBezTo>
                    <a:pt x="80" y="33"/>
                    <a:pt x="26" y="88"/>
                    <a:pt x="19" y="157"/>
                  </a:cubicBezTo>
                  <a:cubicBezTo>
                    <a:pt x="8" y="239"/>
                    <a:pt x="66" y="312"/>
                    <a:pt x="148" y="322"/>
                  </a:cubicBezTo>
                  <a:lnTo>
                    <a:pt x="750" y="322"/>
                  </a:lnTo>
                  <a:cubicBezTo>
                    <a:pt x="756" y="323"/>
                    <a:pt x="762" y="323"/>
                    <a:pt x="768" y="323"/>
                  </a:cubicBezTo>
                  <a:cubicBezTo>
                    <a:pt x="774" y="323"/>
                    <a:pt x="779" y="323"/>
                    <a:pt x="785" y="322"/>
                  </a:cubicBezTo>
                  <a:cubicBezTo>
                    <a:pt x="867" y="312"/>
                    <a:pt x="925" y="239"/>
                    <a:pt x="916" y="157"/>
                  </a:cubicBezTo>
                  <a:cubicBezTo>
                    <a:pt x="907" y="81"/>
                    <a:pt x="843" y="24"/>
                    <a:pt x="768" y="24"/>
                  </a:cubicBezTo>
                  <a:close/>
                  <a:moveTo>
                    <a:pt x="1402" y="24"/>
                  </a:moveTo>
                  <a:cubicBezTo>
                    <a:pt x="1328" y="24"/>
                    <a:pt x="1264" y="80"/>
                    <a:pt x="1256" y="155"/>
                  </a:cubicBezTo>
                  <a:cubicBezTo>
                    <a:pt x="1246" y="237"/>
                    <a:pt x="1304" y="312"/>
                    <a:pt x="1385" y="322"/>
                  </a:cubicBezTo>
                  <a:cubicBezTo>
                    <a:pt x="1391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8" y="322"/>
                  </a:lnTo>
                  <a:cubicBezTo>
                    <a:pt x="3080" y="322"/>
                    <a:pt x="3147" y="255"/>
                    <a:pt x="3147" y="172"/>
                  </a:cubicBezTo>
                  <a:cubicBezTo>
                    <a:pt x="3147" y="91"/>
                    <a:pt x="3081" y="26"/>
                    <a:pt x="2999" y="26"/>
                  </a:cubicBezTo>
                  <a:lnTo>
                    <a:pt x="1421" y="26"/>
                  </a:lnTo>
                  <a:cubicBezTo>
                    <a:pt x="1415" y="25"/>
                    <a:pt x="1408" y="24"/>
                    <a:pt x="1402" y="24"/>
                  </a:cubicBezTo>
                  <a:close/>
                  <a:moveTo>
                    <a:pt x="4700" y="2"/>
                  </a:moveTo>
                  <a:cubicBezTo>
                    <a:pt x="4605" y="12"/>
                    <a:pt x="4536" y="97"/>
                    <a:pt x="4546" y="192"/>
                  </a:cubicBezTo>
                  <a:cubicBezTo>
                    <a:pt x="4555" y="273"/>
                    <a:pt x="4619" y="335"/>
                    <a:pt x="4700" y="344"/>
                  </a:cubicBezTo>
                  <a:cubicBezTo>
                    <a:pt x="4795" y="344"/>
                    <a:pt x="4872" y="268"/>
                    <a:pt x="4873" y="173"/>
                  </a:cubicBezTo>
                  <a:lnTo>
                    <a:pt x="4873" y="173"/>
                  </a:lnTo>
                  <a:cubicBezTo>
                    <a:pt x="4873" y="173"/>
                    <a:pt x="4873" y="173"/>
                    <a:pt x="4873" y="173"/>
                  </a:cubicBezTo>
                  <a:lnTo>
                    <a:pt x="4873" y="172"/>
                  </a:lnTo>
                  <a:cubicBezTo>
                    <a:pt x="4873" y="172"/>
                    <a:pt x="4873" y="172"/>
                    <a:pt x="4873" y="173"/>
                  </a:cubicBezTo>
                  <a:lnTo>
                    <a:pt x="4873" y="173"/>
                  </a:lnTo>
                  <a:cubicBezTo>
                    <a:pt x="4871" y="78"/>
                    <a:pt x="4794" y="2"/>
                    <a:pt x="4700" y="2"/>
                  </a:cubicBezTo>
                  <a:close/>
                  <a:moveTo>
                    <a:pt x="3667" y="0"/>
                  </a:moveTo>
                  <a:cubicBezTo>
                    <a:pt x="3571" y="0"/>
                    <a:pt x="3494" y="78"/>
                    <a:pt x="3494" y="173"/>
                  </a:cubicBezTo>
                  <a:cubicBezTo>
                    <a:pt x="3494" y="268"/>
                    <a:pt x="3571" y="346"/>
                    <a:pt x="3667" y="346"/>
                  </a:cubicBezTo>
                  <a:lnTo>
                    <a:pt x="3670" y="346"/>
                  </a:lnTo>
                  <a:cubicBezTo>
                    <a:pt x="3763" y="346"/>
                    <a:pt x="3839" y="268"/>
                    <a:pt x="3839" y="175"/>
                  </a:cubicBezTo>
                  <a:lnTo>
                    <a:pt x="3839" y="173"/>
                  </a:lnTo>
                  <a:cubicBezTo>
                    <a:pt x="3839" y="76"/>
                    <a:pt x="3762" y="0"/>
                    <a:pt x="3667" y="0"/>
                  </a:cubicBezTo>
                  <a:close/>
                  <a:moveTo>
                    <a:pt x="4183" y="0"/>
                  </a:moveTo>
                  <a:cubicBezTo>
                    <a:pt x="4088" y="0"/>
                    <a:pt x="4010" y="78"/>
                    <a:pt x="4010" y="173"/>
                  </a:cubicBezTo>
                  <a:cubicBezTo>
                    <a:pt x="4010" y="268"/>
                    <a:pt x="4088" y="346"/>
                    <a:pt x="4183" y="346"/>
                  </a:cubicBezTo>
                  <a:cubicBezTo>
                    <a:pt x="4277" y="346"/>
                    <a:pt x="4354" y="271"/>
                    <a:pt x="4356" y="178"/>
                  </a:cubicBezTo>
                  <a:lnTo>
                    <a:pt x="4356" y="173"/>
                  </a:lnTo>
                  <a:cubicBezTo>
                    <a:pt x="4356" y="76"/>
                    <a:pt x="4278" y="0"/>
                    <a:pt x="4183" y="0"/>
                  </a:cubicBezTo>
                  <a:close/>
                  <a:moveTo>
                    <a:pt x="5214" y="0"/>
                  </a:moveTo>
                  <a:cubicBezTo>
                    <a:pt x="5118" y="0"/>
                    <a:pt x="5041" y="78"/>
                    <a:pt x="5041" y="173"/>
                  </a:cubicBezTo>
                  <a:cubicBezTo>
                    <a:pt x="5041" y="268"/>
                    <a:pt x="5118" y="346"/>
                    <a:pt x="5214" y="346"/>
                  </a:cubicBezTo>
                  <a:lnTo>
                    <a:pt x="5215" y="346"/>
                  </a:lnTo>
                  <a:cubicBezTo>
                    <a:pt x="5309" y="346"/>
                    <a:pt x="5386" y="268"/>
                    <a:pt x="5386" y="175"/>
                  </a:cubicBezTo>
                  <a:lnTo>
                    <a:pt x="5386" y="173"/>
                  </a:lnTo>
                  <a:cubicBezTo>
                    <a:pt x="5386" y="76"/>
                    <a:pt x="5309" y="0"/>
                    <a:pt x="5214" y="0"/>
                  </a:cubicBezTo>
                  <a:close/>
                  <a:moveTo>
                    <a:pt x="5729" y="0"/>
                  </a:moveTo>
                  <a:cubicBezTo>
                    <a:pt x="5633" y="0"/>
                    <a:pt x="5556" y="78"/>
                    <a:pt x="5556" y="173"/>
                  </a:cubicBezTo>
                  <a:cubicBezTo>
                    <a:pt x="5556" y="268"/>
                    <a:pt x="5633" y="346"/>
                    <a:pt x="5729" y="346"/>
                  </a:cubicBezTo>
                  <a:cubicBezTo>
                    <a:pt x="5824" y="346"/>
                    <a:pt x="5901" y="271"/>
                    <a:pt x="5901" y="178"/>
                  </a:cubicBezTo>
                  <a:lnTo>
                    <a:pt x="5901" y="173"/>
                  </a:lnTo>
                  <a:cubicBezTo>
                    <a:pt x="5901" y="76"/>
                    <a:pt x="5824" y="0"/>
                    <a:pt x="5729" y="0"/>
                  </a:cubicBezTo>
                  <a:close/>
                  <a:moveTo>
                    <a:pt x="6244" y="0"/>
                  </a:moveTo>
                  <a:cubicBezTo>
                    <a:pt x="6149" y="0"/>
                    <a:pt x="6071" y="78"/>
                    <a:pt x="6071" y="173"/>
                  </a:cubicBezTo>
                  <a:cubicBezTo>
                    <a:pt x="6071" y="268"/>
                    <a:pt x="6149" y="346"/>
                    <a:pt x="6244" y="346"/>
                  </a:cubicBezTo>
                  <a:lnTo>
                    <a:pt x="6245" y="346"/>
                  </a:lnTo>
                  <a:cubicBezTo>
                    <a:pt x="6339" y="346"/>
                    <a:pt x="6417" y="268"/>
                    <a:pt x="6417" y="175"/>
                  </a:cubicBezTo>
                  <a:lnTo>
                    <a:pt x="6417" y="173"/>
                  </a:lnTo>
                  <a:cubicBezTo>
                    <a:pt x="6417" y="76"/>
                    <a:pt x="6339" y="0"/>
                    <a:pt x="6244" y="0"/>
                  </a:cubicBezTo>
                  <a:close/>
                  <a:moveTo>
                    <a:pt x="148" y="712"/>
                  </a:moveTo>
                  <a:cubicBezTo>
                    <a:pt x="66" y="722"/>
                    <a:pt x="8" y="797"/>
                    <a:pt x="19" y="879"/>
                  </a:cubicBezTo>
                  <a:cubicBezTo>
                    <a:pt x="26" y="946"/>
                    <a:pt x="80" y="1001"/>
                    <a:pt x="148" y="1008"/>
                  </a:cubicBezTo>
                  <a:lnTo>
                    <a:pt x="750" y="1008"/>
                  </a:lnTo>
                  <a:cubicBezTo>
                    <a:pt x="832" y="1008"/>
                    <a:pt x="899" y="941"/>
                    <a:pt x="899" y="859"/>
                  </a:cubicBezTo>
                  <a:cubicBezTo>
                    <a:pt x="899" y="778"/>
                    <a:pt x="832" y="712"/>
                    <a:pt x="750" y="712"/>
                  </a:cubicBezTo>
                  <a:close/>
                  <a:moveTo>
                    <a:pt x="1402" y="711"/>
                  </a:moveTo>
                  <a:cubicBezTo>
                    <a:pt x="1328" y="711"/>
                    <a:pt x="1264" y="766"/>
                    <a:pt x="1256" y="842"/>
                  </a:cubicBezTo>
                  <a:cubicBezTo>
                    <a:pt x="1246" y="923"/>
                    <a:pt x="1304" y="998"/>
                    <a:pt x="1385" y="1008"/>
                  </a:cubicBezTo>
                  <a:cubicBezTo>
                    <a:pt x="1391" y="1009"/>
                    <a:pt x="1397" y="1009"/>
                    <a:pt x="1403" y="1009"/>
                  </a:cubicBezTo>
                  <a:cubicBezTo>
                    <a:pt x="1409" y="1009"/>
                    <a:pt x="1415" y="1009"/>
                    <a:pt x="1421" y="1008"/>
                  </a:cubicBezTo>
                  <a:lnTo>
                    <a:pt x="2998" y="1008"/>
                  </a:lnTo>
                  <a:cubicBezTo>
                    <a:pt x="3080" y="1008"/>
                    <a:pt x="3147" y="941"/>
                    <a:pt x="3147" y="858"/>
                  </a:cubicBezTo>
                  <a:cubicBezTo>
                    <a:pt x="3147" y="778"/>
                    <a:pt x="3081" y="712"/>
                    <a:pt x="2999" y="712"/>
                  </a:cubicBezTo>
                  <a:lnTo>
                    <a:pt x="1421" y="712"/>
                  </a:lnTo>
                  <a:cubicBezTo>
                    <a:pt x="1415" y="711"/>
                    <a:pt x="1408" y="711"/>
                    <a:pt x="1402" y="711"/>
                  </a:cubicBezTo>
                  <a:close/>
                  <a:moveTo>
                    <a:pt x="148" y="1398"/>
                  </a:moveTo>
                  <a:cubicBezTo>
                    <a:pt x="66" y="1409"/>
                    <a:pt x="8" y="1483"/>
                    <a:pt x="19" y="1565"/>
                  </a:cubicBezTo>
                  <a:cubicBezTo>
                    <a:pt x="26" y="1634"/>
                    <a:pt x="80" y="1687"/>
                    <a:pt x="148" y="1695"/>
                  </a:cubicBezTo>
                  <a:lnTo>
                    <a:pt x="750" y="1695"/>
                  </a:lnTo>
                  <a:cubicBezTo>
                    <a:pt x="832" y="1695"/>
                    <a:pt x="899" y="1629"/>
                    <a:pt x="899" y="1549"/>
                  </a:cubicBezTo>
                  <a:cubicBezTo>
                    <a:pt x="899" y="1465"/>
                    <a:pt x="832" y="1398"/>
                    <a:pt x="750" y="1398"/>
                  </a:cubicBezTo>
                  <a:close/>
                  <a:moveTo>
                    <a:pt x="1402" y="1397"/>
                  </a:moveTo>
                  <a:cubicBezTo>
                    <a:pt x="1328" y="1397"/>
                    <a:pt x="1264" y="1453"/>
                    <a:pt x="1256" y="1528"/>
                  </a:cubicBezTo>
                  <a:cubicBezTo>
                    <a:pt x="1246" y="1610"/>
                    <a:pt x="1304" y="1684"/>
                    <a:pt x="1385" y="1695"/>
                  </a:cubicBezTo>
                  <a:cubicBezTo>
                    <a:pt x="1391" y="1696"/>
                    <a:pt x="1397" y="1696"/>
                    <a:pt x="1403" y="1696"/>
                  </a:cubicBezTo>
                  <a:cubicBezTo>
                    <a:pt x="1409" y="1696"/>
                    <a:pt x="1415" y="1696"/>
                    <a:pt x="1421" y="1695"/>
                  </a:cubicBezTo>
                  <a:lnTo>
                    <a:pt x="2998" y="1695"/>
                  </a:lnTo>
                  <a:cubicBezTo>
                    <a:pt x="2999" y="1695"/>
                    <a:pt x="3000" y="1695"/>
                    <a:pt x="3001" y="1695"/>
                  </a:cubicBezTo>
                  <a:cubicBezTo>
                    <a:pt x="3080" y="1695"/>
                    <a:pt x="3145" y="1630"/>
                    <a:pt x="3147" y="1550"/>
                  </a:cubicBezTo>
                  <a:lnTo>
                    <a:pt x="3147" y="1547"/>
                  </a:lnTo>
                  <a:cubicBezTo>
                    <a:pt x="3147" y="1465"/>
                    <a:pt x="3080" y="1398"/>
                    <a:pt x="2998" y="1398"/>
                  </a:cubicBezTo>
                  <a:lnTo>
                    <a:pt x="1421" y="1398"/>
                  </a:lnTo>
                  <a:cubicBezTo>
                    <a:pt x="1415" y="1398"/>
                    <a:pt x="1408" y="1397"/>
                    <a:pt x="1402" y="1397"/>
                  </a:cubicBezTo>
                  <a:close/>
                  <a:moveTo>
                    <a:pt x="3667" y="1373"/>
                  </a:moveTo>
                  <a:cubicBezTo>
                    <a:pt x="3573" y="1373"/>
                    <a:pt x="3495" y="1449"/>
                    <a:pt x="3494" y="1544"/>
                  </a:cubicBezTo>
                  <a:cubicBezTo>
                    <a:pt x="3494" y="1640"/>
                    <a:pt x="3570" y="1717"/>
                    <a:pt x="3665" y="1719"/>
                  </a:cubicBezTo>
                  <a:lnTo>
                    <a:pt x="3670" y="1719"/>
                  </a:lnTo>
                  <a:cubicBezTo>
                    <a:pt x="3763" y="1719"/>
                    <a:pt x="3839" y="1643"/>
                    <a:pt x="3839" y="1547"/>
                  </a:cubicBezTo>
                  <a:cubicBezTo>
                    <a:pt x="3841" y="1452"/>
                    <a:pt x="3765" y="1375"/>
                    <a:pt x="3670" y="1373"/>
                  </a:cubicBezTo>
                  <a:cubicBezTo>
                    <a:pt x="3669" y="1373"/>
                    <a:pt x="3668" y="1373"/>
                    <a:pt x="3667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2" y="1449"/>
                    <a:pt x="4010" y="1544"/>
                  </a:cubicBezTo>
                  <a:cubicBezTo>
                    <a:pt x="4009" y="1640"/>
                    <a:pt x="4085" y="1717"/>
                    <a:pt x="4182" y="1719"/>
                  </a:cubicBezTo>
                  <a:lnTo>
                    <a:pt x="4183" y="1719"/>
                  </a:lnTo>
                  <a:cubicBezTo>
                    <a:pt x="4277" y="1719"/>
                    <a:pt x="4354" y="1643"/>
                    <a:pt x="4356" y="1547"/>
                  </a:cubicBezTo>
                  <a:cubicBezTo>
                    <a:pt x="4357" y="1452"/>
                    <a:pt x="4281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5212" y="1373"/>
                  </a:moveTo>
                  <a:cubicBezTo>
                    <a:pt x="5118" y="1373"/>
                    <a:pt x="5041" y="1449"/>
                    <a:pt x="5041" y="1544"/>
                  </a:cubicBezTo>
                  <a:cubicBezTo>
                    <a:pt x="5039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6" y="1643"/>
                    <a:pt x="5386" y="1547"/>
                  </a:cubicBezTo>
                  <a:cubicBezTo>
                    <a:pt x="5386" y="1452"/>
                    <a:pt x="5310" y="1375"/>
                    <a:pt x="5215" y="1373"/>
                  </a:cubicBezTo>
                  <a:cubicBezTo>
                    <a:pt x="5214" y="1373"/>
                    <a:pt x="5213" y="1373"/>
                    <a:pt x="5212" y="1373"/>
                  </a:cubicBezTo>
                  <a:close/>
                  <a:moveTo>
                    <a:pt x="5729" y="1373"/>
                  </a:moveTo>
                  <a:cubicBezTo>
                    <a:pt x="5635" y="1373"/>
                    <a:pt x="5557" y="1449"/>
                    <a:pt x="5556" y="1544"/>
                  </a:cubicBezTo>
                  <a:cubicBezTo>
                    <a:pt x="5556" y="1640"/>
                    <a:pt x="5632" y="1717"/>
                    <a:pt x="5727" y="1719"/>
                  </a:cubicBezTo>
                  <a:lnTo>
                    <a:pt x="5729" y="1719"/>
                  </a:lnTo>
                  <a:cubicBezTo>
                    <a:pt x="5824" y="1719"/>
                    <a:pt x="5901" y="1643"/>
                    <a:pt x="5901" y="1547"/>
                  </a:cubicBezTo>
                  <a:cubicBezTo>
                    <a:pt x="5903" y="1452"/>
                    <a:pt x="5827" y="1375"/>
                    <a:pt x="5732" y="1373"/>
                  </a:cubicBezTo>
                  <a:cubicBezTo>
                    <a:pt x="5731" y="1373"/>
                    <a:pt x="5730" y="1373"/>
                    <a:pt x="5729" y="1373"/>
                  </a:cubicBezTo>
                  <a:close/>
                  <a:moveTo>
                    <a:pt x="6243" y="1373"/>
                  </a:moveTo>
                  <a:cubicBezTo>
                    <a:pt x="6149" y="1373"/>
                    <a:pt x="6071" y="1449"/>
                    <a:pt x="6070" y="1544"/>
                  </a:cubicBezTo>
                  <a:cubicBezTo>
                    <a:pt x="6070" y="1640"/>
                    <a:pt x="6146" y="1717"/>
                    <a:pt x="6241" y="1719"/>
                  </a:cubicBezTo>
                  <a:lnTo>
                    <a:pt x="6245" y="1719"/>
                  </a:lnTo>
                  <a:cubicBezTo>
                    <a:pt x="6339" y="1719"/>
                    <a:pt x="6417" y="1643"/>
                    <a:pt x="6417" y="1547"/>
                  </a:cubicBezTo>
                  <a:lnTo>
                    <a:pt x="6415" y="1547"/>
                  </a:lnTo>
                  <a:cubicBezTo>
                    <a:pt x="6417" y="1452"/>
                    <a:pt x="6341" y="1375"/>
                    <a:pt x="6245" y="1373"/>
                  </a:cubicBezTo>
                  <a:cubicBezTo>
                    <a:pt x="6244" y="1373"/>
                    <a:pt x="6244" y="1373"/>
                    <a:pt x="6243" y="1373"/>
                  </a:cubicBezTo>
                  <a:close/>
                  <a:moveTo>
                    <a:pt x="4700" y="1375"/>
                  </a:moveTo>
                  <a:cubicBezTo>
                    <a:pt x="4605" y="1375"/>
                    <a:pt x="4527" y="1452"/>
                    <a:pt x="4527" y="1547"/>
                  </a:cubicBezTo>
                  <a:cubicBezTo>
                    <a:pt x="4527" y="1643"/>
                    <a:pt x="4605" y="1720"/>
                    <a:pt x="4700" y="1720"/>
                  </a:cubicBezTo>
                  <a:cubicBezTo>
                    <a:pt x="4795" y="1720"/>
                    <a:pt x="4873" y="1643"/>
                    <a:pt x="4873" y="1547"/>
                  </a:cubicBezTo>
                  <a:cubicBezTo>
                    <a:pt x="4873" y="1452"/>
                    <a:pt x="4795" y="1375"/>
                    <a:pt x="4700" y="1375"/>
                  </a:cubicBezTo>
                  <a:close/>
                  <a:moveTo>
                    <a:pt x="1403" y="2084"/>
                  </a:moveTo>
                  <a:cubicBezTo>
                    <a:pt x="1328" y="2084"/>
                    <a:pt x="1264" y="2140"/>
                    <a:pt x="1256" y="2216"/>
                  </a:cubicBezTo>
                  <a:cubicBezTo>
                    <a:pt x="1246" y="2298"/>
                    <a:pt x="1304" y="2372"/>
                    <a:pt x="1385" y="2381"/>
                  </a:cubicBezTo>
                  <a:cubicBezTo>
                    <a:pt x="1391" y="2382"/>
                    <a:pt x="1397" y="2382"/>
                    <a:pt x="1403" y="2382"/>
                  </a:cubicBezTo>
                  <a:cubicBezTo>
                    <a:pt x="1409" y="2382"/>
                    <a:pt x="1415" y="2382"/>
                    <a:pt x="1421" y="2381"/>
                  </a:cubicBezTo>
                  <a:lnTo>
                    <a:pt x="2998" y="2381"/>
                  </a:lnTo>
                  <a:cubicBezTo>
                    <a:pt x="2999" y="2381"/>
                    <a:pt x="3000" y="2381"/>
                    <a:pt x="3001" y="2381"/>
                  </a:cubicBezTo>
                  <a:cubicBezTo>
                    <a:pt x="3080" y="2381"/>
                    <a:pt x="3145" y="2316"/>
                    <a:pt x="3147" y="2237"/>
                  </a:cubicBezTo>
                  <a:lnTo>
                    <a:pt x="3147" y="2234"/>
                  </a:lnTo>
                  <a:cubicBezTo>
                    <a:pt x="3147" y="2152"/>
                    <a:pt x="3080" y="2085"/>
                    <a:pt x="2998" y="2085"/>
                  </a:cubicBezTo>
                  <a:lnTo>
                    <a:pt x="1421" y="2085"/>
                  </a:lnTo>
                  <a:cubicBezTo>
                    <a:pt x="1415" y="2084"/>
                    <a:pt x="1409" y="2084"/>
                    <a:pt x="1403" y="2084"/>
                  </a:cubicBezTo>
                  <a:close/>
                  <a:moveTo>
                    <a:pt x="148" y="2085"/>
                  </a:moveTo>
                  <a:cubicBezTo>
                    <a:pt x="66" y="2095"/>
                    <a:pt x="8" y="2170"/>
                    <a:pt x="19" y="2252"/>
                  </a:cubicBezTo>
                  <a:cubicBezTo>
                    <a:pt x="26" y="2320"/>
                    <a:pt x="80" y="2374"/>
                    <a:pt x="148" y="2383"/>
                  </a:cubicBezTo>
                  <a:lnTo>
                    <a:pt x="750" y="2383"/>
                  </a:lnTo>
                  <a:cubicBezTo>
                    <a:pt x="832" y="2383"/>
                    <a:pt x="899" y="2317"/>
                    <a:pt x="899" y="2235"/>
                  </a:cubicBezTo>
                  <a:cubicBezTo>
                    <a:pt x="899" y="2152"/>
                    <a:pt x="832" y="2085"/>
                    <a:pt x="750" y="2085"/>
                  </a:cubicBezTo>
                  <a:close/>
                  <a:moveTo>
                    <a:pt x="1405" y="2770"/>
                  </a:moveTo>
                  <a:cubicBezTo>
                    <a:pt x="1329" y="2770"/>
                    <a:pt x="1264" y="2826"/>
                    <a:pt x="1256" y="2902"/>
                  </a:cubicBezTo>
                  <a:cubicBezTo>
                    <a:pt x="1246" y="2984"/>
                    <a:pt x="1304" y="3059"/>
                    <a:pt x="1385" y="3068"/>
                  </a:cubicBezTo>
                  <a:cubicBezTo>
                    <a:pt x="1391" y="3068"/>
                    <a:pt x="1397" y="3069"/>
                    <a:pt x="1403" y="3069"/>
                  </a:cubicBezTo>
                  <a:cubicBezTo>
                    <a:pt x="1409" y="3069"/>
                    <a:pt x="1415" y="3068"/>
                    <a:pt x="1421" y="3068"/>
                  </a:cubicBezTo>
                  <a:lnTo>
                    <a:pt x="2998" y="3068"/>
                  </a:lnTo>
                  <a:cubicBezTo>
                    <a:pt x="2999" y="3068"/>
                    <a:pt x="3000" y="3068"/>
                    <a:pt x="3001" y="3068"/>
                  </a:cubicBezTo>
                  <a:cubicBezTo>
                    <a:pt x="3080" y="3068"/>
                    <a:pt x="3145" y="3004"/>
                    <a:pt x="3147" y="2923"/>
                  </a:cubicBezTo>
                  <a:lnTo>
                    <a:pt x="3147" y="2922"/>
                  </a:lnTo>
                  <a:cubicBezTo>
                    <a:pt x="3147" y="2838"/>
                    <a:pt x="3080" y="2771"/>
                    <a:pt x="2998" y="2771"/>
                  </a:cubicBezTo>
                  <a:lnTo>
                    <a:pt x="1421" y="2771"/>
                  </a:lnTo>
                  <a:cubicBezTo>
                    <a:pt x="1416" y="2771"/>
                    <a:pt x="1410" y="2770"/>
                    <a:pt x="1405" y="2770"/>
                  </a:cubicBezTo>
                  <a:close/>
                  <a:moveTo>
                    <a:pt x="148" y="2773"/>
                  </a:moveTo>
                  <a:cubicBezTo>
                    <a:pt x="66" y="2782"/>
                    <a:pt x="8" y="2856"/>
                    <a:pt x="19" y="2938"/>
                  </a:cubicBezTo>
                  <a:cubicBezTo>
                    <a:pt x="26" y="3007"/>
                    <a:pt x="80" y="3060"/>
                    <a:pt x="148" y="3069"/>
                  </a:cubicBezTo>
                  <a:lnTo>
                    <a:pt x="750" y="3069"/>
                  </a:lnTo>
                  <a:cubicBezTo>
                    <a:pt x="832" y="3069"/>
                    <a:pt x="899" y="3004"/>
                    <a:pt x="899" y="2922"/>
                  </a:cubicBezTo>
                  <a:cubicBezTo>
                    <a:pt x="899" y="2838"/>
                    <a:pt x="832" y="2773"/>
                    <a:pt x="750" y="2773"/>
                  </a:cubicBezTo>
                  <a:close/>
                  <a:moveTo>
                    <a:pt x="5428" y="3347"/>
                  </a:moveTo>
                  <a:cubicBezTo>
                    <a:pt x="5334" y="3347"/>
                    <a:pt x="5257" y="3424"/>
                    <a:pt x="5255" y="3519"/>
                  </a:cubicBezTo>
                  <a:cubicBezTo>
                    <a:pt x="5255" y="3614"/>
                    <a:pt x="5331" y="3691"/>
                    <a:pt x="5426" y="3693"/>
                  </a:cubicBezTo>
                  <a:lnTo>
                    <a:pt x="5428" y="3693"/>
                  </a:lnTo>
                  <a:cubicBezTo>
                    <a:pt x="5523" y="3693"/>
                    <a:pt x="5601" y="3617"/>
                    <a:pt x="5601" y="3523"/>
                  </a:cubicBezTo>
                  <a:cubicBezTo>
                    <a:pt x="5602" y="3426"/>
                    <a:pt x="5526" y="3349"/>
                    <a:pt x="5431" y="3347"/>
                  </a:cubicBezTo>
                  <a:cubicBezTo>
                    <a:pt x="5430" y="3347"/>
                    <a:pt x="5429" y="3347"/>
                    <a:pt x="5428" y="3347"/>
                  </a:cubicBezTo>
                  <a:close/>
                  <a:moveTo>
                    <a:pt x="5942" y="3347"/>
                  </a:moveTo>
                  <a:cubicBezTo>
                    <a:pt x="5848" y="3347"/>
                    <a:pt x="5770" y="3424"/>
                    <a:pt x="5769" y="3519"/>
                  </a:cubicBezTo>
                  <a:cubicBezTo>
                    <a:pt x="5769" y="3614"/>
                    <a:pt x="5845" y="3691"/>
                    <a:pt x="5940" y="3693"/>
                  </a:cubicBezTo>
                  <a:lnTo>
                    <a:pt x="5945" y="3693"/>
                  </a:lnTo>
                  <a:cubicBezTo>
                    <a:pt x="6038" y="3693"/>
                    <a:pt x="6116" y="3617"/>
                    <a:pt x="6116" y="3523"/>
                  </a:cubicBezTo>
                  <a:lnTo>
                    <a:pt x="6114" y="3523"/>
                  </a:lnTo>
                  <a:cubicBezTo>
                    <a:pt x="6116" y="3426"/>
                    <a:pt x="6040" y="3349"/>
                    <a:pt x="5945" y="3347"/>
                  </a:cubicBezTo>
                  <a:cubicBezTo>
                    <a:pt x="5944" y="3347"/>
                    <a:pt x="5943" y="3347"/>
                    <a:pt x="5942" y="3347"/>
                  </a:cubicBezTo>
                  <a:close/>
                  <a:moveTo>
                    <a:pt x="6457" y="3347"/>
                  </a:moveTo>
                  <a:cubicBezTo>
                    <a:pt x="6363" y="3347"/>
                    <a:pt x="6287" y="3424"/>
                    <a:pt x="6286" y="3519"/>
                  </a:cubicBezTo>
                  <a:cubicBezTo>
                    <a:pt x="6284" y="3614"/>
                    <a:pt x="6361" y="3691"/>
                    <a:pt x="6457" y="3693"/>
                  </a:cubicBezTo>
                  <a:lnTo>
                    <a:pt x="6458" y="3693"/>
                  </a:lnTo>
                  <a:cubicBezTo>
                    <a:pt x="6554" y="3693"/>
                    <a:pt x="6630" y="3617"/>
                    <a:pt x="6631" y="3523"/>
                  </a:cubicBezTo>
                  <a:cubicBezTo>
                    <a:pt x="6632" y="3426"/>
                    <a:pt x="6557" y="3349"/>
                    <a:pt x="6460" y="3347"/>
                  </a:cubicBezTo>
                  <a:cubicBezTo>
                    <a:pt x="6459" y="3347"/>
                    <a:pt x="6458" y="3347"/>
                    <a:pt x="6457" y="3347"/>
                  </a:cubicBezTo>
                  <a:close/>
                  <a:moveTo>
                    <a:pt x="6972" y="3347"/>
                  </a:moveTo>
                  <a:cubicBezTo>
                    <a:pt x="6877" y="3347"/>
                    <a:pt x="6801" y="3424"/>
                    <a:pt x="6799" y="3519"/>
                  </a:cubicBezTo>
                  <a:cubicBezTo>
                    <a:pt x="6798" y="3614"/>
                    <a:pt x="6875" y="3691"/>
                    <a:pt x="6970" y="3693"/>
                  </a:cubicBezTo>
                  <a:lnTo>
                    <a:pt x="6975" y="3693"/>
                  </a:lnTo>
                  <a:cubicBezTo>
                    <a:pt x="7069" y="3693"/>
                    <a:pt x="7145" y="3617"/>
                    <a:pt x="7145" y="3523"/>
                  </a:cubicBezTo>
                  <a:cubicBezTo>
                    <a:pt x="7146" y="3426"/>
                    <a:pt x="7070" y="3349"/>
                    <a:pt x="6975" y="3347"/>
                  </a:cubicBezTo>
                  <a:cubicBezTo>
                    <a:pt x="6974" y="3347"/>
                    <a:pt x="6973" y="3347"/>
                    <a:pt x="6972" y="3347"/>
                  </a:cubicBezTo>
                  <a:close/>
                  <a:moveTo>
                    <a:pt x="7487" y="3347"/>
                  </a:moveTo>
                  <a:cubicBezTo>
                    <a:pt x="7393" y="3347"/>
                    <a:pt x="7317" y="3424"/>
                    <a:pt x="7316" y="3519"/>
                  </a:cubicBezTo>
                  <a:cubicBezTo>
                    <a:pt x="7314" y="3614"/>
                    <a:pt x="7390" y="3691"/>
                    <a:pt x="7486" y="3693"/>
                  </a:cubicBezTo>
                  <a:lnTo>
                    <a:pt x="7489" y="3693"/>
                  </a:lnTo>
                  <a:cubicBezTo>
                    <a:pt x="7582" y="3693"/>
                    <a:pt x="7660" y="3617"/>
                    <a:pt x="7661" y="3523"/>
                  </a:cubicBezTo>
                  <a:cubicBezTo>
                    <a:pt x="7663" y="3426"/>
                    <a:pt x="7585" y="3349"/>
                    <a:pt x="7490" y="3347"/>
                  </a:cubicBezTo>
                  <a:cubicBezTo>
                    <a:pt x="7489" y="3347"/>
                    <a:pt x="7488" y="3347"/>
                    <a:pt x="7487" y="3347"/>
                  </a:cubicBezTo>
                  <a:close/>
                  <a:moveTo>
                    <a:pt x="8004" y="3347"/>
                  </a:moveTo>
                  <a:cubicBezTo>
                    <a:pt x="7910" y="3347"/>
                    <a:pt x="7833" y="3424"/>
                    <a:pt x="7831" y="3519"/>
                  </a:cubicBezTo>
                  <a:cubicBezTo>
                    <a:pt x="7831" y="3614"/>
                    <a:pt x="7907" y="3691"/>
                    <a:pt x="8002" y="3693"/>
                  </a:cubicBezTo>
                  <a:lnTo>
                    <a:pt x="8004" y="3693"/>
                  </a:lnTo>
                  <a:cubicBezTo>
                    <a:pt x="8098" y="3691"/>
                    <a:pt x="8174" y="3617"/>
                    <a:pt x="8175" y="3523"/>
                  </a:cubicBezTo>
                  <a:lnTo>
                    <a:pt x="8176" y="3523"/>
                  </a:lnTo>
                  <a:cubicBezTo>
                    <a:pt x="8178" y="3426"/>
                    <a:pt x="8102" y="3349"/>
                    <a:pt x="8007" y="3347"/>
                  </a:cubicBezTo>
                  <a:cubicBezTo>
                    <a:pt x="8006" y="3347"/>
                    <a:pt x="8005" y="3347"/>
                    <a:pt x="8004" y="3347"/>
                  </a:cubicBezTo>
                  <a:close/>
                  <a:moveTo>
                    <a:pt x="148" y="3459"/>
                  </a:moveTo>
                  <a:cubicBezTo>
                    <a:pt x="66" y="3468"/>
                    <a:pt x="8" y="3543"/>
                    <a:pt x="19" y="3624"/>
                  </a:cubicBezTo>
                  <a:cubicBezTo>
                    <a:pt x="26" y="3693"/>
                    <a:pt x="80" y="3747"/>
                    <a:pt x="148" y="3755"/>
                  </a:cubicBezTo>
                  <a:lnTo>
                    <a:pt x="750" y="3755"/>
                  </a:lnTo>
                  <a:cubicBezTo>
                    <a:pt x="832" y="3755"/>
                    <a:pt x="899" y="3690"/>
                    <a:pt x="899" y="3608"/>
                  </a:cubicBezTo>
                  <a:cubicBezTo>
                    <a:pt x="899" y="3526"/>
                    <a:pt x="832" y="3459"/>
                    <a:pt x="750" y="3459"/>
                  </a:cubicBezTo>
                  <a:close/>
                  <a:moveTo>
                    <a:pt x="3309" y="3459"/>
                  </a:moveTo>
                  <a:cubicBezTo>
                    <a:pt x="3227" y="3468"/>
                    <a:pt x="3169" y="3543"/>
                    <a:pt x="3178" y="3624"/>
                  </a:cubicBezTo>
                  <a:cubicBezTo>
                    <a:pt x="3187" y="3693"/>
                    <a:pt x="3241" y="3747"/>
                    <a:pt x="3309" y="3755"/>
                  </a:cubicBezTo>
                  <a:lnTo>
                    <a:pt x="4887" y="3755"/>
                  </a:lnTo>
                  <a:cubicBezTo>
                    <a:pt x="4969" y="3755"/>
                    <a:pt x="5035" y="3690"/>
                    <a:pt x="5036" y="3608"/>
                  </a:cubicBezTo>
                  <a:cubicBezTo>
                    <a:pt x="5036" y="3525"/>
                    <a:pt x="4969" y="3459"/>
                    <a:pt x="4887" y="3459"/>
                  </a:cubicBezTo>
                  <a:close/>
                  <a:moveTo>
                    <a:pt x="148" y="4146"/>
                  </a:moveTo>
                  <a:cubicBezTo>
                    <a:pt x="66" y="4154"/>
                    <a:pt x="8" y="4229"/>
                    <a:pt x="19" y="4311"/>
                  </a:cubicBezTo>
                  <a:cubicBezTo>
                    <a:pt x="26" y="4379"/>
                    <a:pt x="80" y="4433"/>
                    <a:pt x="148" y="4442"/>
                  </a:cubicBezTo>
                  <a:lnTo>
                    <a:pt x="750" y="4442"/>
                  </a:lnTo>
                  <a:cubicBezTo>
                    <a:pt x="832" y="4442"/>
                    <a:pt x="899" y="4376"/>
                    <a:pt x="899" y="4294"/>
                  </a:cubicBezTo>
                  <a:cubicBezTo>
                    <a:pt x="899" y="4213"/>
                    <a:pt x="832" y="4146"/>
                    <a:pt x="750" y="4146"/>
                  </a:cubicBezTo>
                  <a:close/>
                  <a:moveTo>
                    <a:pt x="3309" y="4146"/>
                  </a:moveTo>
                  <a:cubicBezTo>
                    <a:pt x="3227" y="4154"/>
                    <a:pt x="3169" y="4229"/>
                    <a:pt x="3178" y="4311"/>
                  </a:cubicBezTo>
                  <a:cubicBezTo>
                    <a:pt x="3187" y="4379"/>
                    <a:pt x="3241" y="4433"/>
                    <a:pt x="3309" y="4442"/>
                  </a:cubicBezTo>
                  <a:lnTo>
                    <a:pt x="4887" y="4442"/>
                  </a:lnTo>
                  <a:cubicBezTo>
                    <a:pt x="4969" y="4442"/>
                    <a:pt x="5035" y="4376"/>
                    <a:pt x="5036" y="4294"/>
                  </a:cubicBezTo>
                  <a:cubicBezTo>
                    <a:pt x="5036" y="4213"/>
                    <a:pt x="4969" y="4146"/>
                    <a:pt x="4887" y="4146"/>
                  </a:cubicBezTo>
                  <a:close/>
                  <a:moveTo>
                    <a:pt x="5428" y="4763"/>
                  </a:moveTo>
                  <a:cubicBezTo>
                    <a:pt x="5334" y="4763"/>
                    <a:pt x="5257" y="4840"/>
                    <a:pt x="5255" y="4935"/>
                  </a:cubicBezTo>
                  <a:cubicBezTo>
                    <a:pt x="5255" y="5030"/>
                    <a:pt x="5331" y="5107"/>
                    <a:pt x="5426" y="5109"/>
                  </a:cubicBezTo>
                  <a:lnTo>
                    <a:pt x="5428" y="5109"/>
                  </a:lnTo>
                  <a:cubicBezTo>
                    <a:pt x="5523" y="5109"/>
                    <a:pt x="5601" y="5033"/>
                    <a:pt x="5601" y="4939"/>
                  </a:cubicBezTo>
                  <a:cubicBezTo>
                    <a:pt x="5602" y="4842"/>
                    <a:pt x="5526" y="4765"/>
                    <a:pt x="5431" y="4763"/>
                  </a:cubicBezTo>
                  <a:cubicBezTo>
                    <a:pt x="5430" y="4763"/>
                    <a:pt x="5429" y="4763"/>
                    <a:pt x="5428" y="4763"/>
                  </a:cubicBezTo>
                  <a:close/>
                  <a:moveTo>
                    <a:pt x="5942" y="4763"/>
                  </a:moveTo>
                  <a:cubicBezTo>
                    <a:pt x="5848" y="4763"/>
                    <a:pt x="5770" y="4840"/>
                    <a:pt x="5769" y="4935"/>
                  </a:cubicBezTo>
                  <a:cubicBezTo>
                    <a:pt x="5769" y="5030"/>
                    <a:pt x="5845" y="5107"/>
                    <a:pt x="5940" y="5109"/>
                  </a:cubicBezTo>
                  <a:lnTo>
                    <a:pt x="5945" y="5109"/>
                  </a:lnTo>
                  <a:cubicBezTo>
                    <a:pt x="6038" y="5109"/>
                    <a:pt x="6116" y="5033"/>
                    <a:pt x="6116" y="4939"/>
                  </a:cubicBezTo>
                  <a:lnTo>
                    <a:pt x="6114" y="4939"/>
                  </a:lnTo>
                  <a:cubicBezTo>
                    <a:pt x="6116" y="4842"/>
                    <a:pt x="6040" y="4765"/>
                    <a:pt x="5945" y="4763"/>
                  </a:cubicBezTo>
                  <a:cubicBezTo>
                    <a:pt x="5944" y="4763"/>
                    <a:pt x="5943" y="4763"/>
                    <a:pt x="5942" y="4763"/>
                  </a:cubicBezTo>
                  <a:close/>
                  <a:moveTo>
                    <a:pt x="6457" y="4763"/>
                  </a:moveTo>
                  <a:cubicBezTo>
                    <a:pt x="6363" y="4763"/>
                    <a:pt x="6287" y="4840"/>
                    <a:pt x="6286" y="4935"/>
                  </a:cubicBezTo>
                  <a:cubicBezTo>
                    <a:pt x="6284" y="5030"/>
                    <a:pt x="6361" y="5107"/>
                    <a:pt x="6457" y="5109"/>
                  </a:cubicBezTo>
                  <a:lnTo>
                    <a:pt x="6458" y="5109"/>
                  </a:lnTo>
                  <a:cubicBezTo>
                    <a:pt x="6554" y="5109"/>
                    <a:pt x="6630" y="5033"/>
                    <a:pt x="6631" y="4939"/>
                  </a:cubicBezTo>
                  <a:cubicBezTo>
                    <a:pt x="6632" y="4842"/>
                    <a:pt x="6557" y="4765"/>
                    <a:pt x="6460" y="4763"/>
                  </a:cubicBezTo>
                  <a:cubicBezTo>
                    <a:pt x="6459" y="4763"/>
                    <a:pt x="6458" y="4763"/>
                    <a:pt x="6457" y="4763"/>
                  </a:cubicBezTo>
                  <a:close/>
                  <a:moveTo>
                    <a:pt x="6972" y="4763"/>
                  </a:moveTo>
                  <a:cubicBezTo>
                    <a:pt x="6877" y="4763"/>
                    <a:pt x="6801" y="4840"/>
                    <a:pt x="6799" y="4935"/>
                  </a:cubicBezTo>
                  <a:cubicBezTo>
                    <a:pt x="6798" y="5030"/>
                    <a:pt x="6875" y="5107"/>
                    <a:pt x="6970" y="5109"/>
                  </a:cubicBezTo>
                  <a:lnTo>
                    <a:pt x="6975" y="5109"/>
                  </a:lnTo>
                  <a:cubicBezTo>
                    <a:pt x="7069" y="5109"/>
                    <a:pt x="7145" y="5033"/>
                    <a:pt x="7145" y="4939"/>
                  </a:cubicBezTo>
                  <a:cubicBezTo>
                    <a:pt x="7146" y="4842"/>
                    <a:pt x="7070" y="4765"/>
                    <a:pt x="6975" y="4763"/>
                  </a:cubicBezTo>
                  <a:cubicBezTo>
                    <a:pt x="6974" y="4763"/>
                    <a:pt x="6973" y="4763"/>
                    <a:pt x="6972" y="4763"/>
                  </a:cubicBezTo>
                  <a:close/>
                  <a:moveTo>
                    <a:pt x="7487" y="4763"/>
                  </a:moveTo>
                  <a:cubicBezTo>
                    <a:pt x="7393" y="4763"/>
                    <a:pt x="7317" y="4840"/>
                    <a:pt x="7316" y="4935"/>
                  </a:cubicBezTo>
                  <a:cubicBezTo>
                    <a:pt x="7314" y="5030"/>
                    <a:pt x="7390" y="5107"/>
                    <a:pt x="7486" y="5109"/>
                  </a:cubicBezTo>
                  <a:lnTo>
                    <a:pt x="7489" y="5109"/>
                  </a:lnTo>
                  <a:cubicBezTo>
                    <a:pt x="7582" y="5109"/>
                    <a:pt x="7660" y="5033"/>
                    <a:pt x="7661" y="4939"/>
                  </a:cubicBezTo>
                  <a:cubicBezTo>
                    <a:pt x="7663" y="4842"/>
                    <a:pt x="7585" y="4765"/>
                    <a:pt x="7490" y="4763"/>
                  </a:cubicBezTo>
                  <a:cubicBezTo>
                    <a:pt x="7489" y="4763"/>
                    <a:pt x="7488" y="4763"/>
                    <a:pt x="7487" y="4763"/>
                  </a:cubicBezTo>
                  <a:close/>
                  <a:moveTo>
                    <a:pt x="8004" y="4763"/>
                  </a:moveTo>
                  <a:cubicBezTo>
                    <a:pt x="7910" y="4763"/>
                    <a:pt x="7833" y="4840"/>
                    <a:pt x="7831" y="4935"/>
                  </a:cubicBezTo>
                  <a:cubicBezTo>
                    <a:pt x="7831" y="5030"/>
                    <a:pt x="7907" y="5107"/>
                    <a:pt x="8002" y="5109"/>
                  </a:cubicBezTo>
                  <a:lnTo>
                    <a:pt x="8004" y="5109"/>
                  </a:lnTo>
                  <a:cubicBezTo>
                    <a:pt x="8098" y="5107"/>
                    <a:pt x="8174" y="5033"/>
                    <a:pt x="8175" y="4939"/>
                  </a:cubicBezTo>
                  <a:lnTo>
                    <a:pt x="8176" y="4939"/>
                  </a:lnTo>
                  <a:cubicBezTo>
                    <a:pt x="8178" y="4842"/>
                    <a:pt x="8102" y="4765"/>
                    <a:pt x="8007" y="4763"/>
                  </a:cubicBezTo>
                  <a:cubicBezTo>
                    <a:pt x="8006" y="4763"/>
                    <a:pt x="8005" y="4763"/>
                    <a:pt x="8004" y="4763"/>
                  </a:cubicBezTo>
                  <a:close/>
                  <a:moveTo>
                    <a:pt x="148" y="4832"/>
                  </a:moveTo>
                  <a:cubicBezTo>
                    <a:pt x="66" y="4833"/>
                    <a:pt x="1" y="4899"/>
                    <a:pt x="1" y="4981"/>
                  </a:cubicBezTo>
                  <a:cubicBezTo>
                    <a:pt x="1" y="5063"/>
                    <a:pt x="68" y="5128"/>
                    <a:pt x="148" y="5128"/>
                  </a:cubicBezTo>
                  <a:lnTo>
                    <a:pt x="750" y="5128"/>
                  </a:lnTo>
                  <a:cubicBezTo>
                    <a:pt x="832" y="5128"/>
                    <a:pt x="899" y="5063"/>
                    <a:pt x="899" y="4981"/>
                  </a:cubicBezTo>
                  <a:cubicBezTo>
                    <a:pt x="899" y="4899"/>
                    <a:pt x="832" y="4833"/>
                    <a:pt x="750" y="4832"/>
                  </a:cubicBezTo>
                  <a:close/>
                  <a:moveTo>
                    <a:pt x="3309" y="4832"/>
                  </a:moveTo>
                  <a:cubicBezTo>
                    <a:pt x="3227" y="4833"/>
                    <a:pt x="3162" y="4900"/>
                    <a:pt x="3162" y="4981"/>
                  </a:cubicBezTo>
                  <a:cubicBezTo>
                    <a:pt x="3162" y="5063"/>
                    <a:pt x="3227" y="5128"/>
                    <a:pt x="3309" y="5128"/>
                  </a:cubicBezTo>
                  <a:lnTo>
                    <a:pt x="4887" y="5128"/>
                  </a:lnTo>
                  <a:cubicBezTo>
                    <a:pt x="4969" y="5128"/>
                    <a:pt x="5035" y="5063"/>
                    <a:pt x="5036" y="4981"/>
                  </a:cubicBezTo>
                  <a:cubicBezTo>
                    <a:pt x="5035" y="4899"/>
                    <a:pt x="4969" y="4833"/>
                    <a:pt x="4887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4554750" y="4803800"/>
              <a:ext cx="204425" cy="128275"/>
            </a:xfrm>
            <a:custGeom>
              <a:avLst/>
              <a:gdLst/>
              <a:ahLst/>
              <a:cxnLst/>
              <a:rect l="l" t="t" r="r" b="b"/>
              <a:pathLst>
                <a:path w="8177" h="5131" extrusionOk="0">
                  <a:moveTo>
                    <a:pt x="1421" y="25"/>
                  </a:moveTo>
                  <a:cubicBezTo>
                    <a:pt x="1339" y="25"/>
                    <a:pt x="1272" y="92"/>
                    <a:pt x="1272" y="176"/>
                  </a:cubicBezTo>
                  <a:cubicBezTo>
                    <a:pt x="1272" y="256"/>
                    <a:pt x="1338" y="322"/>
                    <a:pt x="1420" y="322"/>
                  </a:cubicBezTo>
                  <a:lnTo>
                    <a:pt x="2998" y="322"/>
                  </a:lnTo>
                  <a:cubicBezTo>
                    <a:pt x="2999" y="322"/>
                    <a:pt x="3000" y="322"/>
                    <a:pt x="3001" y="322"/>
                  </a:cubicBezTo>
                  <a:cubicBezTo>
                    <a:pt x="3080" y="322"/>
                    <a:pt x="3145" y="258"/>
                    <a:pt x="3147" y="177"/>
                  </a:cubicBezTo>
                  <a:lnTo>
                    <a:pt x="3147" y="176"/>
                  </a:lnTo>
                  <a:cubicBezTo>
                    <a:pt x="3147" y="92"/>
                    <a:pt x="3080" y="25"/>
                    <a:pt x="2998" y="25"/>
                  </a:cubicBezTo>
                  <a:close/>
                  <a:moveTo>
                    <a:pt x="148" y="27"/>
                  </a:moveTo>
                  <a:cubicBezTo>
                    <a:pt x="66" y="27"/>
                    <a:pt x="1" y="94"/>
                    <a:pt x="1" y="176"/>
                  </a:cubicBezTo>
                  <a:cubicBezTo>
                    <a:pt x="1" y="256"/>
                    <a:pt x="68" y="323"/>
                    <a:pt x="148" y="323"/>
                  </a:cubicBezTo>
                  <a:lnTo>
                    <a:pt x="750" y="323"/>
                  </a:lnTo>
                  <a:cubicBezTo>
                    <a:pt x="832" y="323"/>
                    <a:pt x="899" y="258"/>
                    <a:pt x="899" y="176"/>
                  </a:cubicBezTo>
                  <a:cubicBezTo>
                    <a:pt x="899" y="94"/>
                    <a:pt x="832" y="27"/>
                    <a:pt x="750" y="27"/>
                  </a:cubicBezTo>
                  <a:close/>
                  <a:moveTo>
                    <a:pt x="3667" y="0"/>
                  </a:moveTo>
                  <a:cubicBezTo>
                    <a:pt x="3573" y="0"/>
                    <a:pt x="3495" y="75"/>
                    <a:pt x="3494" y="171"/>
                  </a:cubicBezTo>
                  <a:cubicBezTo>
                    <a:pt x="3494" y="267"/>
                    <a:pt x="3570" y="344"/>
                    <a:pt x="3665" y="345"/>
                  </a:cubicBezTo>
                  <a:lnTo>
                    <a:pt x="3670" y="345"/>
                  </a:lnTo>
                  <a:cubicBezTo>
                    <a:pt x="3763" y="345"/>
                    <a:pt x="3841" y="270"/>
                    <a:pt x="3841" y="174"/>
                  </a:cubicBezTo>
                  <a:lnTo>
                    <a:pt x="3839" y="174"/>
                  </a:lnTo>
                  <a:cubicBezTo>
                    <a:pt x="3841" y="79"/>
                    <a:pt x="3765" y="2"/>
                    <a:pt x="3670" y="0"/>
                  </a:cubicBezTo>
                  <a:cubicBezTo>
                    <a:pt x="3669" y="0"/>
                    <a:pt x="3668" y="0"/>
                    <a:pt x="3667" y="0"/>
                  </a:cubicBezTo>
                  <a:close/>
                  <a:moveTo>
                    <a:pt x="4182" y="0"/>
                  </a:moveTo>
                  <a:cubicBezTo>
                    <a:pt x="4088" y="0"/>
                    <a:pt x="4012" y="75"/>
                    <a:pt x="4010" y="171"/>
                  </a:cubicBezTo>
                  <a:cubicBezTo>
                    <a:pt x="4009" y="267"/>
                    <a:pt x="4086" y="344"/>
                    <a:pt x="4182" y="345"/>
                  </a:cubicBezTo>
                  <a:lnTo>
                    <a:pt x="4183" y="345"/>
                  </a:lnTo>
                  <a:cubicBezTo>
                    <a:pt x="4278" y="345"/>
                    <a:pt x="4354" y="270"/>
                    <a:pt x="4356" y="174"/>
                  </a:cubicBezTo>
                  <a:cubicBezTo>
                    <a:pt x="4357" y="79"/>
                    <a:pt x="4281" y="2"/>
                    <a:pt x="4185" y="0"/>
                  </a:cubicBezTo>
                  <a:cubicBezTo>
                    <a:pt x="4184" y="0"/>
                    <a:pt x="4183" y="0"/>
                    <a:pt x="4182" y="0"/>
                  </a:cubicBezTo>
                  <a:close/>
                  <a:moveTo>
                    <a:pt x="5212" y="0"/>
                  </a:moveTo>
                  <a:cubicBezTo>
                    <a:pt x="5118" y="0"/>
                    <a:pt x="5042" y="75"/>
                    <a:pt x="5041" y="171"/>
                  </a:cubicBezTo>
                  <a:cubicBezTo>
                    <a:pt x="5039" y="267"/>
                    <a:pt x="5115" y="344"/>
                    <a:pt x="5211" y="345"/>
                  </a:cubicBezTo>
                  <a:lnTo>
                    <a:pt x="5215" y="345"/>
                  </a:lnTo>
                  <a:cubicBezTo>
                    <a:pt x="5310" y="345"/>
                    <a:pt x="5386" y="270"/>
                    <a:pt x="5386" y="174"/>
                  </a:cubicBezTo>
                  <a:cubicBezTo>
                    <a:pt x="5388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5729" y="0"/>
                  </a:moveTo>
                  <a:cubicBezTo>
                    <a:pt x="5635" y="0"/>
                    <a:pt x="5557" y="75"/>
                    <a:pt x="5556" y="171"/>
                  </a:cubicBezTo>
                  <a:cubicBezTo>
                    <a:pt x="5556" y="267"/>
                    <a:pt x="5632" y="344"/>
                    <a:pt x="5727" y="345"/>
                  </a:cubicBezTo>
                  <a:lnTo>
                    <a:pt x="5729" y="345"/>
                  </a:lnTo>
                  <a:cubicBezTo>
                    <a:pt x="5824" y="345"/>
                    <a:pt x="5901" y="270"/>
                    <a:pt x="5901" y="174"/>
                  </a:cubicBezTo>
                  <a:cubicBezTo>
                    <a:pt x="5903" y="79"/>
                    <a:pt x="5827" y="2"/>
                    <a:pt x="5732" y="0"/>
                  </a:cubicBezTo>
                  <a:cubicBezTo>
                    <a:pt x="5731" y="0"/>
                    <a:pt x="5730" y="0"/>
                    <a:pt x="5729" y="0"/>
                  </a:cubicBezTo>
                  <a:close/>
                  <a:moveTo>
                    <a:pt x="6243" y="0"/>
                  </a:moveTo>
                  <a:cubicBezTo>
                    <a:pt x="6149" y="0"/>
                    <a:pt x="6071" y="75"/>
                    <a:pt x="6071" y="171"/>
                  </a:cubicBezTo>
                  <a:cubicBezTo>
                    <a:pt x="6070" y="267"/>
                    <a:pt x="6146" y="344"/>
                    <a:pt x="6241" y="345"/>
                  </a:cubicBezTo>
                  <a:lnTo>
                    <a:pt x="6245" y="345"/>
                  </a:lnTo>
                  <a:cubicBezTo>
                    <a:pt x="6339" y="345"/>
                    <a:pt x="6417" y="270"/>
                    <a:pt x="6417" y="174"/>
                  </a:cubicBezTo>
                  <a:cubicBezTo>
                    <a:pt x="6417" y="79"/>
                    <a:pt x="6341" y="2"/>
                    <a:pt x="6245" y="0"/>
                  </a:cubicBezTo>
                  <a:cubicBezTo>
                    <a:pt x="6244" y="0"/>
                    <a:pt x="6244" y="0"/>
                    <a:pt x="6243" y="0"/>
                  </a:cubicBezTo>
                  <a:close/>
                  <a:moveTo>
                    <a:pt x="4700" y="2"/>
                  </a:moveTo>
                  <a:cubicBezTo>
                    <a:pt x="4605" y="2"/>
                    <a:pt x="4527" y="79"/>
                    <a:pt x="4527" y="174"/>
                  </a:cubicBezTo>
                  <a:cubicBezTo>
                    <a:pt x="4527" y="270"/>
                    <a:pt x="4605" y="347"/>
                    <a:pt x="4700" y="347"/>
                  </a:cubicBezTo>
                  <a:cubicBezTo>
                    <a:pt x="4795" y="347"/>
                    <a:pt x="4873" y="270"/>
                    <a:pt x="4873" y="174"/>
                  </a:cubicBezTo>
                  <a:cubicBezTo>
                    <a:pt x="4873" y="79"/>
                    <a:pt x="4795" y="2"/>
                    <a:pt x="4700" y="2"/>
                  </a:cubicBezTo>
                  <a:close/>
                  <a:moveTo>
                    <a:pt x="148" y="715"/>
                  </a:moveTo>
                  <a:cubicBezTo>
                    <a:pt x="68" y="715"/>
                    <a:pt x="1" y="782"/>
                    <a:pt x="1" y="862"/>
                  </a:cubicBezTo>
                  <a:cubicBezTo>
                    <a:pt x="1" y="944"/>
                    <a:pt x="66" y="1011"/>
                    <a:pt x="148" y="1011"/>
                  </a:cubicBezTo>
                  <a:lnTo>
                    <a:pt x="750" y="1011"/>
                  </a:lnTo>
                  <a:cubicBezTo>
                    <a:pt x="832" y="1011"/>
                    <a:pt x="899" y="944"/>
                    <a:pt x="899" y="862"/>
                  </a:cubicBezTo>
                  <a:cubicBezTo>
                    <a:pt x="899" y="780"/>
                    <a:pt x="832" y="715"/>
                    <a:pt x="750" y="715"/>
                  </a:cubicBezTo>
                  <a:close/>
                  <a:moveTo>
                    <a:pt x="1418" y="715"/>
                  </a:moveTo>
                  <a:cubicBezTo>
                    <a:pt x="1338" y="715"/>
                    <a:pt x="1274" y="780"/>
                    <a:pt x="1272" y="859"/>
                  </a:cubicBezTo>
                  <a:lnTo>
                    <a:pt x="1272" y="862"/>
                  </a:lnTo>
                  <a:cubicBezTo>
                    <a:pt x="1272" y="944"/>
                    <a:pt x="1339" y="1011"/>
                    <a:pt x="1421" y="1011"/>
                  </a:cubicBezTo>
                  <a:lnTo>
                    <a:pt x="2998" y="1011"/>
                  </a:lnTo>
                  <a:cubicBezTo>
                    <a:pt x="3080" y="1011"/>
                    <a:pt x="3147" y="944"/>
                    <a:pt x="3147" y="862"/>
                  </a:cubicBezTo>
                  <a:cubicBezTo>
                    <a:pt x="3147" y="780"/>
                    <a:pt x="3081" y="715"/>
                    <a:pt x="2999" y="715"/>
                  </a:cubicBezTo>
                  <a:lnTo>
                    <a:pt x="1421" y="715"/>
                  </a:lnTo>
                  <a:cubicBezTo>
                    <a:pt x="1420" y="715"/>
                    <a:pt x="1419" y="715"/>
                    <a:pt x="1418" y="715"/>
                  </a:cubicBezTo>
                  <a:close/>
                  <a:moveTo>
                    <a:pt x="148" y="1401"/>
                  </a:moveTo>
                  <a:cubicBezTo>
                    <a:pt x="66" y="1412"/>
                    <a:pt x="8" y="1486"/>
                    <a:pt x="19" y="1568"/>
                  </a:cubicBezTo>
                  <a:cubicBezTo>
                    <a:pt x="26" y="1636"/>
                    <a:pt x="80" y="1690"/>
                    <a:pt x="148" y="1697"/>
                  </a:cubicBezTo>
                  <a:lnTo>
                    <a:pt x="750" y="1697"/>
                  </a:lnTo>
                  <a:cubicBezTo>
                    <a:pt x="832" y="1697"/>
                    <a:pt x="899" y="1632"/>
                    <a:pt x="899" y="1549"/>
                  </a:cubicBezTo>
                  <a:cubicBezTo>
                    <a:pt x="899" y="1468"/>
                    <a:pt x="832" y="1401"/>
                    <a:pt x="750" y="1401"/>
                  </a:cubicBezTo>
                  <a:close/>
                  <a:moveTo>
                    <a:pt x="1403" y="1400"/>
                  </a:moveTo>
                  <a:cubicBezTo>
                    <a:pt x="1328" y="1400"/>
                    <a:pt x="1264" y="1457"/>
                    <a:pt x="1256" y="1532"/>
                  </a:cubicBezTo>
                  <a:cubicBezTo>
                    <a:pt x="1246" y="1614"/>
                    <a:pt x="1304" y="1689"/>
                    <a:pt x="1385" y="1697"/>
                  </a:cubicBezTo>
                  <a:cubicBezTo>
                    <a:pt x="1391" y="1698"/>
                    <a:pt x="1397" y="1699"/>
                    <a:pt x="1403" y="1699"/>
                  </a:cubicBezTo>
                  <a:cubicBezTo>
                    <a:pt x="1409" y="1699"/>
                    <a:pt x="1415" y="1698"/>
                    <a:pt x="1421" y="1697"/>
                  </a:cubicBezTo>
                  <a:lnTo>
                    <a:pt x="2998" y="1697"/>
                  </a:lnTo>
                  <a:cubicBezTo>
                    <a:pt x="3080" y="1697"/>
                    <a:pt x="3147" y="1630"/>
                    <a:pt x="3147" y="1549"/>
                  </a:cubicBezTo>
                  <a:cubicBezTo>
                    <a:pt x="3147" y="1467"/>
                    <a:pt x="3081" y="1401"/>
                    <a:pt x="2999" y="1401"/>
                  </a:cubicBezTo>
                  <a:lnTo>
                    <a:pt x="1421" y="1401"/>
                  </a:lnTo>
                  <a:cubicBezTo>
                    <a:pt x="1415" y="1400"/>
                    <a:pt x="1409" y="1400"/>
                    <a:pt x="1403" y="1400"/>
                  </a:cubicBezTo>
                  <a:close/>
                  <a:moveTo>
                    <a:pt x="3667" y="1376"/>
                  </a:moveTo>
                  <a:cubicBezTo>
                    <a:pt x="3571" y="1376"/>
                    <a:pt x="3494" y="1453"/>
                    <a:pt x="3494" y="1549"/>
                  </a:cubicBezTo>
                  <a:cubicBezTo>
                    <a:pt x="3494" y="1644"/>
                    <a:pt x="3571" y="1721"/>
                    <a:pt x="3667" y="1721"/>
                  </a:cubicBezTo>
                  <a:lnTo>
                    <a:pt x="3670" y="1721"/>
                  </a:lnTo>
                  <a:cubicBezTo>
                    <a:pt x="3763" y="1721"/>
                    <a:pt x="3839" y="1644"/>
                    <a:pt x="3839" y="1550"/>
                  </a:cubicBezTo>
                  <a:lnTo>
                    <a:pt x="3839" y="1549"/>
                  </a:lnTo>
                  <a:cubicBezTo>
                    <a:pt x="3839" y="1453"/>
                    <a:pt x="3762" y="1376"/>
                    <a:pt x="3667" y="1376"/>
                  </a:cubicBezTo>
                  <a:close/>
                  <a:moveTo>
                    <a:pt x="4183" y="1376"/>
                  </a:moveTo>
                  <a:cubicBezTo>
                    <a:pt x="4088" y="1376"/>
                    <a:pt x="4010" y="1453"/>
                    <a:pt x="4010" y="1549"/>
                  </a:cubicBezTo>
                  <a:cubicBezTo>
                    <a:pt x="4010" y="1644"/>
                    <a:pt x="4088" y="1721"/>
                    <a:pt x="4183" y="1721"/>
                  </a:cubicBezTo>
                  <a:cubicBezTo>
                    <a:pt x="4277" y="1721"/>
                    <a:pt x="4354" y="1647"/>
                    <a:pt x="4356" y="1553"/>
                  </a:cubicBezTo>
                  <a:lnTo>
                    <a:pt x="4356" y="1549"/>
                  </a:lnTo>
                  <a:cubicBezTo>
                    <a:pt x="4356" y="1453"/>
                    <a:pt x="4278" y="1376"/>
                    <a:pt x="4183" y="1376"/>
                  </a:cubicBezTo>
                  <a:close/>
                  <a:moveTo>
                    <a:pt x="4700" y="1377"/>
                  </a:moveTo>
                  <a:cubicBezTo>
                    <a:pt x="4605" y="1388"/>
                    <a:pt x="4536" y="1474"/>
                    <a:pt x="4546" y="1568"/>
                  </a:cubicBezTo>
                  <a:cubicBezTo>
                    <a:pt x="4555" y="1648"/>
                    <a:pt x="4619" y="1712"/>
                    <a:pt x="4700" y="1721"/>
                  </a:cubicBezTo>
                  <a:cubicBezTo>
                    <a:pt x="4795" y="1721"/>
                    <a:pt x="4873" y="1644"/>
                    <a:pt x="4873" y="1549"/>
                  </a:cubicBezTo>
                  <a:cubicBezTo>
                    <a:pt x="4871" y="1453"/>
                    <a:pt x="4794" y="1377"/>
                    <a:pt x="4700" y="1377"/>
                  </a:cubicBezTo>
                  <a:close/>
                  <a:moveTo>
                    <a:pt x="5214" y="1376"/>
                  </a:moveTo>
                  <a:cubicBezTo>
                    <a:pt x="5118" y="1376"/>
                    <a:pt x="5041" y="1453"/>
                    <a:pt x="5041" y="1549"/>
                  </a:cubicBezTo>
                  <a:cubicBezTo>
                    <a:pt x="5041" y="1644"/>
                    <a:pt x="5118" y="1721"/>
                    <a:pt x="5214" y="1721"/>
                  </a:cubicBezTo>
                  <a:lnTo>
                    <a:pt x="5215" y="1721"/>
                  </a:lnTo>
                  <a:cubicBezTo>
                    <a:pt x="5309" y="1721"/>
                    <a:pt x="5386" y="1644"/>
                    <a:pt x="5386" y="1550"/>
                  </a:cubicBezTo>
                  <a:lnTo>
                    <a:pt x="5386" y="1549"/>
                  </a:lnTo>
                  <a:cubicBezTo>
                    <a:pt x="5386" y="1453"/>
                    <a:pt x="5309" y="1376"/>
                    <a:pt x="5214" y="1376"/>
                  </a:cubicBezTo>
                  <a:close/>
                  <a:moveTo>
                    <a:pt x="5729" y="1376"/>
                  </a:moveTo>
                  <a:cubicBezTo>
                    <a:pt x="5633" y="1376"/>
                    <a:pt x="5556" y="1453"/>
                    <a:pt x="5556" y="1549"/>
                  </a:cubicBezTo>
                  <a:cubicBezTo>
                    <a:pt x="5556" y="1644"/>
                    <a:pt x="5633" y="1721"/>
                    <a:pt x="5729" y="1721"/>
                  </a:cubicBezTo>
                  <a:cubicBezTo>
                    <a:pt x="5824" y="1721"/>
                    <a:pt x="5901" y="1647"/>
                    <a:pt x="5901" y="1553"/>
                  </a:cubicBezTo>
                  <a:lnTo>
                    <a:pt x="5901" y="1549"/>
                  </a:lnTo>
                  <a:cubicBezTo>
                    <a:pt x="5901" y="1453"/>
                    <a:pt x="5824" y="1376"/>
                    <a:pt x="5729" y="1376"/>
                  </a:cubicBezTo>
                  <a:close/>
                  <a:moveTo>
                    <a:pt x="6242" y="1376"/>
                  </a:moveTo>
                  <a:cubicBezTo>
                    <a:pt x="6147" y="1376"/>
                    <a:pt x="6070" y="1453"/>
                    <a:pt x="6070" y="1549"/>
                  </a:cubicBezTo>
                  <a:cubicBezTo>
                    <a:pt x="6070" y="1644"/>
                    <a:pt x="6147" y="1721"/>
                    <a:pt x="6242" y="1721"/>
                  </a:cubicBezTo>
                  <a:lnTo>
                    <a:pt x="6245" y="1721"/>
                  </a:lnTo>
                  <a:cubicBezTo>
                    <a:pt x="6339" y="1721"/>
                    <a:pt x="6415" y="1644"/>
                    <a:pt x="6415" y="1550"/>
                  </a:cubicBezTo>
                  <a:lnTo>
                    <a:pt x="6415" y="1549"/>
                  </a:lnTo>
                  <a:cubicBezTo>
                    <a:pt x="6415" y="1453"/>
                    <a:pt x="6338" y="1376"/>
                    <a:pt x="6242" y="1376"/>
                  </a:cubicBezTo>
                  <a:close/>
                  <a:moveTo>
                    <a:pt x="1405" y="2087"/>
                  </a:moveTo>
                  <a:cubicBezTo>
                    <a:pt x="1329" y="2087"/>
                    <a:pt x="1264" y="2142"/>
                    <a:pt x="1256" y="2219"/>
                  </a:cubicBezTo>
                  <a:cubicBezTo>
                    <a:pt x="1246" y="2300"/>
                    <a:pt x="1304" y="2375"/>
                    <a:pt x="1385" y="2384"/>
                  </a:cubicBezTo>
                  <a:cubicBezTo>
                    <a:pt x="1391" y="2385"/>
                    <a:pt x="1397" y="2385"/>
                    <a:pt x="1403" y="2385"/>
                  </a:cubicBezTo>
                  <a:cubicBezTo>
                    <a:pt x="1409" y="2385"/>
                    <a:pt x="1415" y="2385"/>
                    <a:pt x="1421" y="2384"/>
                  </a:cubicBezTo>
                  <a:lnTo>
                    <a:pt x="2998" y="2384"/>
                  </a:lnTo>
                  <a:cubicBezTo>
                    <a:pt x="3080" y="2384"/>
                    <a:pt x="3147" y="2317"/>
                    <a:pt x="3147" y="2235"/>
                  </a:cubicBezTo>
                  <a:cubicBezTo>
                    <a:pt x="3147" y="2153"/>
                    <a:pt x="3081" y="2088"/>
                    <a:pt x="2999" y="2088"/>
                  </a:cubicBezTo>
                  <a:lnTo>
                    <a:pt x="1421" y="2088"/>
                  </a:lnTo>
                  <a:cubicBezTo>
                    <a:pt x="1416" y="2087"/>
                    <a:pt x="1410" y="2087"/>
                    <a:pt x="1405" y="2087"/>
                  </a:cubicBezTo>
                  <a:close/>
                  <a:moveTo>
                    <a:pt x="148" y="2088"/>
                  </a:moveTo>
                  <a:cubicBezTo>
                    <a:pt x="66" y="2098"/>
                    <a:pt x="8" y="2172"/>
                    <a:pt x="19" y="2254"/>
                  </a:cubicBezTo>
                  <a:cubicBezTo>
                    <a:pt x="26" y="2323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2" y="2385"/>
                    <a:pt x="899" y="2318"/>
                    <a:pt x="899" y="2235"/>
                  </a:cubicBezTo>
                  <a:cubicBezTo>
                    <a:pt x="899" y="2155"/>
                    <a:pt x="832" y="2088"/>
                    <a:pt x="750" y="2088"/>
                  </a:cubicBezTo>
                  <a:close/>
                  <a:moveTo>
                    <a:pt x="1405" y="2773"/>
                  </a:moveTo>
                  <a:cubicBezTo>
                    <a:pt x="1329" y="2773"/>
                    <a:pt x="1264" y="2829"/>
                    <a:pt x="1256" y="2905"/>
                  </a:cubicBezTo>
                  <a:cubicBezTo>
                    <a:pt x="1246" y="2987"/>
                    <a:pt x="1304" y="3061"/>
                    <a:pt x="1385" y="3070"/>
                  </a:cubicBezTo>
                  <a:cubicBezTo>
                    <a:pt x="1391" y="3071"/>
                    <a:pt x="1397" y="3071"/>
                    <a:pt x="1403" y="3071"/>
                  </a:cubicBezTo>
                  <a:cubicBezTo>
                    <a:pt x="1409" y="3071"/>
                    <a:pt x="1415" y="3071"/>
                    <a:pt x="1421" y="3070"/>
                  </a:cubicBezTo>
                  <a:lnTo>
                    <a:pt x="2998" y="3070"/>
                  </a:lnTo>
                  <a:cubicBezTo>
                    <a:pt x="3080" y="3070"/>
                    <a:pt x="3147" y="3005"/>
                    <a:pt x="3147" y="2921"/>
                  </a:cubicBezTo>
                  <a:cubicBezTo>
                    <a:pt x="3147" y="2841"/>
                    <a:pt x="3081" y="2774"/>
                    <a:pt x="2999" y="2774"/>
                  </a:cubicBezTo>
                  <a:lnTo>
                    <a:pt x="1421" y="2774"/>
                  </a:lnTo>
                  <a:cubicBezTo>
                    <a:pt x="1416" y="2773"/>
                    <a:pt x="1410" y="2773"/>
                    <a:pt x="1405" y="2773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9"/>
                    <a:pt x="19" y="2941"/>
                  </a:cubicBezTo>
                  <a:cubicBezTo>
                    <a:pt x="26" y="3009"/>
                    <a:pt x="80" y="3063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1"/>
                  </a:cubicBezTo>
                  <a:cubicBezTo>
                    <a:pt x="899" y="2841"/>
                    <a:pt x="832" y="2775"/>
                    <a:pt x="750" y="2775"/>
                  </a:cubicBezTo>
                  <a:close/>
                  <a:moveTo>
                    <a:pt x="5942" y="3350"/>
                  </a:moveTo>
                  <a:cubicBezTo>
                    <a:pt x="5846" y="3350"/>
                    <a:pt x="5769" y="3428"/>
                    <a:pt x="5769" y="3523"/>
                  </a:cubicBezTo>
                  <a:cubicBezTo>
                    <a:pt x="5769" y="3618"/>
                    <a:pt x="5846" y="3696"/>
                    <a:pt x="5942" y="3696"/>
                  </a:cubicBezTo>
                  <a:lnTo>
                    <a:pt x="5945" y="3696"/>
                  </a:lnTo>
                  <a:cubicBezTo>
                    <a:pt x="6038" y="3696"/>
                    <a:pt x="6114" y="3620"/>
                    <a:pt x="6114" y="3524"/>
                  </a:cubicBezTo>
                  <a:lnTo>
                    <a:pt x="6114" y="3523"/>
                  </a:lnTo>
                  <a:cubicBezTo>
                    <a:pt x="6114" y="3428"/>
                    <a:pt x="6037" y="3350"/>
                    <a:pt x="5942" y="3350"/>
                  </a:cubicBezTo>
                  <a:close/>
                  <a:moveTo>
                    <a:pt x="6972" y="3350"/>
                  </a:moveTo>
                  <a:cubicBezTo>
                    <a:pt x="6877" y="3350"/>
                    <a:pt x="6799" y="3428"/>
                    <a:pt x="6799" y="3523"/>
                  </a:cubicBezTo>
                  <a:cubicBezTo>
                    <a:pt x="6799" y="3618"/>
                    <a:pt x="6877" y="3696"/>
                    <a:pt x="6972" y="3696"/>
                  </a:cubicBezTo>
                  <a:lnTo>
                    <a:pt x="6975" y="3696"/>
                  </a:lnTo>
                  <a:cubicBezTo>
                    <a:pt x="7069" y="3696"/>
                    <a:pt x="7145" y="3620"/>
                    <a:pt x="7145" y="3524"/>
                  </a:cubicBezTo>
                  <a:lnTo>
                    <a:pt x="7145" y="3523"/>
                  </a:lnTo>
                  <a:cubicBezTo>
                    <a:pt x="7145" y="3428"/>
                    <a:pt x="7067" y="3350"/>
                    <a:pt x="6972" y="3350"/>
                  </a:cubicBezTo>
                  <a:close/>
                  <a:moveTo>
                    <a:pt x="8004" y="3350"/>
                  </a:moveTo>
                  <a:cubicBezTo>
                    <a:pt x="7908" y="3350"/>
                    <a:pt x="7831" y="3428"/>
                    <a:pt x="7831" y="3523"/>
                  </a:cubicBezTo>
                  <a:cubicBezTo>
                    <a:pt x="7831" y="3618"/>
                    <a:pt x="7908" y="3696"/>
                    <a:pt x="8004" y="3696"/>
                  </a:cubicBezTo>
                  <a:cubicBezTo>
                    <a:pt x="8099" y="3696"/>
                    <a:pt x="8175" y="3620"/>
                    <a:pt x="8175" y="3524"/>
                  </a:cubicBezTo>
                  <a:lnTo>
                    <a:pt x="8175" y="3523"/>
                  </a:lnTo>
                  <a:lnTo>
                    <a:pt x="8176" y="3523"/>
                  </a:lnTo>
                  <a:cubicBezTo>
                    <a:pt x="8176" y="3428"/>
                    <a:pt x="8099" y="3350"/>
                    <a:pt x="8004" y="3350"/>
                  </a:cubicBezTo>
                  <a:close/>
                  <a:moveTo>
                    <a:pt x="5428" y="3350"/>
                  </a:moveTo>
                  <a:cubicBezTo>
                    <a:pt x="5333" y="3350"/>
                    <a:pt x="5255" y="3428"/>
                    <a:pt x="5255" y="3523"/>
                  </a:cubicBezTo>
                  <a:cubicBezTo>
                    <a:pt x="5255" y="3618"/>
                    <a:pt x="5333" y="3696"/>
                    <a:pt x="5428" y="3696"/>
                  </a:cubicBezTo>
                  <a:cubicBezTo>
                    <a:pt x="5429" y="3696"/>
                    <a:pt x="5430" y="3696"/>
                    <a:pt x="5431" y="3696"/>
                  </a:cubicBezTo>
                  <a:cubicBezTo>
                    <a:pt x="5525" y="3696"/>
                    <a:pt x="5601" y="3620"/>
                    <a:pt x="5601" y="3527"/>
                  </a:cubicBezTo>
                  <a:lnTo>
                    <a:pt x="5601" y="3523"/>
                  </a:lnTo>
                  <a:cubicBezTo>
                    <a:pt x="5601" y="3428"/>
                    <a:pt x="5523" y="3350"/>
                    <a:pt x="5428" y="3350"/>
                  </a:cubicBezTo>
                  <a:close/>
                  <a:moveTo>
                    <a:pt x="6458" y="3350"/>
                  </a:moveTo>
                  <a:cubicBezTo>
                    <a:pt x="6363" y="3350"/>
                    <a:pt x="6286" y="3428"/>
                    <a:pt x="6286" y="3523"/>
                  </a:cubicBezTo>
                  <a:cubicBezTo>
                    <a:pt x="6286" y="3618"/>
                    <a:pt x="6363" y="3696"/>
                    <a:pt x="6458" y="3696"/>
                  </a:cubicBezTo>
                  <a:cubicBezTo>
                    <a:pt x="6459" y="3696"/>
                    <a:pt x="6460" y="3696"/>
                    <a:pt x="6461" y="3696"/>
                  </a:cubicBezTo>
                  <a:cubicBezTo>
                    <a:pt x="6554" y="3696"/>
                    <a:pt x="6630" y="3620"/>
                    <a:pt x="6631" y="3527"/>
                  </a:cubicBezTo>
                  <a:lnTo>
                    <a:pt x="6631" y="3523"/>
                  </a:lnTo>
                  <a:cubicBezTo>
                    <a:pt x="6631" y="3428"/>
                    <a:pt x="6554" y="3350"/>
                    <a:pt x="6458" y="3350"/>
                  </a:cubicBezTo>
                  <a:close/>
                  <a:moveTo>
                    <a:pt x="7489" y="3350"/>
                  </a:moveTo>
                  <a:cubicBezTo>
                    <a:pt x="7393" y="3350"/>
                    <a:pt x="7316" y="3428"/>
                    <a:pt x="7316" y="3523"/>
                  </a:cubicBezTo>
                  <a:cubicBezTo>
                    <a:pt x="7316" y="3618"/>
                    <a:pt x="7393" y="3696"/>
                    <a:pt x="7489" y="3696"/>
                  </a:cubicBezTo>
                  <a:cubicBezTo>
                    <a:pt x="7490" y="3696"/>
                    <a:pt x="7490" y="3696"/>
                    <a:pt x="7491" y="3696"/>
                  </a:cubicBezTo>
                  <a:cubicBezTo>
                    <a:pt x="7584" y="3696"/>
                    <a:pt x="7660" y="3620"/>
                    <a:pt x="7661" y="3527"/>
                  </a:cubicBezTo>
                  <a:lnTo>
                    <a:pt x="7661" y="3523"/>
                  </a:lnTo>
                  <a:cubicBezTo>
                    <a:pt x="7661" y="3428"/>
                    <a:pt x="7584" y="3350"/>
                    <a:pt x="7489" y="3350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5"/>
                    <a:pt x="19" y="3627"/>
                  </a:cubicBezTo>
                  <a:cubicBezTo>
                    <a:pt x="26" y="3696"/>
                    <a:pt x="80" y="3749"/>
                    <a:pt x="148" y="3758"/>
                  </a:cubicBezTo>
                  <a:lnTo>
                    <a:pt x="750" y="3758"/>
                  </a:lnTo>
                  <a:cubicBezTo>
                    <a:pt x="832" y="3758"/>
                    <a:pt x="899" y="3691"/>
                    <a:pt x="899" y="3609"/>
                  </a:cubicBezTo>
                  <a:cubicBezTo>
                    <a:pt x="899" y="3527"/>
                    <a:pt x="832" y="3462"/>
                    <a:pt x="750" y="3462"/>
                  </a:cubicBezTo>
                  <a:close/>
                  <a:moveTo>
                    <a:pt x="3309" y="3460"/>
                  </a:moveTo>
                  <a:cubicBezTo>
                    <a:pt x="3227" y="3471"/>
                    <a:pt x="3169" y="3545"/>
                    <a:pt x="3178" y="3627"/>
                  </a:cubicBezTo>
                  <a:cubicBezTo>
                    <a:pt x="3187" y="3696"/>
                    <a:pt x="3241" y="3749"/>
                    <a:pt x="3309" y="3758"/>
                  </a:cubicBezTo>
                  <a:lnTo>
                    <a:pt x="4887" y="3758"/>
                  </a:lnTo>
                  <a:cubicBezTo>
                    <a:pt x="4969" y="3758"/>
                    <a:pt x="5036" y="3691"/>
                    <a:pt x="5036" y="3608"/>
                  </a:cubicBezTo>
                  <a:cubicBezTo>
                    <a:pt x="5035" y="3527"/>
                    <a:pt x="4968" y="3460"/>
                    <a:pt x="4887" y="3460"/>
                  </a:cubicBezTo>
                  <a:close/>
                  <a:moveTo>
                    <a:pt x="148" y="4148"/>
                  </a:moveTo>
                  <a:cubicBezTo>
                    <a:pt x="66" y="4157"/>
                    <a:pt x="8" y="4232"/>
                    <a:pt x="19" y="4314"/>
                  </a:cubicBezTo>
                  <a:cubicBezTo>
                    <a:pt x="26" y="4382"/>
                    <a:pt x="80" y="4436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2" y="4148"/>
                    <a:pt x="750" y="4148"/>
                  </a:cubicBezTo>
                  <a:close/>
                  <a:moveTo>
                    <a:pt x="3309" y="4148"/>
                  </a:moveTo>
                  <a:cubicBezTo>
                    <a:pt x="3227" y="4157"/>
                    <a:pt x="3169" y="4232"/>
                    <a:pt x="3178" y="4314"/>
                  </a:cubicBezTo>
                  <a:cubicBezTo>
                    <a:pt x="3187" y="4382"/>
                    <a:pt x="3241" y="4436"/>
                    <a:pt x="3309" y="4445"/>
                  </a:cubicBezTo>
                  <a:lnTo>
                    <a:pt x="4887" y="4445"/>
                  </a:lnTo>
                  <a:cubicBezTo>
                    <a:pt x="4969" y="4445"/>
                    <a:pt x="5036" y="4378"/>
                    <a:pt x="5036" y="4294"/>
                  </a:cubicBezTo>
                  <a:cubicBezTo>
                    <a:pt x="5035" y="4214"/>
                    <a:pt x="4968" y="4148"/>
                    <a:pt x="4887" y="4148"/>
                  </a:cubicBezTo>
                  <a:close/>
                  <a:moveTo>
                    <a:pt x="5942" y="4766"/>
                  </a:moveTo>
                  <a:cubicBezTo>
                    <a:pt x="5846" y="4766"/>
                    <a:pt x="5769" y="4844"/>
                    <a:pt x="5769" y="4939"/>
                  </a:cubicBezTo>
                  <a:cubicBezTo>
                    <a:pt x="5769" y="5034"/>
                    <a:pt x="5846" y="5112"/>
                    <a:pt x="5942" y="5112"/>
                  </a:cubicBezTo>
                  <a:lnTo>
                    <a:pt x="5945" y="5112"/>
                  </a:lnTo>
                  <a:cubicBezTo>
                    <a:pt x="6038" y="5112"/>
                    <a:pt x="6114" y="5036"/>
                    <a:pt x="6114" y="4940"/>
                  </a:cubicBezTo>
                  <a:lnTo>
                    <a:pt x="6114" y="4939"/>
                  </a:lnTo>
                  <a:cubicBezTo>
                    <a:pt x="6114" y="4844"/>
                    <a:pt x="6037" y="4766"/>
                    <a:pt x="5942" y="4766"/>
                  </a:cubicBezTo>
                  <a:close/>
                  <a:moveTo>
                    <a:pt x="6972" y="4766"/>
                  </a:moveTo>
                  <a:cubicBezTo>
                    <a:pt x="6877" y="4766"/>
                    <a:pt x="6799" y="4844"/>
                    <a:pt x="6799" y="4939"/>
                  </a:cubicBezTo>
                  <a:cubicBezTo>
                    <a:pt x="6799" y="5034"/>
                    <a:pt x="6877" y="5112"/>
                    <a:pt x="6972" y="5112"/>
                  </a:cubicBezTo>
                  <a:lnTo>
                    <a:pt x="6975" y="5112"/>
                  </a:lnTo>
                  <a:cubicBezTo>
                    <a:pt x="7069" y="5112"/>
                    <a:pt x="7145" y="5036"/>
                    <a:pt x="7145" y="4940"/>
                  </a:cubicBezTo>
                  <a:lnTo>
                    <a:pt x="7145" y="4939"/>
                  </a:lnTo>
                  <a:cubicBezTo>
                    <a:pt x="7145" y="4844"/>
                    <a:pt x="7067" y="4766"/>
                    <a:pt x="6972" y="4766"/>
                  </a:cubicBezTo>
                  <a:close/>
                  <a:moveTo>
                    <a:pt x="8004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4" y="5112"/>
                  </a:cubicBezTo>
                  <a:cubicBezTo>
                    <a:pt x="8099" y="5112"/>
                    <a:pt x="8175" y="5036"/>
                    <a:pt x="8175" y="4940"/>
                  </a:cubicBezTo>
                  <a:lnTo>
                    <a:pt x="8175" y="4939"/>
                  </a:lnTo>
                  <a:lnTo>
                    <a:pt x="8176" y="4939"/>
                  </a:lnTo>
                  <a:cubicBezTo>
                    <a:pt x="8176" y="4844"/>
                    <a:pt x="8099" y="4766"/>
                    <a:pt x="8004" y="4766"/>
                  </a:cubicBezTo>
                  <a:close/>
                  <a:moveTo>
                    <a:pt x="5428" y="4766"/>
                  </a:moveTo>
                  <a:cubicBezTo>
                    <a:pt x="5333" y="4766"/>
                    <a:pt x="5255" y="4844"/>
                    <a:pt x="5255" y="4939"/>
                  </a:cubicBezTo>
                  <a:cubicBezTo>
                    <a:pt x="5255" y="5034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5" y="5112"/>
                    <a:pt x="5601" y="5036"/>
                    <a:pt x="5601" y="4943"/>
                  </a:cubicBezTo>
                  <a:lnTo>
                    <a:pt x="5601" y="4939"/>
                  </a:lnTo>
                  <a:cubicBezTo>
                    <a:pt x="5601" y="4844"/>
                    <a:pt x="5523" y="4766"/>
                    <a:pt x="5428" y="4766"/>
                  </a:cubicBezTo>
                  <a:close/>
                  <a:moveTo>
                    <a:pt x="6458" y="4766"/>
                  </a:moveTo>
                  <a:cubicBezTo>
                    <a:pt x="6363" y="4766"/>
                    <a:pt x="6286" y="4844"/>
                    <a:pt x="6286" y="4939"/>
                  </a:cubicBezTo>
                  <a:cubicBezTo>
                    <a:pt x="6286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4" y="5112"/>
                    <a:pt x="6630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4" y="4766"/>
                    <a:pt x="6458" y="4766"/>
                  </a:cubicBezTo>
                  <a:close/>
                  <a:moveTo>
                    <a:pt x="7489" y="4766"/>
                  </a:moveTo>
                  <a:cubicBezTo>
                    <a:pt x="7393" y="4766"/>
                    <a:pt x="7316" y="4844"/>
                    <a:pt x="7316" y="4939"/>
                  </a:cubicBezTo>
                  <a:cubicBezTo>
                    <a:pt x="7316" y="5034"/>
                    <a:pt x="7393" y="5112"/>
                    <a:pt x="7489" y="5112"/>
                  </a:cubicBezTo>
                  <a:cubicBezTo>
                    <a:pt x="7490" y="5112"/>
                    <a:pt x="7490" y="5112"/>
                    <a:pt x="7491" y="5112"/>
                  </a:cubicBezTo>
                  <a:cubicBezTo>
                    <a:pt x="7584" y="5112"/>
                    <a:pt x="7660" y="5036"/>
                    <a:pt x="7661" y="4943"/>
                  </a:cubicBezTo>
                  <a:lnTo>
                    <a:pt x="7661" y="4939"/>
                  </a:lnTo>
                  <a:cubicBezTo>
                    <a:pt x="7661" y="4844"/>
                    <a:pt x="7584" y="4766"/>
                    <a:pt x="7489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8" y="4919"/>
                    <a:pt x="19" y="5001"/>
                  </a:cubicBezTo>
                  <a:cubicBezTo>
                    <a:pt x="26" y="5068"/>
                    <a:pt x="80" y="5123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5"/>
                    <a:pt x="899" y="4984"/>
                  </a:cubicBezTo>
                  <a:cubicBezTo>
                    <a:pt x="899" y="4902"/>
                    <a:pt x="832" y="4835"/>
                    <a:pt x="750" y="4835"/>
                  </a:cubicBezTo>
                  <a:close/>
                  <a:moveTo>
                    <a:pt x="3309" y="4835"/>
                  </a:moveTo>
                  <a:cubicBezTo>
                    <a:pt x="3227" y="4844"/>
                    <a:pt x="3169" y="4918"/>
                    <a:pt x="3178" y="5000"/>
                  </a:cubicBezTo>
                  <a:cubicBezTo>
                    <a:pt x="3187" y="5068"/>
                    <a:pt x="3241" y="5122"/>
                    <a:pt x="3309" y="5131"/>
                  </a:cubicBezTo>
                  <a:lnTo>
                    <a:pt x="4887" y="5131"/>
                  </a:lnTo>
                  <a:cubicBezTo>
                    <a:pt x="4969" y="5131"/>
                    <a:pt x="5035" y="5065"/>
                    <a:pt x="5036" y="4984"/>
                  </a:cubicBezTo>
                  <a:cubicBezTo>
                    <a:pt x="5036" y="4902"/>
                    <a:pt x="4969" y="4835"/>
                    <a:pt x="4887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4779175" y="4910650"/>
              <a:ext cx="1850" cy="300"/>
            </a:xfrm>
            <a:custGeom>
              <a:avLst/>
              <a:gdLst/>
              <a:ahLst/>
              <a:cxnLst/>
              <a:rect l="l" t="t" r="r" b="b"/>
              <a:pathLst>
                <a:path w="74" h="12" extrusionOk="0">
                  <a:moveTo>
                    <a:pt x="1" y="1"/>
                  </a:moveTo>
                  <a:lnTo>
                    <a:pt x="74" y="1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4776500" y="4907975"/>
              <a:ext cx="7175" cy="5600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06" y="1"/>
                  </a:moveTo>
                  <a:cubicBezTo>
                    <a:pt x="55" y="1"/>
                    <a:pt x="10" y="39"/>
                    <a:pt x="2" y="91"/>
                  </a:cubicBezTo>
                  <a:cubicBezTo>
                    <a:pt x="0" y="97"/>
                    <a:pt x="0" y="102"/>
                    <a:pt x="0" y="108"/>
                  </a:cubicBezTo>
                  <a:cubicBezTo>
                    <a:pt x="0" y="160"/>
                    <a:pt x="39" y="205"/>
                    <a:pt x="91" y="214"/>
                  </a:cubicBezTo>
                  <a:lnTo>
                    <a:pt x="164" y="224"/>
                  </a:lnTo>
                  <a:lnTo>
                    <a:pt x="181" y="224"/>
                  </a:lnTo>
                  <a:cubicBezTo>
                    <a:pt x="233" y="224"/>
                    <a:pt x="277" y="187"/>
                    <a:pt x="285" y="133"/>
                  </a:cubicBezTo>
                  <a:cubicBezTo>
                    <a:pt x="286" y="129"/>
                    <a:pt x="286" y="123"/>
                    <a:pt x="286" y="118"/>
                  </a:cubicBezTo>
                  <a:cubicBezTo>
                    <a:pt x="286" y="66"/>
                    <a:pt x="249" y="20"/>
                    <a:pt x="195" y="12"/>
                  </a:cubicBezTo>
                  <a:lnTo>
                    <a:pt x="122" y="2"/>
                  </a:lnTo>
                  <a:cubicBezTo>
                    <a:pt x="117" y="1"/>
                    <a:pt x="112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4804825" y="4914350"/>
              <a:ext cx="23625" cy="2650"/>
            </a:xfrm>
            <a:custGeom>
              <a:avLst/>
              <a:gdLst/>
              <a:ahLst/>
              <a:cxnLst/>
              <a:rect l="l" t="t" r="r" b="b"/>
              <a:pathLst>
                <a:path w="945" h="106" extrusionOk="0">
                  <a:moveTo>
                    <a:pt x="0" y="0"/>
                  </a:moveTo>
                  <a:cubicBezTo>
                    <a:pt x="49" y="6"/>
                    <a:pt x="97" y="12"/>
                    <a:pt x="146" y="18"/>
                  </a:cubicBezTo>
                  <a:lnTo>
                    <a:pt x="146" y="18"/>
                  </a:lnTo>
                  <a:cubicBezTo>
                    <a:pt x="97" y="12"/>
                    <a:pt x="49" y="6"/>
                    <a:pt x="0" y="0"/>
                  </a:cubicBezTo>
                  <a:close/>
                  <a:moveTo>
                    <a:pt x="146" y="18"/>
                  </a:moveTo>
                  <a:lnTo>
                    <a:pt x="146" y="18"/>
                  </a:lnTo>
                  <a:cubicBezTo>
                    <a:pt x="370" y="46"/>
                    <a:pt x="593" y="71"/>
                    <a:pt x="815" y="93"/>
                  </a:cubicBezTo>
                  <a:lnTo>
                    <a:pt x="815" y="93"/>
                  </a:lnTo>
                  <a:cubicBezTo>
                    <a:pt x="593" y="69"/>
                    <a:pt x="369" y="45"/>
                    <a:pt x="146" y="18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6" y="95"/>
                  </a:cubicBezTo>
                  <a:lnTo>
                    <a:pt x="911" y="103"/>
                  </a:lnTo>
                  <a:lnTo>
                    <a:pt x="911" y="103"/>
                  </a:lnTo>
                  <a:cubicBezTo>
                    <a:pt x="879" y="100"/>
                    <a:pt x="847" y="96"/>
                    <a:pt x="815" y="93"/>
                  </a:cubicBezTo>
                  <a:close/>
                  <a:moveTo>
                    <a:pt x="911" y="103"/>
                  </a:moveTo>
                  <a:cubicBezTo>
                    <a:pt x="922" y="104"/>
                    <a:pt x="933" y="105"/>
                    <a:pt x="944" y="106"/>
                  </a:cubicBezTo>
                  <a:lnTo>
                    <a:pt x="911" y="10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4801950" y="4911675"/>
              <a:ext cx="29300" cy="8025"/>
            </a:xfrm>
            <a:custGeom>
              <a:avLst/>
              <a:gdLst/>
              <a:ahLst/>
              <a:cxnLst/>
              <a:rect l="l" t="t" r="r" b="b"/>
              <a:pathLst>
                <a:path w="1172" h="321" extrusionOk="0">
                  <a:moveTo>
                    <a:pt x="115" y="1"/>
                  </a:moveTo>
                  <a:cubicBezTo>
                    <a:pt x="62" y="1"/>
                    <a:pt x="16" y="39"/>
                    <a:pt x="8" y="94"/>
                  </a:cubicBezTo>
                  <a:cubicBezTo>
                    <a:pt x="1" y="152"/>
                    <a:pt x="42" y="205"/>
                    <a:pt x="101" y="213"/>
                  </a:cubicBezTo>
                  <a:cubicBezTo>
                    <a:pt x="171" y="222"/>
                    <a:pt x="239" y="229"/>
                    <a:pt x="307" y="238"/>
                  </a:cubicBezTo>
                  <a:cubicBezTo>
                    <a:pt x="574" y="271"/>
                    <a:pt x="818" y="298"/>
                    <a:pt x="1049" y="320"/>
                  </a:cubicBezTo>
                  <a:lnTo>
                    <a:pt x="1059" y="320"/>
                  </a:lnTo>
                  <a:cubicBezTo>
                    <a:pt x="1114" y="320"/>
                    <a:pt x="1161" y="278"/>
                    <a:pt x="1165" y="223"/>
                  </a:cubicBezTo>
                  <a:cubicBezTo>
                    <a:pt x="1171" y="165"/>
                    <a:pt x="1128" y="113"/>
                    <a:pt x="1070" y="107"/>
                  </a:cubicBezTo>
                  <a:lnTo>
                    <a:pt x="934" y="94"/>
                  </a:lnTo>
                  <a:cubicBezTo>
                    <a:pt x="735" y="71"/>
                    <a:pt x="535" y="51"/>
                    <a:pt x="334" y="27"/>
                  </a:cubicBezTo>
                  <a:cubicBezTo>
                    <a:pt x="267" y="18"/>
                    <a:pt x="199" y="10"/>
                    <a:pt x="129" y="1"/>
                  </a:cubicBezTo>
                  <a:cubicBezTo>
                    <a:pt x="124" y="1"/>
                    <a:pt x="120" y="1"/>
                    <a:pt x="1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5252950" y="3360675"/>
              <a:ext cx="3575" cy="1250"/>
            </a:xfrm>
            <a:custGeom>
              <a:avLst/>
              <a:gdLst/>
              <a:ahLst/>
              <a:cxnLst/>
              <a:rect l="l" t="t" r="r" b="b"/>
              <a:pathLst>
                <a:path w="143" h="50" extrusionOk="0">
                  <a:moveTo>
                    <a:pt x="1" y="0"/>
                  </a:moveTo>
                  <a:lnTo>
                    <a:pt x="45" y="17"/>
                  </a:lnTo>
                  <a:lnTo>
                    <a:pt x="142" y="50"/>
                  </a:lnTo>
                  <a:lnTo>
                    <a:pt x="142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5249975" y="3358000"/>
              <a:ext cx="9525" cy="6575"/>
            </a:xfrm>
            <a:custGeom>
              <a:avLst/>
              <a:gdLst/>
              <a:ahLst/>
              <a:cxnLst/>
              <a:rect l="l" t="t" r="r" b="b"/>
              <a:pathLst>
                <a:path w="381" h="263" extrusionOk="0">
                  <a:moveTo>
                    <a:pt x="120" y="0"/>
                  </a:moveTo>
                  <a:cubicBezTo>
                    <a:pt x="77" y="0"/>
                    <a:pt x="36" y="27"/>
                    <a:pt x="20" y="70"/>
                  </a:cubicBezTo>
                  <a:cubicBezTo>
                    <a:pt x="1" y="125"/>
                    <a:pt x="27" y="186"/>
                    <a:pt x="82" y="207"/>
                  </a:cubicBezTo>
                  <a:lnTo>
                    <a:pt x="227" y="258"/>
                  </a:lnTo>
                  <a:cubicBezTo>
                    <a:pt x="239" y="261"/>
                    <a:pt x="249" y="262"/>
                    <a:pt x="261" y="262"/>
                  </a:cubicBezTo>
                  <a:cubicBezTo>
                    <a:pt x="304" y="262"/>
                    <a:pt x="346" y="236"/>
                    <a:pt x="361" y="191"/>
                  </a:cubicBezTo>
                  <a:cubicBezTo>
                    <a:pt x="380" y="134"/>
                    <a:pt x="350" y="75"/>
                    <a:pt x="295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4811750" y="4674325"/>
              <a:ext cx="539975" cy="642400"/>
            </a:xfrm>
            <a:custGeom>
              <a:avLst/>
              <a:gdLst/>
              <a:ahLst/>
              <a:cxnLst/>
              <a:rect l="l" t="t" r="r" b="b"/>
              <a:pathLst>
                <a:path w="21599" h="25696" extrusionOk="0">
                  <a:moveTo>
                    <a:pt x="0" y="1"/>
                  </a:moveTo>
                  <a:lnTo>
                    <a:pt x="0" y="14896"/>
                  </a:lnTo>
                  <a:cubicBezTo>
                    <a:pt x="0" y="20861"/>
                    <a:pt x="4835" y="25695"/>
                    <a:pt x="10800" y="25695"/>
                  </a:cubicBezTo>
                  <a:cubicBezTo>
                    <a:pt x="16764" y="25695"/>
                    <a:pt x="21599" y="20861"/>
                    <a:pt x="21599" y="14896"/>
                  </a:cubicBezTo>
                  <a:lnTo>
                    <a:pt x="21599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4809075" y="4671650"/>
              <a:ext cx="545325" cy="647700"/>
            </a:xfrm>
            <a:custGeom>
              <a:avLst/>
              <a:gdLst/>
              <a:ahLst/>
              <a:cxnLst/>
              <a:rect l="l" t="t" r="r" b="b"/>
              <a:pathLst>
                <a:path w="21813" h="25908" extrusionOk="0">
                  <a:moveTo>
                    <a:pt x="215" y="215"/>
                  </a:moveTo>
                  <a:lnTo>
                    <a:pt x="21599" y="585"/>
                  </a:lnTo>
                  <a:lnTo>
                    <a:pt x="21599" y="15003"/>
                  </a:lnTo>
                  <a:cubicBezTo>
                    <a:pt x="21599" y="20899"/>
                    <a:pt x="16803" y="25695"/>
                    <a:pt x="10907" y="25695"/>
                  </a:cubicBezTo>
                  <a:cubicBezTo>
                    <a:pt x="5010" y="25695"/>
                    <a:pt x="215" y="20899"/>
                    <a:pt x="215" y="15003"/>
                  </a:cubicBezTo>
                  <a:lnTo>
                    <a:pt x="215" y="215"/>
                  </a:lnTo>
                  <a:close/>
                  <a:moveTo>
                    <a:pt x="103" y="0"/>
                  </a:moveTo>
                  <a:cubicBezTo>
                    <a:pt x="73" y="0"/>
                    <a:pt x="51" y="12"/>
                    <a:pt x="33" y="32"/>
                  </a:cubicBezTo>
                  <a:cubicBezTo>
                    <a:pt x="12" y="51"/>
                    <a:pt x="0" y="78"/>
                    <a:pt x="0" y="108"/>
                  </a:cubicBezTo>
                  <a:lnTo>
                    <a:pt x="0" y="15003"/>
                  </a:lnTo>
                  <a:cubicBezTo>
                    <a:pt x="0" y="21017"/>
                    <a:pt x="4893" y="25908"/>
                    <a:pt x="10907" y="25908"/>
                  </a:cubicBezTo>
                  <a:cubicBezTo>
                    <a:pt x="16920" y="25908"/>
                    <a:pt x="21813" y="21017"/>
                    <a:pt x="21813" y="15003"/>
                  </a:cubicBezTo>
                  <a:lnTo>
                    <a:pt x="21813" y="480"/>
                  </a:lnTo>
                  <a:cubicBezTo>
                    <a:pt x="21813" y="422"/>
                    <a:pt x="21765" y="374"/>
                    <a:pt x="21707" y="374"/>
                  </a:cubicBezTo>
                  <a:lnTo>
                    <a:pt x="109" y="0"/>
                  </a:lnTo>
                  <a:cubicBezTo>
                    <a:pt x="107" y="0"/>
                    <a:pt x="105" y="0"/>
                    <a:pt x="1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5232225" y="4898700"/>
              <a:ext cx="65000" cy="94025"/>
            </a:xfrm>
            <a:custGeom>
              <a:avLst/>
              <a:gdLst/>
              <a:ahLst/>
              <a:cxnLst/>
              <a:rect l="l" t="t" r="r" b="b"/>
              <a:pathLst>
                <a:path w="2600" h="3761" extrusionOk="0">
                  <a:moveTo>
                    <a:pt x="1299" y="1"/>
                  </a:moveTo>
                  <a:cubicBezTo>
                    <a:pt x="582" y="1"/>
                    <a:pt x="0" y="841"/>
                    <a:pt x="0" y="1880"/>
                  </a:cubicBezTo>
                  <a:cubicBezTo>
                    <a:pt x="0" y="2918"/>
                    <a:pt x="581" y="3760"/>
                    <a:pt x="1299" y="3760"/>
                  </a:cubicBezTo>
                  <a:cubicBezTo>
                    <a:pt x="2018" y="3760"/>
                    <a:pt x="2600" y="2918"/>
                    <a:pt x="2600" y="1880"/>
                  </a:cubicBezTo>
                  <a:cubicBezTo>
                    <a:pt x="2600" y="841"/>
                    <a:pt x="2016" y="1"/>
                    <a:pt x="1299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5229550" y="4896025"/>
              <a:ext cx="70375" cy="99375"/>
            </a:xfrm>
            <a:custGeom>
              <a:avLst/>
              <a:gdLst/>
              <a:ahLst/>
              <a:cxnLst/>
              <a:rect l="l" t="t" r="r" b="b"/>
              <a:pathLst>
                <a:path w="2815" h="3975" extrusionOk="0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0"/>
                    <a:pt x="1406" y="3760"/>
                  </a:cubicBezTo>
                  <a:cubicBezTo>
                    <a:pt x="749" y="3760"/>
                    <a:pt x="215" y="2964"/>
                    <a:pt x="215" y="1987"/>
                  </a:cubicBezTo>
                  <a:cubicBezTo>
                    <a:pt x="215" y="1010"/>
                    <a:pt x="74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5232225" y="5059450"/>
              <a:ext cx="65000" cy="94000"/>
            </a:xfrm>
            <a:custGeom>
              <a:avLst/>
              <a:gdLst/>
              <a:ahLst/>
              <a:cxnLst/>
              <a:rect l="l" t="t" r="r" b="b"/>
              <a:pathLst>
                <a:path w="2600" h="3760" extrusionOk="0">
                  <a:moveTo>
                    <a:pt x="1299" y="0"/>
                  </a:moveTo>
                  <a:cubicBezTo>
                    <a:pt x="582" y="0"/>
                    <a:pt x="0" y="852"/>
                    <a:pt x="0" y="1879"/>
                  </a:cubicBezTo>
                  <a:cubicBezTo>
                    <a:pt x="0" y="2906"/>
                    <a:pt x="581" y="3760"/>
                    <a:pt x="1299" y="3760"/>
                  </a:cubicBezTo>
                  <a:cubicBezTo>
                    <a:pt x="2018" y="3760"/>
                    <a:pt x="2600" y="2917"/>
                    <a:pt x="2600" y="1879"/>
                  </a:cubicBezTo>
                  <a:cubicBezTo>
                    <a:pt x="2600" y="843"/>
                    <a:pt x="2016" y="0"/>
                    <a:pt x="1299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5229550" y="5056750"/>
              <a:ext cx="70375" cy="99375"/>
            </a:xfrm>
            <a:custGeom>
              <a:avLst/>
              <a:gdLst/>
              <a:ahLst/>
              <a:cxnLst/>
              <a:rect l="l" t="t" r="r" b="b"/>
              <a:pathLst>
                <a:path w="2815" h="3975" extrusionOk="0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2"/>
                    <a:pt x="1406" y="3762"/>
                  </a:cubicBezTo>
                  <a:cubicBezTo>
                    <a:pt x="749" y="3762"/>
                    <a:pt x="215" y="2947"/>
                    <a:pt x="215" y="1987"/>
                  </a:cubicBezTo>
                  <a:cubicBezTo>
                    <a:pt x="215" y="1027"/>
                    <a:pt x="75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4441675" y="3321075"/>
              <a:ext cx="1197300" cy="1599800"/>
            </a:xfrm>
            <a:custGeom>
              <a:avLst/>
              <a:gdLst/>
              <a:ahLst/>
              <a:cxnLst/>
              <a:rect l="l" t="t" r="r" b="b"/>
              <a:pathLst>
                <a:path w="47892" h="63992" extrusionOk="0">
                  <a:moveTo>
                    <a:pt x="23543" y="0"/>
                  </a:moveTo>
                  <a:cubicBezTo>
                    <a:pt x="21917" y="0"/>
                    <a:pt x="20292" y="147"/>
                    <a:pt x="18686" y="441"/>
                  </a:cubicBezTo>
                  <a:cubicBezTo>
                    <a:pt x="8131" y="2383"/>
                    <a:pt x="2307" y="12573"/>
                    <a:pt x="1458" y="16821"/>
                  </a:cubicBezTo>
                  <a:cubicBezTo>
                    <a:pt x="609" y="21069"/>
                    <a:pt x="970" y="29441"/>
                    <a:pt x="970" y="32236"/>
                  </a:cubicBezTo>
                  <a:cubicBezTo>
                    <a:pt x="970" y="35029"/>
                    <a:pt x="0" y="39514"/>
                    <a:pt x="1577" y="43884"/>
                  </a:cubicBezTo>
                  <a:cubicBezTo>
                    <a:pt x="3155" y="48252"/>
                    <a:pt x="6794" y="56252"/>
                    <a:pt x="7762" y="58320"/>
                  </a:cubicBezTo>
                  <a:cubicBezTo>
                    <a:pt x="8730" y="60389"/>
                    <a:pt x="9824" y="62932"/>
                    <a:pt x="13465" y="63539"/>
                  </a:cubicBezTo>
                  <a:cubicBezTo>
                    <a:pt x="13475" y="63555"/>
                    <a:pt x="13487" y="63572"/>
                    <a:pt x="13501" y="63588"/>
                  </a:cubicBezTo>
                  <a:lnTo>
                    <a:pt x="13574" y="63599"/>
                  </a:lnTo>
                  <a:cubicBezTo>
                    <a:pt x="14175" y="63692"/>
                    <a:pt x="14772" y="63767"/>
                    <a:pt x="15363" y="63829"/>
                  </a:cubicBezTo>
                  <a:lnTo>
                    <a:pt x="15473" y="63840"/>
                  </a:lnTo>
                  <a:cubicBezTo>
                    <a:pt x="15817" y="63873"/>
                    <a:pt x="16158" y="63901"/>
                    <a:pt x="16495" y="63925"/>
                  </a:cubicBezTo>
                  <a:cubicBezTo>
                    <a:pt x="16831" y="63946"/>
                    <a:pt x="17162" y="63963"/>
                    <a:pt x="17488" y="63975"/>
                  </a:cubicBezTo>
                  <a:cubicBezTo>
                    <a:pt x="17812" y="63986"/>
                    <a:pt x="18130" y="63992"/>
                    <a:pt x="18441" y="63992"/>
                  </a:cubicBezTo>
                  <a:cubicBezTo>
                    <a:pt x="20064" y="63992"/>
                    <a:pt x="21490" y="63842"/>
                    <a:pt x="22519" y="63539"/>
                  </a:cubicBezTo>
                  <a:cubicBezTo>
                    <a:pt x="24584" y="62930"/>
                    <a:pt x="38780" y="55771"/>
                    <a:pt x="40842" y="53589"/>
                  </a:cubicBezTo>
                  <a:cubicBezTo>
                    <a:pt x="42335" y="52000"/>
                    <a:pt x="43264" y="45020"/>
                    <a:pt x="43654" y="41333"/>
                  </a:cubicBezTo>
                  <a:lnTo>
                    <a:pt x="43654" y="41333"/>
                  </a:lnTo>
                  <a:cubicBezTo>
                    <a:pt x="43098" y="41546"/>
                    <a:pt x="42505" y="41656"/>
                    <a:pt x="41908" y="41656"/>
                  </a:cubicBezTo>
                  <a:cubicBezTo>
                    <a:pt x="38093" y="41656"/>
                    <a:pt x="35001" y="37179"/>
                    <a:pt x="35001" y="31665"/>
                  </a:cubicBezTo>
                  <a:cubicBezTo>
                    <a:pt x="35001" y="26153"/>
                    <a:pt x="38093" y="21678"/>
                    <a:pt x="41908" y="21678"/>
                  </a:cubicBezTo>
                  <a:cubicBezTo>
                    <a:pt x="44299" y="21678"/>
                    <a:pt x="46406" y="23435"/>
                    <a:pt x="47645" y="26104"/>
                  </a:cubicBezTo>
                  <a:cubicBezTo>
                    <a:pt x="47814" y="24839"/>
                    <a:pt x="47892" y="23561"/>
                    <a:pt x="47878" y="22285"/>
                  </a:cubicBezTo>
                  <a:cubicBezTo>
                    <a:pt x="47759" y="14397"/>
                    <a:pt x="41208" y="6267"/>
                    <a:pt x="36840" y="3597"/>
                  </a:cubicBezTo>
                  <a:lnTo>
                    <a:pt x="36838" y="3597"/>
                  </a:lnTo>
                  <a:cubicBezTo>
                    <a:pt x="36838" y="3597"/>
                    <a:pt x="36688" y="3499"/>
                    <a:pt x="36412" y="3343"/>
                  </a:cubicBezTo>
                  <a:cubicBezTo>
                    <a:pt x="36235" y="3243"/>
                    <a:pt x="36004" y="3117"/>
                    <a:pt x="35726" y="2975"/>
                  </a:cubicBezTo>
                  <a:lnTo>
                    <a:pt x="35706" y="2975"/>
                  </a:lnTo>
                  <a:lnTo>
                    <a:pt x="35431" y="2835"/>
                  </a:lnTo>
                  <a:lnTo>
                    <a:pt x="35397" y="2819"/>
                  </a:lnTo>
                  <a:lnTo>
                    <a:pt x="35103" y="2677"/>
                  </a:lnTo>
                  <a:lnTo>
                    <a:pt x="35050" y="2652"/>
                  </a:lnTo>
                  <a:lnTo>
                    <a:pt x="34736" y="2508"/>
                  </a:lnTo>
                  <a:lnTo>
                    <a:pt x="34672" y="2478"/>
                  </a:lnTo>
                  <a:lnTo>
                    <a:pt x="34331" y="2326"/>
                  </a:lnTo>
                  <a:lnTo>
                    <a:pt x="34265" y="2299"/>
                  </a:lnTo>
                  <a:lnTo>
                    <a:pt x="33891" y="2141"/>
                  </a:lnTo>
                  <a:lnTo>
                    <a:pt x="33728" y="2074"/>
                  </a:lnTo>
                  <a:lnTo>
                    <a:pt x="33422" y="1954"/>
                  </a:lnTo>
                  <a:lnTo>
                    <a:pt x="33229" y="1878"/>
                  </a:lnTo>
                  <a:lnTo>
                    <a:pt x="32947" y="1772"/>
                  </a:lnTo>
                  <a:lnTo>
                    <a:pt x="32947" y="1772"/>
                  </a:lnTo>
                  <a:lnTo>
                    <a:pt x="33086" y="1823"/>
                  </a:lnTo>
                  <a:lnTo>
                    <a:pt x="33011" y="1793"/>
                  </a:lnTo>
                  <a:lnTo>
                    <a:pt x="32755" y="1702"/>
                  </a:lnTo>
                  <a:lnTo>
                    <a:pt x="32498" y="1610"/>
                  </a:lnTo>
                  <a:lnTo>
                    <a:pt x="32216" y="1511"/>
                  </a:lnTo>
                  <a:lnTo>
                    <a:pt x="31932" y="1418"/>
                  </a:lnTo>
                  <a:lnTo>
                    <a:pt x="32070" y="1462"/>
                  </a:lnTo>
                  <a:lnTo>
                    <a:pt x="31913" y="1409"/>
                  </a:lnTo>
                  <a:cubicBezTo>
                    <a:pt x="31680" y="1333"/>
                    <a:pt x="31439" y="1258"/>
                    <a:pt x="31192" y="1185"/>
                  </a:cubicBezTo>
                  <a:lnTo>
                    <a:pt x="30979" y="1124"/>
                  </a:lnTo>
                  <a:lnTo>
                    <a:pt x="30961" y="1124"/>
                  </a:lnTo>
                  <a:cubicBezTo>
                    <a:pt x="30789" y="1072"/>
                    <a:pt x="30613" y="1023"/>
                    <a:pt x="30433" y="977"/>
                  </a:cubicBezTo>
                  <a:lnTo>
                    <a:pt x="30186" y="888"/>
                  </a:lnTo>
                  <a:lnTo>
                    <a:pt x="29590" y="742"/>
                  </a:lnTo>
                  <a:lnTo>
                    <a:pt x="29401" y="696"/>
                  </a:lnTo>
                  <a:lnTo>
                    <a:pt x="29603" y="678"/>
                  </a:lnTo>
                  <a:lnTo>
                    <a:pt x="29474" y="649"/>
                  </a:lnTo>
                  <a:cubicBezTo>
                    <a:pt x="29242" y="599"/>
                    <a:pt x="29008" y="550"/>
                    <a:pt x="28770" y="503"/>
                  </a:cubicBezTo>
                  <a:lnTo>
                    <a:pt x="28741" y="503"/>
                  </a:lnTo>
                  <a:cubicBezTo>
                    <a:pt x="28490" y="456"/>
                    <a:pt x="28232" y="411"/>
                    <a:pt x="27971" y="367"/>
                  </a:cubicBezTo>
                  <a:cubicBezTo>
                    <a:pt x="26505" y="122"/>
                    <a:pt x="25024" y="0"/>
                    <a:pt x="23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4448775" y="3318375"/>
              <a:ext cx="1192850" cy="1605175"/>
            </a:xfrm>
            <a:custGeom>
              <a:avLst/>
              <a:gdLst/>
              <a:ahLst/>
              <a:cxnLst/>
              <a:rect l="l" t="t" r="r" b="b"/>
              <a:pathLst>
                <a:path w="47714" h="64207" extrusionOk="0">
                  <a:moveTo>
                    <a:pt x="23259" y="214"/>
                  </a:moveTo>
                  <a:cubicBezTo>
                    <a:pt x="24732" y="214"/>
                    <a:pt x="26205" y="335"/>
                    <a:pt x="27670" y="579"/>
                  </a:cubicBezTo>
                  <a:cubicBezTo>
                    <a:pt x="27929" y="623"/>
                    <a:pt x="28186" y="670"/>
                    <a:pt x="28457" y="717"/>
                  </a:cubicBezTo>
                  <a:lnTo>
                    <a:pt x="28465" y="716"/>
                  </a:lnTo>
                  <a:cubicBezTo>
                    <a:pt x="28651" y="751"/>
                    <a:pt x="28832" y="790"/>
                    <a:pt x="29013" y="829"/>
                  </a:cubicBezTo>
                  <a:cubicBezTo>
                    <a:pt x="29022" y="866"/>
                    <a:pt x="29051" y="896"/>
                    <a:pt x="29090" y="906"/>
                  </a:cubicBezTo>
                  <a:lnTo>
                    <a:pt x="29864" y="1095"/>
                  </a:lnTo>
                  <a:lnTo>
                    <a:pt x="30122" y="1188"/>
                  </a:lnTo>
                  <a:cubicBezTo>
                    <a:pt x="30299" y="1234"/>
                    <a:pt x="30475" y="1283"/>
                    <a:pt x="30647" y="1334"/>
                  </a:cubicBezTo>
                  <a:cubicBezTo>
                    <a:pt x="30656" y="1337"/>
                    <a:pt x="30667" y="1338"/>
                    <a:pt x="30677" y="1338"/>
                  </a:cubicBezTo>
                  <a:lnTo>
                    <a:pt x="30878" y="1396"/>
                  </a:lnTo>
                  <a:cubicBezTo>
                    <a:pt x="31124" y="1468"/>
                    <a:pt x="31364" y="1542"/>
                    <a:pt x="31594" y="1618"/>
                  </a:cubicBezTo>
                  <a:lnTo>
                    <a:pt x="31596" y="1618"/>
                  </a:lnTo>
                  <a:cubicBezTo>
                    <a:pt x="31602" y="1622"/>
                    <a:pt x="31608" y="1625"/>
                    <a:pt x="31614" y="1627"/>
                  </a:cubicBezTo>
                  <a:lnTo>
                    <a:pt x="32610" y="1972"/>
                  </a:lnTo>
                  <a:cubicBezTo>
                    <a:pt x="32614" y="1975"/>
                    <a:pt x="32620" y="1977"/>
                    <a:pt x="32625" y="1980"/>
                  </a:cubicBezTo>
                  <a:lnTo>
                    <a:pt x="32906" y="2086"/>
                  </a:lnTo>
                  <a:lnTo>
                    <a:pt x="33939" y="2505"/>
                  </a:lnTo>
                  <a:lnTo>
                    <a:pt x="34718" y="2857"/>
                  </a:lnTo>
                  <a:lnTo>
                    <a:pt x="35373" y="3178"/>
                  </a:lnTo>
                  <a:cubicBezTo>
                    <a:pt x="35382" y="3181"/>
                    <a:pt x="35397" y="3184"/>
                    <a:pt x="35411" y="3187"/>
                  </a:cubicBezTo>
                  <a:cubicBezTo>
                    <a:pt x="35644" y="3306"/>
                    <a:pt x="35868" y="3427"/>
                    <a:pt x="36075" y="3545"/>
                  </a:cubicBezTo>
                  <a:cubicBezTo>
                    <a:pt x="36344" y="3697"/>
                    <a:pt x="36494" y="3793"/>
                    <a:pt x="36496" y="3795"/>
                  </a:cubicBezTo>
                  <a:cubicBezTo>
                    <a:pt x="36497" y="3795"/>
                    <a:pt x="36497" y="3796"/>
                    <a:pt x="36499" y="3796"/>
                  </a:cubicBezTo>
                  <a:cubicBezTo>
                    <a:pt x="40917" y="6494"/>
                    <a:pt x="47371" y="14672"/>
                    <a:pt x="47487" y="22393"/>
                  </a:cubicBezTo>
                  <a:cubicBezTo>
                    <a:pt x="47499" y="23541"/>
                    <a:pt x="47437" y="24700"/>
                    <a:pt x="47300" y="25842"/>
                  </a:cubicBezTo>
                  <a:cubicBezTo>
                    <a:pt x="45980" y="23227"/>
                    <a:pt x="43880" y="21678"/>
                    <a:pt x="41624" y="21678"/>
                  </a:cubicBezTo>
                  <a:cubicBezTo>
                    <a:pt x="37756" y="21678"/>
                    <a:pt x="34610" y="26206"/>
                    <a:pt x="34610" y="31773"/>
                  </a:cubicBezTo>
                  <a:cubicBezTo>
                    <a:pt x="34610" y="37342"/>
                    <a:pt x="37756" y="41871"/>
                    <a:pt x="41624" y="41871"/>
                  </a:cubicBezTo>
                  <a:cubicBezTo>
                    <a:pt x="42178" y="41870"/>
                    <a:pt x="42723" y="41779"/>
                    <a:pt x="43245" y="41599"/>
                  </a:cubicBezTo>
                  <a:lnTo>
                    <a:pt x="43245" y="41599"/>
                  </a:lnTo>
                  <a:cubicBezTo>
                    <a:pt x="42900" y="44818"/>
                    <a:pt x="41972" y="52035"/>
                    <a:pt x="40480" y="53622"/>
                  </a:cubicBezTo>
                  <a:cubicBezTo>
                    <a:pt x="38390" y="55836"/>
                    <a:pt x="24096" y="62988"/>
                    <a:pt x="22204" y="63544"/>
                  </a:cubicBezTo>
                  <a:cubicBezTo>
                    <a:pt x="21204" y="63839"/>
                    <a:pt x="19784" y="63994"/>
                    <a:pt x="18140" y="63994"/>
                  </a:cubicBezTo>
                  <a:cubicBezTo>
                    <a:pt x="17837" y="63994"/>
                    <a:pt x="17526" y="63988"/>
                    <a:pt x="17208" y="63978"/>
                  </a:cubicBezTo>
                  <a:cubicBezTo>
                    <a:pt x="16882" y="63964"/>
                    <a:pt x="16553" y="63948"/>
                    <a:pt x="16217" y="63926"/>
                  </a:cubicBezTo>
                  <a:cubicBezTo>
                    <a:pt x="15853" y="63900"/>
                    <a:pt x="15520" y="63873"/>
                    <a:pt x="15198" y="63841"/>
                  </a:cubicBezTo>
                  <a:lnTo>
                    <a:pt x="15090" y="63830"/>
                  </a:lnTo>
                  <a:cubicBezTo>
                    <a:pt x="14452" y="63763"/>
                    <a:pt x="13869" y="63689"/>
                    <a:pt x="13304" y="63601"/>
                  </a:cubicBezTo>
                  <a:lnTo>
                    <a:pt x="13275" y="63596"/>
                  </a:lnTo>
                  <a:cubicBezTo>
                    <a:pt x="13273" y="63594"/>
                    <a:pt x="13272" y="63592"/>
                    <a:pt x="13270" y="63589"/>
                  </a:cubicBezTo>
                  <a:cubicBezTo>
                    <a:pt x="13254" y="63564"/>
                    <a:pt x="13227" y="63546"/>
                    <a:pt x="13197" y="63541"/>
                  </a:cubicBezTo>
                  <a:cubicBezTo>
                    <a:pt x="9710" y="62959"/>
                    <a:pt x="8617" y="60617"/>
                    <a:pt x="7652" y="58550"/>
                  </a:cubicBezTo>
                  <a:lnTo>
                    <a:pt x="7573" y="58384"/>
                  </a:lnTo>
                  <a:cubicBezTo>
                    <a:pt x="6677" y="56466"/>
                    <a:pt x="3000" y="48400"/>
                    <a:pt x="1393" y="43954"/>
                  </a:cubicBezTo>
                  <a:cubicBezTo>
                    <a:pt x="217" y="40695"/>
                    <a:pt x="465" y="37387"/>
                    <a:pt x="665" y="34727"/>
                  </a:cubicBezTo>
                  <a:cubicBezTo>
                    <a:pt x="730" y="33861"/>
                    <a:pt x="791" y="33044"/>
                    <a:pt x="791" y="32342"/>
                  </a:cubicBezTo>
                  <a:cubicBezTo>
                    <a:pt x="791" y="31818"/>
                    <a:pt x="780" y="31090"/>
                    <a:pt x="765" y="30246"/>
                  </a:cubicBezTo>
                  <a:cubicBezTo>
                    <a:pt x="699" y="26559"/>
                    <a:pt x="590" y="20391"/>
                    <a:pt x="1278" y="16950"/>
                  </a:cubicBezTo>
                  <a:cubicBezTo>
                    <a:pt x="2006" y="13306"/>
                    <a:pt x="7422" y="2677"/>
                    <a:pt x="18422" y="653"/>
                  </a:cubicBezTo>
                  <a:cubicBezTo>
                    <a:pt x="20025" y="360"/>
                    <a:pt x="21642" y="214"/>
                    <a:pt x="23259" y="214"/>
                  </a:cubicBezTo>
                  <a:close/>
                  <a:moveTo>
                    <a:pt x="23260" y="1"/>
                  </a:moveTo>
                  <a:cubicBezTo>
                    <a:pt x="21629" y="1"/>
                    <a:pt x="19999" y="149"/>
                    <a:pt x="18383" y="445"/>
                  </a:cubicBezTo>
                  <a:cubicBezTo>
                    <a:pt x="7274" y="2486"/>
                    <a:pt x="1805" y="13227"/>
                    <a:pt x="1070" y="16908"/>
                  </a:cubicBezTo>
                  <a:cubicBezTo>
                    <a:pt x="377" y="20371"/>
                    <a:pt x="486" y="26555"/>
                    <a:pt x="552" y="30249"/>
                  </a:cubicBezTo>
                  <a:cubicBezTo>
                    <a:pt x="567" y="31092"/>
                    <a:pt x="578" y="31820"/>
                    <a:pt x="578" y="32342"/>
                  </a:cubicBezTo>
                  <a:cubicBezTo>
                    <a:pt x="578" y="33035"/>
                    <a:pt x="517" y="33849"/>
                    <a:pt x="452" y="34711"/>
                  </a:cubicBezTo>
                  <a:cubicBezTo>
                    <a:pt x="251" y="37390"/>
                    <a:pt x="1" y="40725"/>
                    <a:pt x="1193" y="44027"/>
                  </a:cubicBezTo>
                  <a:cubicBezTo>
                    <a:pt x="2801" y="48481"/>
                    <a:pt x="6484" y="56555"/>
                    <a:pt x="7381" y="58473"/>
                  </a:cubicBezTo>
                  <a:lnTo>
                    <a:pt x="7459" y="58641"/>
                  </a:lnTo>
                  <a:cubicBezTo>
                    <a:pt x="8394" y="60642"/>
                    <a:pt x="9555" y="63130"/>
                    <a:pt x="13118" y="63744"/>
                  </a:cubicBezTo>
                  <a:cubicBezTo>
                    <a:pt x="13124" y="63751"/>
                    <a:pt x="13129" y="63759"/>
                    <a:pt x="13135" y="63765"/>
                  </a:cubicBezTo>
                  <a:cubicBezTo>
                    <a:pt x="13153" y="63784"/>
                    <a:pt x="13175" y="63798"/>
                    <a:pt x="13200" y="63800"/>
                  </a:cubicBezTo>
                  <a:lnTo>
                    <a:pt x="13272" y="63812"/>
                  </a:lnTo>
                  <a:cubicBezTo>
                    <a:pt x="13840" y="63900"/>
                    <a:pt x="14427" y="63976"/>
                    <a:pt x="15067" y="64043"/>
                  </a:cubicBezTo>
                  <a:lnTo>
                    <a:pt x="15177" y="64054"/>
                  </a:lnTo>
                  <a:cubicBezTo>
                    <a:pt x="15501" y="64086"/>
                    <a:pt x="15837" y="64113"/>
                    <a:pt x="16203" y="64138"/>
                  </a:cubicBezTo>
                  <a:cubicBezTo>
                    <a:pt x="16541" y="64161"/>
                    <a:pt x="16873" y="64177"/>
                    <a:pt x="17201" y="64191"/>
                  </a:cubicBezTo>
                  <a:cubicBezTo>
                    <a:pt x="17521" y="64201"/>
                    <a:pt x="17835" y="64207"/>
                    <a:pt x="18142" y="64207"/>
                  </a:cubicBezTo>
                  <a:cubicBezTo>
                    <a:pt x="19805" y="64207"/>
                    <a:pt x="21246" y="64048"/>
                    <a:pt x="22265" y="63748"/>
                  </a:cubicBezTo>
                  <a:cubicBezTo>
                    <a:pt x="24165" y="63190"/>
                    <a:pt x="38531" y="55997"/>
                    <a:pt x="40635" y="53770"/>
                  </a:cubicBezTo>
                  <a:cubicBezTo>
                    <a:pt x="42142" y="52164"/>
                    <a:pt x="43062" y="45363"/>
                    <a:pt x="43476" y="41452"/>
                  </a:cubicBezTo>
                  <a:cubicBezTo>
                    <a:pt x="43481" y="41416"/>
                    <a:pt x="43464" y="41379"/>
                    <a:pt x="43434" y="41356"/>
                  </a:cubicBezTo>
                  <a:cubicBezTo>
                    <a:pt x="43416" y="41342"/>
                    <a:pt x="43393" y="41334"/>
                    <a:pt x="43370" y="41334"/>
                  </a:cubicBezTo>
                  <a:cubicBezTo>
                    <a:pt x="43357" y="41334"/>
                    <a:pt x="43344" y="41337"/>
                    <a:pt x="43332" y="41341"/>
                  </a:cubicBezTo>
                  <a:cubicBezTo>
                    <a:pt x="42784" y="41551"/>
                    <a:pt x="42209" y="41657"/>
                    <a:pt x="41624" y="41659"/>
                  </a:cubicBezTo>
                  <a:cubicBezTo>
                    <a:pt x="37873" y="41659"/>
                    <a:pt x="34822" y="37223"/>
                    <a:pt x="34822" y="31773"/>
                  </a:cubicBezTo>
                  <a:cubicBezTo>
                    <a:pt x="34822" y="26324"/>
                    <a:pt x="37873" y="21891"/>
                    <a:pt x="41624" y="21891"/>
                  </a:cubicBezTo>
                  <a:cubicBezTo>
                    <a:pt x="43886" y="21891"/>
                    <a:pt x="45994" y="23523"/>
                    <a:pt x="47264" y="26257"/>
                  </a:cubicBezTo>
                  <a:cubicBezTo>
                    <a:pt x="47281" y="26296"/>
                    <a:pt x="47319" y="26319"/>
                    <a:pt x="47361" y="26319"/>
                  </a:cubicBezTo>
                  <a:cubicBezTo>
                    <a:pt x="47366" y="26319"/>
                    <a:pt x="47371" y="26319"/>
                    <a:pt x="47376" y="26318"/>
                  </a:cubicBezTo>
                  <a:cubicBezTo>
                    <a:pt x="47423" y="26311"/>
                    <a:pt x="47459" y="26273"/>
                    <a:pt x="47465" y="26226"/>
                  </a:cubicBezTo>
                  <a:cubicBezTo>
                    <a:pt x="47635" y="24959"/>
                    <a:pt x="47714" y="23668"/>
                    <a:pt x="47702" y="22390"/>
                  </a:cubicBezTo>
                  <a:cubicBezTo>
                    <a:pt x="47583" y="14593"/>
                    <a:pt x="41070" y="6339"/>
                    <a:pt x="36611" y="3615"/>
                  </a:cubicBezTo>
                  <a:cubicBezTo>
                    <a:pt x="36596" y="3604"/>
                    <a:pt x="36445" y="3509"/>
                    <a:pt x="36180" y="3359"/>
                  </a:cubicBezTo>
                  <a:cubicBezTo>
                    <a:pt x="35966" y="3236"/>
                    <a:pt x="35734" y="3111"/>
                    <a:pt x="35489" y="2988"/>
                  </a:cubicBezTo>
                  <a:cubicBezTo>
                    <a:pt x="35482" y="2983"/>
                    <a:pt x="35466" y="2980"/>
                    <a:pt x="35452" y="2977"/>
                  </a:cubicBezTo>
                  <a:lnTo>
                    <a:pt x="34496" y="2519"/>
                  </a:lnTo>
                  <a:lnTo>
                    <a:pt x="33646" y="2150"/>
                  </a:lnTo>
                  <a:lnTo>
                    <a:pt x="32853" y="1838"/>
                  </a:lnTo>
                  <a:cubicBezTo>
                    <a:pt x="32850" y="1835"/>
                    <a:pt x="32845" y="1834"/>
                    <a:pt x="32841" y="1832"/>
                  </a:cubicBezTo>
                  <a:lnTo>
                    <a:pt x="31834" y="1475"/>
                  </a:lnTo>
                  <a:cubicBezTo>
                    <a:pt x="31830" y="1474"/>
                    <a:pt x="31825" y="1471"/>
                    <a:pt x="31821" y="1469"/>
                  </a:cubicBezTo>
                  <a:lnTo>
                    <a:pt x="31661" y="1416"/>
                  </a:lnTo>
                  <a:cubicBezTo>
                    <a:pt x="31428" y="1338"/>
                    <a:pt x="31186" y="1264"/>
                    <a:pt x="30938" y="1191"/>
                  </a:cubicBezTo>
                  <a:lnTo>
                    <a:pt x="30758" y="1139"/>
                  </a:lnTo>
                  <a:cubicBezTo>
                    <a:pt x="30743" y="1130"/>
                    <a:pt x="30725" y="1125"/>
                    <a:pt x="30706" y="1125"/>
                  </a:cubicBezTo>
                  <a:lnTo>
                    <a:pt x="30692" y="1125"/>
                  </a:lnTo>
                  <a:cubicBezTo>
                    <a:pt x="30524" y="1075"/>
                    <a:pt x="30351" y="1027"/>
                    <a:pt x="30184" y="984"/>
                  </a:cubicBezTo>
                  <a:lnTo>
                    <a:pt x="29927" y="891"/>
                  </a:lnTo>
                  <a:lnTo>
                    <a:pt x="29424" y="768"/>
                  </a:lnTo>
                  <a:cubicBezTo>
                    <a:pt x="29418" y="726"/>
                    <a:pt x="29385" y="690"/>
                    <a:pt x="29342" y="681"/>
                  </a:cubicBezTo>
                  <a:lnTo>
                    <a:pt x="29212" y="653"/>
                  </a:lnTo>
                  <a:cubicBezTo>
                    <a:pt x="28978" y="603"/>
                    <a:pt x="28745" y="553"/>
                    <a:pt x="28486" y="504"/>
                  </a:cubicBezTo>
                  <a:lnTo>
                    <a:pt x="28477" y="506"/>
                  </a:lnTo>
                  <a:cubicBezTo>
                    <a:pt x="28225" y="460"/>
                    <a:pt x="27966" y="413"/>
                    <a:pt x="27705" y="369"/>
                  </a:cubicBezTo>
                  <a:cubicBezTo>
                    <a:pt x="26229" y="123"/>
                    <a:pt x="24744" y="1"/>
                    <a:pt x="232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5277475" y="3369800"/>
              <a:ext cx="3650" cy="1400"/>
            </a:xfrm>
            <a:custGeom>
              <a:avLst/>
              <a:gdLst/>
              <a:ahLst/>
              <a:cxnLst/>
              <a:rect l="l" t="t" r="r" b="b"/>
              <a:pathLst>
                <a:path w="146" h="56" extrusionOk="0">
                  <a:moveTo>
                    <a:pt x="1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5274475" y="3367125"/>
              <a:ext cx="9650" cy="6750"/>
            </a:xfrm>
            <a:custGeom>
              <a:avLst/>
              <a:gdLst/>
              <a:ahLst/>
              <a:cxnLst/>
              <a:rect l="l" t="t" r="r" b="b"/>
              <a:pathLst>
                <a:path w="386" h="270" extrusionOk="0">
                  <a:moveTo>
                    <a:pt x="121" y="1"/>
                  </a:moveTo>
                  <a:cubicBezTo>
                    <a:pt x="78" y="1"/>
                    <a:pt x="37" y="27"/>
                    <a:pt x="21" y="70"/>
                  </a:cubicBezTo>
                  <a:cubicBezTo>
                    <a:pt x="0" y="124"/>
                    <a:pt x="29" y="186"/>
                    <a:pt x="82" y="207"/>
                  </a:cubicBezTo>
                  <a:lnTo>
                    <a:pt x="228" y="262"/>
                  </a:lnTo>
                  <a:cubicBezTo>
                    <a:pt x="240" y="267"/>
                    <a:pt x="253" y="270"/>
                    <a:pt x="265" y="270"/>
                  </a:cubicBezTo>
                  <a:cubicBezTo>
                    <a:pt x="307" y="270"/>
                    <a:pt x="347" y="244"/>
                    <a:pt x="364" y="204"/>
                  </a:cubicBezTo>
                  <a:cubicBezTo>
                    <a:pt x="386" y="150"/>
                    <a:pt x="362" y="89"/>
                    <a:pt x="310" y="66"/>
                  </a:cubicBezTo>
                  <a:lnTo>
                    <a:pt x="286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8" y="7"/>
                  </a:lnTo>
                  <a:cubicBezTo>
                    <a:pt x="146" y="3"/>
                    <a:pt x="133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5253800" y="3361050"/>
              <a:ext cx="13125" cy="4625"/>
            </a:xfrm>
            <a:custGeom>
              <a:avLst/>
              <a:gdLst/>
              <a:ahLst/>
              <a:cxnLst/>
              <a:rect l="l" t="t" r="r" b="b"/>
              <a:pathLst>
                <a:path w="525" h="185" extrusionOk="0">
                  <a:moveTo>
                    <a:pt x="1" y="0"/>
                  </a:moveTo>
                  <a:lnTo>
                    <a:pt x="104" y="38"/>
                  </a:lnTo>
                  <a:lnTo>
                    <a:pt x="113" y="38"/>
                  </a:lnTo>
                  <a:lnTo>
                    <a:pt x="1" y="0"/>
                  </a:lnTo>
                  <a:close/>
                  <a:moveTo>
                    <a:pt x="99" y="38"/>
                  </a:moveTo>
                  <a:lnTo>
                    <a:pt x="261" y="99"/>
                  </a:lnTo>
                  <a:lnTo>
                    <a:pt x="282" y="99"/>
                  </a:lnTo>
                  <a:lnTo>
                    <a:pt x="113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5250800" y="3358375"/>
              <a:ext cx="19150" cy="10000"/>
            </a:xfrm>
            <a:custGeom>
              <a:avLst/>
              <a:gdLst/>
              <a:ahLst/>
              <a:cxnLst/>
              <a:rect l="l" t="t" r="r" b="b"/>
              <a:pathLst>
                <a:path w="766" h="400" extrusionOk="0">
                  <a:moveTo>
                    <a:pt x="120" y="0"/>
                  </a:moveTo>
                  <a:cubicBezTo>
                    <a:pt x="77" y="0"/>
                    <a:pt x="36" y="27"/>
                    <a:pt x="21" y="70"/>
                  </a:cubicBezTo>
                  <a:cubicBezTo>
                    <a:pt x="0" y="127"/>
                    <a:pt x="29" y="186"/>
                    <a:pt x="84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2" y="246"/>
                  </a:cubicBezTo>
                  <a:lnTo>
                    <a:pt x="344" y="305"/>
                  </a:lnTo>
                  <a:cubicBezTo>
                    <a:pt x="356" y="310"/>
                    <a:pt x="368" y="311"/>
                    <a:pt x="381" y="311"/>
                  </a:cubicBezTo>
                  <a:lnTo>
                    <a:pt x="609" y="393"/>
                  </a:lnTo>
                  <a:cubicBezTo>
                    <a:pt x="621" y="398"/>
                    <a:pt x="633" y="399"/>
                    <a:pt x="645" y="399"/>
                  </a:cubicBezTo>
                  <a:cubicBezTo>
                    <a:pt x="690" y="399"/>
                    <a:pt x="730" y="372"/>
                    <a:pt x="746" y="328"/>
                  </a:cubicBezTo>
                  <a:cubicBezTo>
                    <a:pt x="766" y="273"/>
                    <a:pt x="737" y="212"/>
                    <a:pt x="681" y="192"/>
                  </a:cubicBezTo>
                  <a:lnTo>
                    <a:pt x="438" y="104"/>
                  </a:lnTo>
                  <a:cubicBezTo>
                    <a:pt x="435" y="103"/>
                    <a:pt x="431" y="101"/>
                    <a:pt x="426" y="101"/>
                  </a:cubicBezTo>
                  <a:lnTo>
                    <a:pt x="285" y="52"/>
                  </a:lnTo>
                  <a:cubicBezTo>
                    <a:pt x="279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5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5274575" y="3367225"/>
              <a:ext cx="5500" cy="5350"/>
            </a:xfrm>
            <a:custGeom>
              <a:avLst/>
              <a:gdLst/>
              <a:ahLst/>
              <a:cxnLst/>
              <a:rect l="l" t="t" r="r" b="b"/>
              <a:pathLst>
                <a:path w="220" h="214" extrusionOk="0">
                  <a:moveTo>
                    <a:pt x="102" y="1"/>
                  </a:moveTo>
                  <a:cubicBezTo>
                    <a:pt x="42" y="1"/>
                    <a:pt x="1" y="48"/>
                    <a:pt x="1" y="108"/>
                  </a:cubicBezTo>
                  <a:cubicBezTo>
                    <a:pt x="1" y="166"/>
                    <a:pt x="54" y="213"/>
                    <a:pt x="112" y="213"/>
                  </a:cubicBezTo>
                  <a:cubicBezTo>
                    <a:pt x="172" y="213"/>
                    <a:pt x="220" y="166"/>
                    <a:pt x="220" y="108"/>
                  </a:cubicBezTo>
                  <a:cubicBezTo>
                    <a:pt x="220" y="48"/>
                    <a:pt x="172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5239475" y="3356100"/>
              <a:ext cx="3975" cy="1325"/>
            </a:xfrm>
            <a:custGeom>
              <a:avLst/>
              <a:gdLst/>
              <a:ahLst/>
              <a:cxnLst/>
              <a:rect l="l" t="t" r="r" b="b"/>
              <a:pathLst>
                <a:path w="159" h="53" extrusionOk="0">
                  <a:moveTo>
                    <a:pt x="158" y="52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5236800" y="3353425"/>
              <a:ext cx="9300" cy="6675"/>
            </a:xfrm>
            <a:custGeom>
              <a:avLst/>
              <a:gdLst/>
              <a:ahLst/>
              <a:cxnLst/>
              <a:rect l="l" t="t" r="r" b="b"/>
              <a:pathLst>
                <a:path w="372" h="267" extrusionOk="0">
                  <a:moveTo>
                    <a:pt x="107" y="0"/>
                  </a:moveTo>
                  <a:cubicBezTo>
                    <a:pt x="62" y="0"/>
                    <a:pt x="22" y="28"/>
                    <a:pt x="6" y="73"/>
                  </a:cubicBezTo>
                  <a:cubicBezTo>
                    <a:pt x="2" y="83"/>
                    <a:pt x="0" y="95"/>
                    <a:pt x="0" y="107"/>
                  </a:cubicBezTo>
                  <a:cubicBezTo>
                    <a:pt x="0" y="152"/>
                    <a:pt x="29" y="192"/>
                    <a:pt x="73" y="207"/>
                  </a:cubicBezTo>
                  <a:lnTo>
                    <a:pt x="231" y="261"/>
                  </a:lnTo>
                  <a:cubicBezTo>
                    <a:pt x="242" y="265"/>
                    <a:pt x="254" y="267"/>
                    <a:pt x="265" y="267"/>
                  </a:cubicBezTo>
                  <a:cubicBezTo>
                    <a:pt x="310" y="267"/>
                    <a:pt x="350" y="238"/>
                    <a:pt x="365" y="194"/>
                  </a:cubicBezTo>
                  <a:cubicBezTo>
                    <a:pt x="370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300" y="60"/>
                  </a:cubicBezTo>
                  <a:lnTo>
                    <a:pt x="142" y="6"/>
                  </a:lnTo>
                  <a:cubicBezTo>
                    <a:pt x="130" y="2"/>
                    <a:pt x="118" y="0"/>
                    <a:pt x="10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5267775" y="3366000"/>
              <a:ext cx="12050" cy="4675"/>
            </a:xfrm>
            <a:custGeom>
              <a:avLst/>
              <a:gdLst/>
              <a:ahLst/>
              <a:cxnLst/>
              <a:rect l="l" t="t" r="r" b="b"/>
              <a:pathLst>
                <a:path w="482" h="187" extrusionOk="0">
                  <a:moveTo>
                    <a:pt x="0" y="0"/>
                  </a:moveTo>
                  <a:lnTo>
                    <a:pt x="64" y="26"/>
                  </a:lnTo>
                  <a:lnTo>
                    <a:pt x="42" y="26"/>
                  </a:lnTo>
                  <a:lnTo>
                    <a:pt x="185" y="81"/>
                  </a:lnTo>
                  <a:lnTo>
                    <a:pt x="230" y="90"/>
                  </a:lnTo>
                  <a:lnTo>
                    <a:pt x="230" y="90"/>
                  </a:lnTo>
                  <a:lnTo>
                    <a:pt x="481" y="186"/>
                  </a:lnTo>
                  <a:lnTo>
                    <a:pt x="481" y="186"/>
                  </a:lnTo>
                  <a:lnTo>
                    <a:pt x="350" y="136"/>
                  </a:lnTo>
                  <a:lnTo>
                    <a:pt x="255" y="99"/>
                  </a:lnTo>
                  <a:lnTo>
                    <a:pt x="67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5264750" y="3363325"/>
              <a:ext cx="18075" cy="10000"/>
            </a:xfrm>
            <a:custGeom>
              <a:avLst/>
              <a:gdLst/>
              <a:ahLst/>
              <a:cxnLst/>
              <a:rect l="l" t="t" r="r" b="b"/>
              <a:pathLst>
                <a:path w="723" h="400" extrusionOk="0">
                  <a:moveTo>
                    <a:pt x="122" y="1"/>
                  </a:moveTo>
                  <a:cubicBezTo>
                    <a:pt x="80" y="1"/>
                    <a:pt x="39" y="26"/>
                    <a:pt x="23" y="69"/>
                  </a:cubicBezTo>
                  <a:cubicBezTo>
                    <a:pt x="1" y="122"/>
                    <a:pt x="27" y="185"/>
                    <a:pt x="83" y="206"/>
                  </a:cubicBezTo>
                  <a:lnTo>
                    <a:pt x="87" y="209"/>
                  </a:lnTo>
                  <a:cubicBezTo>
                    <a:pt x="97" y="219"/>
                    <a:pt x="109" y="226"/>
                    <a:pt x="124" y="232"/>
                  </a:cubicBezTo>
                  <a:lnTo>
                    <a:pt x="563" y="393"/>
                  </a:lnTo>
                  <a:cubicBezTo>
                    <a:pt x="577" y="398"/>
                    <a:pt x="589" y="399"/>
                    <a:pt x="602" y="399"/>
                  </a:cubicBezTo>
                  <a:cubicBezTo>
                    <a:pt x="645" y="399"/>
                    <a:pt x="686" y="374"/>
                    <a:pt x="702" y="331"/>
                  </a:cubicBezTo>
                  <a:cubicBezTo>
                    <a:pt x="723" y="276"/>
                    <a:pt x="694" y="215"/>
                    <a:pt x="639" y="194"/>
                  </a:cubicBezTo>
                  <a:lnTo>
                    <a:pt x="160" y="8"/>
                  </a:lnTo>
                  <a:cubicBezTo>
                    <a:pt x="148" y="3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5243525" y="3357400"/>
              <a:ext cx="9800" cy="3400"/>
            </a:xfrm>
            <a:custGeom>
              <a:avLst/>
              <a:gdLst/>
              <a:ahLst/>
              <a:cxnLst/>
              <a:rect l="l" t="t" r="r" b="b"/>
              <a:pathLst>
                <a:path w="392" h="136" extrusionOk="0">
                  <a:moveTo>
                    <a:pt x="1" y="0"/>
                  </a:moveTo>
                  <a:lnTo>
                    <a:pt x="141" y="50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" y="0"/>
                  </a:lnTo>
                  <a:close/>
                  <a:moveTo>
                    <a:pt x="186" y="65"/>
                  </a:moveTo>
                  <a:lnTo>
                    <a:pt x="214" y="75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186" y="65"/>
                  </a:lnTo>
                  <a:close/>
                  <a:moveTo>
                    <a:pt x="235" y="82"/>
                  </a:moveTo>
                  <a:lnTo>
                    <a:pt x="391" y="136"/>
                  </a:lnTo>
                  <a:lnTo>
                    <a:pt x="297" y="103"/>
                  </a:lnTo>
                  <a:lnTo>
                    <a:pt x="235" y="8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5240525" y="3354750"/>
              <a:ext cx="15775" cy="8700"/>
            </a:xfrm>
            <a:custGeom>
              <a:avLst/>
              <a:gdLst/>
              <a:ahLst/>
              <a:cxnLst/>
              <a:rect l="l" t="t" r="r" b="b"/>
              <a:pathLst>
                <a:path w="631" h="348" extrusionOk="0">
                  <a:moveTo>
                    <a:pt x="120" y="1"/>
                  </a:moveTo>
                  <a:cubicBezTo>
                    <a:pt x="76" y="1"/>
                    <a:pt x="35" y="28"/>
                    <a:pt x="20" y="72"/>
                  </a:cubicBezTo>
                  <a:cubicBezTo>
                    <a:pt x="0" y="127"/>
                    <a:pt x="30" y="188"/>
                    <a:pt x="85" y="208"/>
                  </a:cubicBezTo>
                  <a:lnTo>
                    <a:pt x="477" y="342"/>
                  </a:lnTo>
                  <a:cubicBezTo>
                    <a:pt x="489" y="346"/>
                    <a:pt x="499" y="348"/>
                    <a:pt x="511" y="348"/>
                  </a:cubicBezTo>
                  <a:cubicBezTo>
                    <a:pt x="556" y="348"/>
                    <a:pt x="596" y="319"/>
                    <a:pt x="612" y="276"/>
                  </a:cubicBezTo>
                  <a:cubicBezTo>
                    <a:pt x="630" y="220"/>
                    <a:pt x="600" y="160"/>
                    <a:pt x="545" y="141"/>
                  </a:cubicBezTo>
                  <a:lnTo>
                    <a:pt x="155" y="7"/>
                  </a:lnTo>
                  <a:cubicBezTo>
                    <a:pt x="144" y="3"/>
                    <a:pt x="132" y="1"/>
                    <a:pt x="1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5138200" y="3329850"/>
              <a:ext cx="2550" cy="425"/>
            </a:xfrm>
            <a:custGeom>
              <a:avLst/>
              <a:gdLst/>
              <a:ahLst/>
              <a:cxnLst/>
              <a:rect l="l" t="t" r="r" b="b"/>
              <a:pathLst>
                <a:path w="102" h="17" extrusionOk="0">
                  <a:moveTo>
                    <a:pt x="0" y="1"/>
                  </a:moveTo>
                  <a:lnTo>
                    <a:pt x="102" y="17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5135525" y="3327175"/>
              <a:ext cx="7900" cy="5800"/>
            </a:xfrm>
            <a:custGeom>
              <a:avLst/>
              <a:gdLst/>
              <a:ahLst/>
              <a:cxnLst/>
              <a:rect l="l" t="t" r="r" b="b"/>
              <a:pathLst>
                <a:path w="316" h="232" extrusionOk="0">
                  <a:moveTo>
                    <a:pt x="105" y="0"/>
                  </a:moveTo>
                  <a:cubicBezTo>
                    <a:pt x="54" y="0"/>
                    <a:pt x="10" y="38"/>
                    <a:pt x="2" y="90"/>
                  </a:cubicBezTo>
                  <a:cubicBezTo>
                    <a:pt x="0" y="96"/>
                    <a:pt x="0" y="102"/>
                    <a:pt x="0" y="108"/>
                  </a:cubicBezTo>
                  <a:cubicBezTo>
                    <a:pt x="0" y="158"/>
                    <a:pt x="37" y="204"/>
                    <a:pt x="89" y="213"/>
                  </a:cubicBezTo>
                  <a:lnTo>
                    <a:pt x="192" y="230"/>
                  </a:lnTo>
                  <a:cubicBezTo>
                    <a:pt x="198" y="231"/>
                    <a:pt x="204" y="231"/>
                    <a:pt x="209" y="231"/>
                  </a:cubicBezTo>
                  <a:cubicBezTo>
                    <a:pt x="261" y="231"/>
                    <a:pt x="305" y="194"/>
                    <a:pt x="314" y="142"/>
                  </a:cubicBezTo>
                  <a:cubicBezTo>
                    <a:pt x="316" y="136"/>
                    <a:pt x="316" y="130"/>
                    <a:pt x="316" y="124"/>
                  </a:cubicBezTo>
                  <a:cubicBezTo>
                    <a:pt x="316" y="73"/>
                    <a:pt x="279" y="27"/>
                    <a:pt x="226" y="20"/>
                  </a:cubicBezTo>
                  <a:lnTo>
                    <a:pt x="124" y="2"/>
                  </a:lnTo>
                  <a:cubicBezTo>
                    <a:pt x="117" y="1"/>
                    <a:pt x="111" y="0"/>
                    <a:pt x="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4846575" y="3893975"/>
              <a:ext cx="318750" cy="318725"/>
            </a:xfrm>
            <a:custGeom>
              <a:avLst/>
              <a:gdLst/>
              <a:ahLst/>
              <a:cxnLst/>
              <a:rect l="l" t="t" r="r" b="b"/>
              <a:pathLst>
                <a:path w="12750" h="12749" extrusionOk="0">
                  <a:moveTo>
                    <a:pt x="6375" y="0"/>
                  </a:moveTo>
                  <a:cubicBezTo>
                    <a:pt x="2855" y="0"/>
                    <a:pt x="1" y="2855"/>
                    <a:pt x="1" y="6375"/>
                  </a:cubicBezTo>
                  <a:cubicBezTo>
                    <a:pt x="1" y="9894"/>
                    <a:pt x="2855" y="12749"/>
                    <a:pt x="6375" y="12749"/>
                  </a:cubicBezTo>
                  <a:cubicBezTo>
                    <a:pt x="9895" y="12749"/>
                    <a:pt x="12749" y="9894"/>
                    <a:pt x="12749" y="6375"/>
                  </a:cubicBezTo>
                  <a:cubicBezTo>
                    <a:pt x="12749" y="2855"/>
                    <a:pt x="9895" y="0"/>
                    <a:pt x="63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4831800" y="3891300"/>
              <a:ext cx="348300" cy="324075"/>
            </a:xfrm>
            <a:custGeom>
              <a:avLst/>
              <a:gdLst/>
              <a:ahLst/>
              <a:cxnLst/>
              <a:rect l="l" t="t" r="r" b="b"/>
              <a:pathLst>
                <a:path w="13932" h="12963" extrusionOk="0">
                  <a:moveTo>
                    <a:pt x="6969" y="214"/>
                  </a:moveTo>
                  <a:cubicBezTo>
                    <a:pt x="9991" y="214"/>
                    <a:pt x="12660" y="2411"/>
                    <a:pt x="13154" y="5487"/>
                  </a:cubicBezTo>
                  <a:cubicBezTo>
                    <a:pt x="13702" y="8900"/>
                    <a:pt x="11373" y="12122"/>
                    <a:pt x="7961" y="12670"/>
                  </a:cubicBezTo>
                  <a:cubicBezTo>
                    <a:pt x="7624" y="12725"/>
                    <a:pt x="7292" y="12750"/>
                    <a:pt x="6963" y="12750"/>
                  </a:cubicBezTo>
                  <a:cubicBezTo>
                    <a:pt x="3941" y="12750"/>
                    <a:pt x="1272" y="10552"/>
                    <a:pt x="778" y="7476"/>
                  </a:cubicBezTo>
                  <a:cubicBezTo>
                    <a:pt x="230" y="4064"/>
                    <a:pt x="2559" y="842"/>
                    <a:pt x="5972" y="294"/>
                  </a:cubicBezTo>
                  <a:cubicBezTo>
                    <a:pt x="6307" y="240"/>
                    <a:pt x="6640" y="214"/>
                    <a:pt x="6969" y="214"/>
                  </a:cubicBezTo>
                  <a:close/>
                  <a:moveTo>
                    <a:pt x="6970" y="1"/>
                  </a:moveTo>
                  <a:cubicBezTo>
                    <a:pt x="6629" y="1"/>
                    <a:pt x="6284" y="28"/>
                    <a:pt x="5937" y="84"/>
                  </a:cubicBezTo>
                  <a:cubicBezTo>
                    <a:pt x="2410" y="649"/>
                    <a:pt x="1" y="3982"/>
                    <a:pt x="567" y="7510"/>
                  </a:cubicBezTo>
                  <a:cubicBezTo>
                    <a:pt x="1079" y="10692"/>
                    <a:pt x="3837" y="12963"/>
                    <a:pt x="6962" y="12963"/>
                  </a:cubicBezTo>
                  <a:lnTo>
                    <a:pt x="6962" y="12963"/>
                  </a:lnTo>
                  <a:cubicBezTo>
                    <a:pt x="7303" y="12963"/>
                    <a:pt x="7648" y="12936"/>
                    <a:pt x="7993" y="12881"/>
                  </a:cubicBezTo>
                  <a:cubicBezTo>
                    <a:pt x="11522" y="12314"/>
                    <a:pt x="13931" y="8982"/>
                    <a:pt x="13364" y="5453"/>
                  </a:cubicBezTo>
                  <a:cubicBezTo>
                    <a:pt x="12854" y="2272"/>
                    <a:pt x="10096" y="1"/>
                    <a:pt x="6970" y="1"/>
                  </a:cubicBezTo>
                  <a:close/>
                  <a:moveTo>
                    <a:pt x="6962" y="12963"/>
                  </a:moveTo>
                  <a:lnTo>
                    <a:pt x="6962" y="12963"/>
                  </a:lnTo>
                  <a:cubicBezTo>
                    <a:pt x="6962" y="12963"/>
                    <a:pt x="6962" y="12963"/>
                    <a:pt x="6962" y="12963"/>
                  </a:cubicBezTo>
                  <a:lnTo>
                    <a:pt x="6963" y="12963"/>
                  </a:lnTo>
                  <a:cubicBezTo>
                    <a:pt x="6963" y="12963"/>
                    <a:pt x="6963" y="12963"/>
                    <a:pt x="6962" y="12963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4926100" y="3973450"/>
              <a:ext cx="159750" cy="159750"/>
            </a:xfrm>
            <a:custGeom>
              <a:avLst/>
              <a:gdLst/>
              <a:ahLst/>
              <a:cxnLst/>
              <a:rect l="l" t="t" r="r" b="b"/>
              <a:pathLst>
                <a:path w="6390" h="6390" extrusionOk="0">
                  <a:moveTo>
                    <a:pt x="3196" y="0"/>
                  </a:moveTo>
                  <a:cubicBezTo>
                    <a:pt x="1431" y="0"/>
                    <a:pt x="0" y="1431"/>
                    <a:pt x="0" y="3194"/>
                  </a:cubicBezTo>
                  <a:cubicBezTo>
                    <a:pt x="0" y="4958"/>
                    <a:pt x="1431" y="6389"/>
                    <a:pt x="3196" y="6389"/>
                  </a:cubicBezTo>
                  <a:cubicBezTo>
                    <a:pt x="4958" y="6389"/>
                    <a:pt x="6389" y="4958"/>
                    <a:pt x="6389" y="3194"/>
                  </a:cubicBezTo>
                  <a:cubicBezTo>
                    <a:pt x="6389" y="1431"/>
                    <a:pt x="4958" y="0"/>
                    <a:pt x="3196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4923425" y="3970775"/>
              <a:ext cx="165100" cy="165100"/>
            </a:xfrm>
            <a:custGeom>
              <a:avLst/>
              <a:gdLst/>
              <a:ahLst/>
              <a:cxnLst/>
              <a:rect l="l" t="t" r="r" b="b"/>
              <a:pathLst>
                <a:path w="6604" h="6604" extrusionOk="0">
                  <a:moveTo>
                    <a:pt x="3303" y="215"/>
                  </a:moveTo>
                  <a:cubicBezTo>
                    <a:pt x="5004" y="215"/>
                    <a:pt x="6389" y="1599"/>
                    <a:pt x="6389" y="3303"/>
                  </a:cubicBezTo>
                  <a:cubicBezTo>
                    <a:pt x="6389" y="5004"/>
                    <a:pt x="5004" y="6389"/>
                    <a:pt x="3303" y="6389"/>
                  </a:cubicBezTo>
                  <a:cubicBezTo>
                    <a:pt x="1599" y="6389"/>
                    <a:pt x="215" y="5004"/>
                    <a:pt x="215" y="3303"/>
                  </a:cubicBezTo>
                  <a:cubicBezTo>
                    <a:pt x="215" y="1599"/>
                    <a:pt x="1599" y="215"/>
                    <a:pt x="3303" y="215"/>
                  </a:cubicBezTo>
                  <a:close/>
                  <a:moveTo>
                    <a:pt x="3303" y="0"/>
                  </a:moveTo>
                  <a:cubicBezTo>
                    <a:pt x="1482" y="0"/>
                    <a:pt x="0" y="1482"/>
                    <a:pt x="0" y="3303"/>
                  </a:cubicBezTo>
                  <a:cubicBezTo>
                    <a:pt x="0" y="5122"/>
                    <a:pt x="1482" y="6604"/>
                    <a:pt x="3303" y="6604"/>
                  </a:cubicBezTo>
                  <a:cubicBezTo>
                    <a:pt x="5122" y="6604"/>
                    <a:pt x="6604" y="5122"/>
                    <a:pt x="6604" y="3303"/>
                  </a:cubicBezTo>
                  <a:cubicBezTo>
                    <a:pt x="6604" y="1482"/>
                    <a:pt x="5122" y="0"/>
                    <a:pt x="33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4946050" y="3993400"/>
              <a:ext cx="119850" cy="119850"/>
            </a:xfrm>
            <a:custGeom>
              <a:avLst/>
              <a:gdLst/>
              <a:ahLst/>
              <a:cxnLst/>
              <a:rect l="l" t="t" r="r" b="b"/>
              <a:pathLst>
                <a:path w="4794" h="4794" extrusionOk="0">
                  <a:moveTo>
                    <a:pt x="2398" y="0"/>
                  </a:moveTo>
                  <a:cubicBezTo>
                    <a:pt x="1072" y="0"/>
                    <a:pt x="0" y="1072"/>
                    <a:pt x="0" y="2396"/>
                  </a:cubicBezTo>
                  <a:cubicBezTo>
                    <a:pt x="0" y="3721"/>
                    <a:pt x="1072" y="4793"/>
                    <a:pt x="2398" y="4793"/>
                  </a:cubicBezTo>
                  <a:cubicBezTo>
                    <a:pt x="3721" y="4793"/>
                    <a:pt x="4793" y="3721"/>
                    <a:pt x="4793" y="2396"/>
                  </a:cubicBezTo>
                  <a:cubicBezTo>
                    <a:pt x="4793" y="1072"/>
                    <a:pt x="3721" y="0"/>
                    <a:pt x="23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4943375" y="3990725"/>
              <a:ext cx="125200" cy="125200"/>
            </a:xfrm>
            <a:custGeom>
              <a:avLst/>
              <a:gdLst/>
              <a:ahLst/>
              <a:cxnLst/>
              <a:rect l="l" t="t" r="r" b="b"/>
              <a:pathLst>
                <a:path w="5008" h="5008" extrusionOk="0">
                  <a:moveTo>
                    <a:pt x="2505" y="213"/>
                  </a:moveTo>
                  <a:cubicBezTo>
                    <a:pt x="3767" y="213"/>
                    <a:pt x="4795" y="1240"/>
                    <a:pt x="4795" y="2505"/>
                  </a:cubicBezTo>
                  <a:cubicBezTo>
                    <a:pt x="4795" y="3767"/>
                    <a:pt x="3767" y="4795"/>
                    <a:pt x="2505" y="4795"/>
                  </a:cubicBezTo>
                  <a:cubicBezTo>
                    <a:pt x="1240" y="4795"/>
                    <a:pt x="213" y="3767"/>
                    <a:pt x="213" y="2505"/>
                  </a:cubicBezTo>
                  <a:cubicBezTo>
                    <a:pt x="213" y="1240"/>
                    <a:pt x="1240" y="213"/>
                    <a:pt x="2505" y="213"/>
                  </a:cubicBezTo>
                  <a:close/>
                  <a:moveTo>
                    <a:pt x="2505" y="0"/>
                  </a:moveTo>
                  <a:cubicBezTo>
                    <a:pt x="1124" y="0"/>
                    <a:pt x="0" y="1123"/>
                    <a:pt x="0" y="2505"/>
                  </a:cubicBezTo>
                  <a:cubicBezTo>
                    <a:pt x="0" y="3885"/>
                    <a:pt x="1123" y="5007"/>
                    <a:pt x="2505" y="5007"/>
                  </a:cubicBezTo>
                  <a:cubicBezTo>
                    <a:pt x="3885" y="5007"/>
                    <a:pt x="5007" y="3883"/>
                    <a:pt x="5007" y="2505"/>
                  </a:cubicBezTo>
                  <a:cubicBezTo>
                    <a:pt x="5007" y="1124"/>
                    <a:pt x="3883" y="0"/>
                    <a:pt x="25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4971000" y="4018325"/>
              <a:ext cx="69950" cy="69975"/>
            </a:xfrm>
            <a:custGeom>
              <a:avLst/>
              <a:gdLst/>
              <a:ahLst/>
              <a:cxnLst/>
              <a:rect l="l" t="t" r="r" b="b"/>
              <a:pathLst>
                <a:path w="2798" h="2799" extrusionOk="0">
                  <a:moveTo>
                    <a:pt x="1400" y="1"/>
                  </a:moveTo>
                  <a:cubicBezTo>
                    <a:pt x="627" y="1"/>
                    <a:pt x="0" y="628"/>
                    <a:pt x="0" y="1399"/>
                  </a:cubicBezTo>
                  <a:cubicBezTo>
                    <a:pt x="0" y="2172"/>
                    <a:pt x="627" y="2799"/>
                    <a:pt x="1400" y="2799"/>
                  </a:cubicBezTo>
                  <a:cubicBezTo>
                    <a:pt x="2171" y="2799"/>
                    <a:pt x="2798" y="2172"/>
                    <a:pt x="2798" y="1399"/>
                  </a:cubicBezTo>
                  <a:cubicBezTo>
                    <a:pt x="2798" y="628"/>
                    <a:pt x="2171" y="1"/>
                    <a:pt x="140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4968300" y="4015650"/>
              <a:ext cx="75325" cy="75325"/>
            </a:xfrm>
            <a:custGeom>
              <a:avLst/>
              <a:gdLst/>
              <a:ahLst/>
              <a:cxnLst/>
              <a:rect l="l" t="t" r="r" b="b"/>
              <a:pathLst>
                <a:path w="3013" h="3013" extrusionOk="0">
                  <a:moveTo>
                    <a:pt x="1508" y="215"/>
                  </a:moveTo>
                  <a:cubicBezTo>
                    <a:pt x="2219" y="215"/>
                    <a:pt x="2800" y="794"/>
                    <a:pt x="2800" y="1508"/>
                  </a:cubicBezTo>
                  <a:cubicBezTo>
                    <a:pt x="2800" y="2219"/>
                    <a:pt x="2219" y="2800"/>
                    <a:pt x="1508" y="2800"/>
                  </a:cubicBezTo>
                  <a:cubicBezTo>
                    <a:pt x="794" y="2800"/>
                    <a:pt x="215" y="2219"/>
                    <a:pt x="215" y="1508"/>
                  </a:cubicBezTo>
                  <a:cubicBezTo>
                    <a:pt x="215" y="794"/>
                    <a:pt x="794" y="215"/>
                    <a:pt x="1508" y="215"/>
                  </a:cubicBezTo>
                  <a:close/>
                  <a:moveTo>
                    <a:pt x="1508" y="1"/>
                  </a:moveTo>
                  <a:cubicBezTo>
                    <a:pt x="677" y="1"/>
                    <a:pt x="1" y="677"/>
                    <a:pt x="1" y="1508"/>
                  </a:cubicBezTo>
                  <a:cubicBezTo>
                    <a:pt x="1" y="2337"/>
                    <a:pt x="677" y="3013"/>
                    <a:pt x="1508" y="3013"/>
                  </a:cubicBezTo>
                  <a:cubicBezTo>
                    <a:pt x="2337" y="3013"/>
                    <a:pt x="3013" y="2337"/>
                    <a:pt x="3013" y="1508"/>
                  </a:cubicBezTo>
                  <a:cubicBezTo>
                    <a:pt x="3013" y="677"/>
                    <a:pt x="2337" y="1"/>
                    <a:pt x="15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4475650" y="3893925"/>
              <a:ext cx="242050" cy="318750"/>
            </a:xfrm>
            <a:custGeom>
              <a:avLst/>
              <a:gdLst/>
              <a:ahLst/>
              <a:cxnLst/>
              <a:rect l="l" t="t" r="r" b="b"/>
              <a:pathLst>
                <a:path w="9682" h="12750" extrusionOk="0">
                  <a:moveTo>
                    <a:pt x="4841" y="1"/>
                  </a:moveTo>
                  <a:cubicBezTo>
                    <a:pt x="2169" y="1"/>
                    <a:pt x="1" y="2855"/>
                    <a:pt x="1" y="6375"/>
                  </a:cubicBezTo>
                  <a:cubicBezTo>
                    <a:pt x="1" y="9896"/>
                    <a:pt x="2169" y="12749"/>
                    <a:pt x="4841" y="12749"/>
                  </a:cubicBezTo>
                  <a:cubicBezTo>
                    <a:pt x="7515" y="12749"/>
                    <a:pt x="9682" y="9896"/>
                    <a:pt x="9682" y="6375"/>
                  </a:cubicBezTo>
                  <a:cubicBezTo>
                    <a:pt x="9682" y="2855"/>
                    <a:pt x="7515" y="1"/>
                    <a:pt x="48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4472975" y="3891300"/>
              <a:ext cx="247425" cy="324050"/>
            </a:xfrm>
            <a:custGeom>
              <a:avLst/>
              <a:gdLst/>
              <a:ahLst/>
              <a:cxnLst/>
              <a:rect l="l" t="t" r="r" b="b"/>
              <a:pathLst>
                <a:path w="9897" h="12962" extrusionOk="0">
                  <a:moveTo>
                    <a:pt x="4948" y="213"/>
                  </a:moveTo>
                  <a:cubicBezTo>
                    <a:pt x="7558" y="213"/>
                    <a:pt x="9683" y="3026"/>
                    <a:pt x="9683" y="6482"/>
                  </a:cubicBezTo>
                  <a:cubicBezTo>
                    <a:pt x="9683" y="9937"/>
                    <a:pt x="7558" y="12749"/>
                    <a:pt x="4948" y="12749"/>
                  </a:cubicBezTo>
                  <a:cubicBezTo>
                    <a:pt x="2338" y="12749"/>
                    <a:pt x="214" y="9937"/>
                    <a:pt x="214" y="6482"/>
                  </a:cubicBezTo>
                  <a:cubicBezTo>
                    <a:pt x="214" y="3026"/>
                    <a:pt x="2338" y="213"/>
                    <a:pt x="4948" y="213"/>
                  </a:cubicBezTo>
                  <a:close/>
                  <a:moveTo>
                    <a:pt x="4948" y="0"/>
                  </a:moveTo>
                  <a:cubicBezTo>
                    <a:pt x="2221" y="0"/>
                    <a:pt x="1" y="2908"/>
                    <a:pt x="1" y="6482"/>
                  </a:cubicBezTo>
                  <a:cubicBezTo>
                    <a:pt x="1" y="10055"/>
                    <a:pt x="2221" y="12961"/>
                    <a:pt x="4948" y="12961"/>
                  </a:cubicBezTo>
                  <a:cubicBezTo>
                    <a:pt x="7676" y="12961"/>
                    <a:pt x="9896" y="10055"/>
                    <a:pt x="9896" y="6482"/>
                  </a:cubicBezTo>
                  <a:cubicBezTo>
                    <a:pt x="9896" y="2908"/>
                    <a:pt x="7676" y="0"/>
                    <a:pt x="494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4520100" y="3973450"/>
              <a:ext cx="121375" cy="159750"/>
            </a:xfrm>
            <a:custGeom>
              <a:avLst/>
              <a:gdLst/>
              <a:ahLst/>
              <a:cxnLst/>
              <a:rect l="l" t="t" r="r" b="b"/>
              <a:pathLst>
                <a:path w="4855" h="6390" extrusionOk="0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4517450" y="3970775"/>
              <a:ext cx="126700" cy="165100"/>
            </a:xfrm>
            <a:custGeom>
              <a:avLst/>
              <a:gdLst/>
              <a:ahLst/>
              <a:cxnLst/>
              <a:rect l="l" t="t" r="r" b="b"/>
              <a:pathLst>
                <a:path w="5068" h="6604" extrusionOk="0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4535250" y="3993400"/>
              <a:ext cx="91075" cy="119850"/>
            </a:xfrm>
            <a:custGeom>
              <a:avLst/>
              <a:gdLst/>
              <a:ahLst/>
              <a:cxnLst/>
              <a:rect l="l" t="t" r="r" b="b"/>
              <a:pathLst>
                <a:path w="3643" h="4794" extrusionOk="0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4532600" y="3990725"/>
              <a:ext cx="96400" cy="125200"/>
            </a:xfrm>
            <a:custGeom>
              <a:avLst/>
              <a:gdLst/>
              <a:ahLst/>
              <a:cxnLst/>
              <a:rect l="l" t="t" r="r" b="b"/>
              <a:pathLst>
                <a:path w="3856" h="5008" extrusionOk="0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4554025" y="4018325"/>
              <a:ext cx="53350" cy="69950"/>
            </a:xfrm>
            <a:custGeom>
              <a:avLst/>
              <a:gdLst/>
              <a:ahLst/>
              <a:cxnLst/>
              <a:rect l="l" t="t" r="r" b="b"/>
              <a:pathLst>
                <a:path w="2134" h="2798" extrusionOk="0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4551375" y="4015650"/>
              <a:ext cx="58650" cy="75250"/>
            </a:xfrm>
            <a:custGeom>
              <a:avLst/>
              <a:gdLst/>
              <a:ahLst/>
              <a:cxnLst/>
              <a:rect l="l" t="t" r="r" b="b"/>
              <a:pathLst>
                <a:path w="2346" h="3010" extrusionOk="0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4611675" y="4264750"/>
              <a:ext cx="240675" cy="151225"/>
            </a:xfrm>
            <a:custGeom>
              <a:avLst/>
              <a:gdLst/>
              <a:ahLst/>
              <a:cxnLst/>
              <a:rect l="l" t="t" r="r" b="b"/>
              <a:pathLst>
                <a:path w="9627" h="6049" extrusionOk="0">
                  <a:moveTo>
                    <a:pt x="3224" y="0"/>
                  </a:moveTo>
                  <a:cubicBezTo>
                    <a:pt x="2303" y="0"/>
                    <a:pt x="1611" y="737"/>
                    <a:pt x="1357" y="1564"/>
                  </a:cubicBezTo>
                  <a:cubicBezTo>
                    <a:pt x="864" y="3168"/>
                    <a:pt x="0" y="4401"/>
                    <a:pt x="740" y="5017"/>
                  </a:cubicBezTo>
                  <a:cubicBezTo>
                    <a:pt x="1480" y="5632"/>
                    <a:pt x="4668" y="6004"/>
                    <a:pt x="4668" y="6004"/>
                  </a:cubicBezTo>
                  <a:lnTo>
                    <a:pt x="4653" y="5965"/>
                  </a:lnTo>
                  <a:lnTo>
                    <a:pt x="4653" y="5965"/>
                  </a:lnTo>
                  <a:cubicBezTo>
                    <a:pt x="5014" y="5994"/>
                    <a:pt x="5801" y="6049"/>
                    <a:pt x="6607" y="6049"/>
                  </a:cubicBezTo>
                  <a:cubicBezTo>
                    <a:pt x="7522" y="6049"/>
                    <a:pt x="8462" y="5978"/>
                    <a:pt x="8827" y="5718"/>
                  </a:cubicBezTo>
                  <a:cubicBezTo>
                    <a:pt x="9626" y="5151"/>
                    <a:pt x="6992" y="2060"/>
                    <a:pt x="5276" y="802"/>
                  </a:cubicBezTo>
                  <a:cubicBezTo>
                    <a:pt x="4710" y="352"/>
                    <a:pt x="4026" y="74"/>
                    <a:pt x="3307" y="2"/>
                  </a:cubicBezTo>
                  <a:cubicBezTo>
                    <a:pt x="3279" y="1"/>
                    <a:pt x="3251" y="0"/>
                    <a:pt x="32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4613575" y="4262075"/>
              <a:ext cx="225325" cy="156625"/>
            </a:xfrm>
            <a:custGeom>
              <a:avLst/>
              <a:gdLst/>
              <a:ahLst/>
              <a:cxnLst/>
              <a:rect l="l" t="t" r="r" b="b"/>
              <a:pathLst>
                <a:path w="9013" h="6265" extrusionOk="0">
                  <a:moveTo>
                    <a:pt x="3131" y="214"/>
                  </a:moveTo>
                  <a:cubicBezTo>
                    <a:pt x="3160" y="214"/>
                    <a:pt x="3191" y="215"/>
                    <a:pt x="3221" y="216"/>
                  </a:cubicBezTo>
                  <a:cubicBezTo>
                    <a:pt x="3922" y="285"/>
                    <a:pt x="4583" y="554"/>
                    <a:pt x="5133" y="992"/>
                  </a:cubicBezTo>
                  <a:cubicBezTo>
                    <a:pt x="5134" y="994"/>
                    <a:pt x="5136" y="995"/>
                    <a:pt x="5137" y="995"/>
                  </a:cubicBezTo>
                  <a:cubicBezTo>
                    <a:pt x="6671" y="2121"/>
                    <a:pt x="8798" y="4600"/>
                    <a:pt x="8791" y="5502"/>
                  </a:cubicBezTo>
                  <a:cubicBezTo>
                    <a:pt x="8791" y="5612"/>
                    <a:pt x="8757" y="5690"/>
                    <a:pt x="8688" y="5739"/>
                  </a:cubicBezTo>
                  <a:cubicBezTo>
                    <a:pt x="8369" y="5966"/>
                    <a:pt x="7508" y="6049"/>
                    <a:pt x="6510" y="6049"/>
                  </a:cubicBezTo>
                  <a:cubicBezTo>
                    <a:pt x="5889" y="6049"/>
                    <a:pt x="5216" y="6017"/>
                    <a:pt x="4586" y="5967"/>
                  </a:cubicBezTo>
                  <a:cubicBezTo>
                    <a:pt x="4583" y="5967"/>
                    <a:pt x="4580" y="5965"/>
                    <a:pt x="4577" y="5965"/>
                  </a:cubicBezTo>
                  <a:cubicBezTo>
                    <a:pt x="4550" y="5965"/>
                    <a:pt x="4525" y="5976"/>
                    <a:pt x="4506" y="5992"/>
                  </a:cubicBezTo>
                  <a:cubicBezTo>
                    <a:pt x="3967" y="5925"/>
                    <a:pt x="1369" y="5571"/>
                    <a:pt x="733" y="5042"/>
                  </a:cubicBezTo>
                  <a:cubicBezTo>
                    <a:pt x="256" y="4645"/>
                    <a:pt x="538" y="3933"/>
                    <a:pt x="928" y="2949"/>
                  </a:cubicBezTo>
                  <a:cubicBezTo>
                    <a:pt x="1077" y="2573"/>
                    <a:pt x="1245" y="2149"/>
                    <a:pt x="1382" y="1702"/>
                  </a:cubicBezTo>
                  <a:cubicBezTo>
                    <a:pt x="1613" y="955"/>
                    <a:pt x="2242" y="214"/>
                    <a:pt x="3131" y="214"/>
                  </a:cubicBezTo>
                  <a:close/>
                  <a:moveTo>
                    <a:pt x="3136" y="1"/>
                  </a:moveTo>
                  <a:cubicBezTo>
                    <a:pt x="2129" y="1"/>
                    <a:pt x="1432" y="815"/>
                    <a:pt x="1178" y="1640"/>
                  </a:cubicBezTo>
                  <a:cubicBezTo>
                    <a:pt x="1044" y="2078"/>
                    <a:pt x="877" y="2497"/>
                    <a:pt x="730" y="2870"/>
                  </a:cubicBezTo>
                  <a:cubicBezTo>
                    <a:pt x="322" y="3897"/>
                    <a:pt x="0" y="4710"/>
                    <a:pt x="596" y="5204"/>
                  </a:cubicBezTo>
                  <a:cubicBezTo>
                    <a:pt x="1351" y="5834"/>
                    <a:pt x="4448" y="6202"/>
                    <a:pt x="4580" y="6217"/>
                  </a:cubicBezTo>
                  <a:cubicBezTo>
                    <a:pt x="4584" y="6217"/>
                    <a:pt x="4587" y="6217"/>
                    <a:pt x="4591" y="6217"/>
                  </a:cubicBezTo>
                  <a:cubicBezTo>
                    <a:pt x="4619" y="6217"/>
                    <a:pt x="4647" y="6207"/>
                    <a:pt x="4667" y="6187"/>
                  </a:cubicBezTo>
                  <a:cubicBezTo>
                    <a:pt x="5133" y="6223"/>
                    <a:pt x="5828" y="6265"/>
                    <a:pt x="6526" y="6265"/>
                  </a:cubicBezTo>
                  <a:cubicBezTo>
                    <a:pt x="7473" y="6265"/>
                    <a:pt x="8426" y="6187"/>
                    <a:pt x="8812" y="5912"/>
                  </a:cubicBezTo>
                  <a:cubicBezTo>
                    <a:pt x="8900" y="5851"/>
                    <a:pt x="9002" y="5730"/>
                    <a:pt x="9004" y="5504"/>
                  </a:cubicBezTo>
                  <a:cubicBezTo>
                    <a:pt x="9013" y="4441"/>
                    <a:pt x="6748" y="1912"/>
                    <a:pt x="5265" y="825"/>
                  </a:cubicBezTo>
                  <a:cubicBezTo>
                    <a:pt x="4681" y="361"/>
                    <a:pt x="3983" y="76"/>
                    <a:pt x="3237" y="4"/>
                  </a:cubicBezTo>
                  <a:cubicBezTo>
                    <a:pt x="3203" y="2"/>
                    <a:pt x="3170" y="1"/>
                    <a:pt x="31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4960800" y="4183425"/>
              <a:ext cx="461575" cy="392300"/>
            </a:xfrm>
            <a:custGeom>
              <a:avLst/>
              <a:gdLst/>
              <a:ahLst/>
              <a:cxnLst/>
              <a:rect l="l" t="t" r="r" b="b"/>
              <a:pathLst>
                <a:path w="18463" h="15692" extrusionOk="0">
                  <a:moveTo>
                    <a:pt x="13461" y="1"/>
                  </a:moveTo>
                  <a:cubicBezTo>
                    <a:pt x="12070" y="1"/>
                    <a:pt x="11011" y="714"/>
                    <a:pt x="11011" y="714"/>
                  </a:cubicBezTo>
                  <a:cubicBezTo>
                    <a:pt x="5944" y="3121"/>
                    <a:pt x="5944" y="9419"/>
                    <a:pt x="5944" y="9419"/>
                  </a:cubicBezTo>
                  <a:lnTo>
                    <a:pt x="1216" y="11684"/>
                  </a:lnTo>
                  <a:lnTo>
                    <a:pt x="399" y="13816"/>
                  </a:lnTo>
                  <a:lnTo>
                    <a:pt x="372" y="13816"/>
                  </a:lnTo>
                  <a:lnTo>
                    <a:pt x="389" y="13845"/>
                  </a:lnTo>
                  <a:lnTo>
                    <a:pt x="372" y="13886"/>
                  </a:lnTo>
                  <a:lnTo>
                    <a:pt x="412" y="13886"/>
                  </a:lnTo>
                  <a:lnTo>
                    <a:pt x="730" y="14430"/>
                  </a:lnTo>
                  <a:lnTo>
                    <a:pt x="0" y="14906"/>
                  </a:lnTo>
                  <a:cubicBezTo>
                    <a:pt x="359" y="14975"/>
                    <a:pt x="733" y="15036"/>
                    <a:pt x="1114" y="15091"/>
                  </a:cubicBezTo>
                  <a:lnTo>
                    <a:pt x="1216" y="15266"/>
                  </a:lnTo>
                  <a:cubicBezTo>
                    <a:pt x="1216" y="15266"/>
                    <a:pt x="4516" y="15692"/>
                    <a:pt x="7780" y="15692"/>
                  </a:cubicBezTo>
                  <a:cubicBezTo>
                    <a:pt x="8907" y="15692"/>
                    <a:pt x="10029" y="15641"/>
                    <a:pt x="11011" y="15505"/>
                  </a:cubicBezTo>
                  <a:cubicBezTo>
                    <a:pt x="11011" y="15505"/>
                    <a:pt x="14557" y="14458"/>
                    <a:pt x="15702" y="12577"/>
                  </a:cubicBezTo>
                  <a:cubicBezTo>
                    <a:pt x="16847" y="10695"/>
                    <a:pt x="18463" y="4962"/>
                    <a:pt x="18463" y="4962"/>
                  </a:cubicBezTo>
                  <a:cubicBezTo>
                    <a:pt x="17088" y="938"/>
                    <a:pt x="15056" y="1"/>
                    <a:pt x="134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4958000" y="4180725"/>
              <a:ext cx="467050" cy="397600"/>
            </a:xfrm>
            <a:custGeom>
              <a:avLst/>
              <a:gdLst/>
              <a:ahLst/>
              <a:cxnLst/>
              <a:rect l="l" t="t" r="r" b="b"/>
              <a:pathLst>
                <a:path w="18682" h="15904" extrusionOk="0">
                  <a:moveTo>
                    <a:pt x="13580" y="218"/>
                  </a:moveTo>
                  <a:cubicBezTo>
                    <a:pt x="13959" y="218"/>
                    <a:pt x="14362" y="272"/>
                    <a:pt x="14774" y="411"/>
                  </a:cubicBezTo>
                  <a:cubicBezTo>
                    <a:pt x="16340" y="939"/>
                    <a:pt x="17580" y="2507"/>
                    <a:pt x="18462" y="5073"/>
                  </a:cubicBezTo>
                  <a:cubicBezTo>
                    <a:pt x="18331" y="5536"/>
                    <a:pt x="16803" y="10854"/>
                    <a:pt x="15723" y="12629"/>
                  </a:cubicBezTo>
                  <a:cubicBezTo>
                    <a:pt x="14613" y="14453"/>
                    <a:pt x="11127" y="15501"/>
                    <a:pt x="11108" y="15507"/>
                  </a:cubicBezTo>
                  <a:cubicBezTo>
                    <a:pt x="10140" y="15642"/>
                    <a:pt x="9027" y="15692"/>
                    <a:pt x="7908" y="15692"/>
                  </a:cubicBezTo>
                  <a:cubicBezTo>
                    <a:pt x="4893" y="15692"/>
                    <a:pt x="1827" y="15328"/>
                    <a:pt x="1394" y="15275"/>
                  </a:cubicBezTo>
                  <a:lnTo>
                    <a:pt x="1318" y="15145"/>
                  </a:lnTo>
                  <a:cubicBezTo>
                    <a:pt x="1302" y="15117"/>
                    <a:pt x="1273" y="15099"/>
                    <a:pt x="1241" y="15093"/>
                  </a:cubicBezTo>
                  <a:cubicBezTo>
                    <a:pt x="949" y="15051"/>
                    <a:pt x="666" y="15005"/>
                    <a:pt x="395" y="14958"/>
                  </a:cubicBezTo>
                  <a:lnTo>
                    <a:pt x="900" y="14627"/>
                  </a:lnTo>
                  <a:cubicBezTo>
                    <a:pt x="947" y="14596"/>
                    <a:pt x="962" y="14533"/>
                    <a:pt x="934" y="14484"/>
                  </a:cubicBezTo>
                  <a:lnTo>
                    <a:pt x="618" y="13944"/>
                  </a:lnTo>
                  <a:lnTo>
                    <a:pt x="1412" y="11870"/>
                  </a:lnTo>
                  <a:lnTo>
                    <a:pt x="6102" y="9623"/>
                  </a:lnTo>
                  <a:cubicBezTo>
                    <a:pt x="6139" y="9605"/>
                    <a:pt x="6163" y="9568"/>
                    <a:pt x="6163" y="9526"/>
                  </a:cubicBezTo>
                  <a:cubicBezTo>
                    <a:pt x="6163" y="9465"/>
                    <a:pt x="6223" y="3268"/>
                    <a:pt x="11169" y="918"/>
                  </a:cubicBezTo>
                  <a:cubicBezTo>
                    <a:pt x="11173" y="915"/>
                    <a:pt x="11178" y="912"/>
                    <a:pt x="11182" y="909"/>
                  </a:cubicBezTo>
                  <a:cubicBezTo>
                    <a:pt x="11195" y="901"/>
                    <a:pt x="12234" y="218"/>
                    <a:pt x="13580" y="218"/>
                  </a:cubicBezTo>
                  <a:close/>
                  <a:moveTo>
                    <a:pt x="13562" y="1"/>
                  </a:moveTo>
                  <a:cubicBezTo>
                    <a:pt x="12210" y="1"/>
                    <a:pt x="11177" y="658"/>
                    <a:pt x="11071" y="729"/>
                  </a:cubicBezTo>
                  <a:cubicBezTo>
                    <a:pt x="6291" y="3004"/>
                    <a:pt x="5972" y="8767"/>
                    <a:pt x="5952" y="9459"/>
                  </a:cubicBezTo>
                  <a:lnTo>
                    <a:pt x="1282" y="11695"/>
                  </a:lnTo>
                  <a:cubicBezTo>
                    <a:pt x="1257" y="11707"/>
                    <a:pt x="1238" y="11728"/>
                    <a:pt x="1229" y="11753"/>
                  </a:cubicBezTo>
                  <a:lnTo>
                    <a:pt x="434" y="13830"/>
                  </a:lnTo>
                  <a:cubicBezTo>
                    <a:pt x="416" y="13839"/>
                    <a:pt x="401" y="13854"/>
                    <a:pt x="390" y="13872"/>
                  </a:cubicBezTo>
                  <a:cubicBezTo>
                    <a:pt x="376" y="13899"/>
                    <a:pt x="373" y="13930"/>
                    <a:pt x="383" y="13959"/>
                  </a:cubicBezTo>
                  <a:cubicBezTo>
                    <a:pt x="373" y="13991"/>
                    <a:pt x="377" y="14026"/>
                    <a:pt x="395" y="14054"/>
                  </a:cubicBezTo>
                  <a:cubicBezTo>
                    <a:pt x="411" y="14078"/>
                    <a:pt x="435" y="14093"/>
                    <a:pt x="462" y="14098"/>
                  </a:cubicBezTo>
                  <a:lnTo>
                    <a:pt x="699" y="14503"/>
                  </a:lnTo>
                  <a:lnTo>
                    <a:pt x="54" y="14925"/>
                  </a:lnTo>
                  <a:cubicBezTo>
                    <a:pt x="18" y="14949"/>
                    <a:pt x="0" y="14992"/>
                    <a:pt x="8" y="15034"/>
                  </a:cubicBezTo>
                  <a:cubicBezTo>
                    <a:pt x="17" y="15077"/>
                    <a:pt x="50" y="15109"/>
                    <a:pt x="93" y="15118"/>
                  </a:cubicBezTo>
                  <a:cubicBezTo>
                    <a:pt x="428" y="15182"/>
                    <a:pt x="787" y="15242"/>
                    <a:pt x="1160" y="15297"/>
                  </a:cubicBezTo>
                  <a:lnTo>
                    <a:pt x="1236" y="15428"/>
                  </a:lnTo>
                  <a:cubicBezTo>
                    <a:pt x="1253" y="15456"/>
                    <a:pt x="1282" y="15476"/>
                    <a:pt x="1315" y="15480"/>
                  </a:cubicBezTo>
                  <a:cubicBezTo>
                    <a:pt x="1358" y="15486"/>
                    <a:pt x="4649" y="15903"/>
                    <a:pt x="7901" y="15903"/>
                  </a:cubicBezTo>
                  <a:cubicBezTo>
                    <a:pt x="9037" y="15903"/>
                    <a:pt x="10167" y="15852"/>
                    <a:pt x="11154" y="15715"/>
                  </a:cubicBezTo>
                  <a:cubicBezTo>
                    <a:pt x="11300" y="15672"/>
                    <a:pt x="14753" y="14634"/>
                    <a:pt x="15905" y="12741"/>
                  </a:cubicBezTo>
                  <a:cubicBezTo>
                    <a:pt x="17046" y="10869"/>
                    <a:pt x="18611" y="5333"/>
                    <a:pt x="18678" y="5099"/>
                  </a:cubicBezTo>
                  <a:cubicBezTo>
                    <a:pt x="18682" y="5079"/>
                    <a:pt x="18682" y="5056"/>
                    <a:pt x="18675" y="5035"/>
                  </a:cubicBezTo>
                  <a:cubicBezTo>
                    <a:pt x="17769" y="2384"/>
                    <a:pt x="16480" y="759"/>
                    <a:pt x="14839" y="208"/>
                  </a:cubicBezTo>
                  <a:cubicBezTo>
                    <a:pt x="14396" y="59"/>
                    <a:pt x="13965" y="1"/>
                    <a:pt x="135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4451750" y="4187925"/>
              <a:ext cx="170975" cy="386900"/>
            </a:xfrm>
            <a:custGeom>
              <a:avLst/>
              <a:gdLst/>
              <a:ahLst/>
              <a:cxnLst/>
              <a:rect l="l" t="t" r="r" b="b"/>
              <a:pathLst>
                <a:path w="6839" h="15476" extrusionOk="0">
                  <a:moveTo>
                    <a:pt x="428" y="1"/>
                  </a:moveTo>
                  <a:lnTo>
                    <a:pt x="428" y="1"/>
                  </a:lnTo>
                  <a:cubicBezTo>
                    <a:pt x="229" y="2636"/>
                    <a:pt x="1" y="5955"/>
                    <a:pt x="1165" y="9207"/>
                  </a:cubicBezTo>
                  <a:cubicBezTo>
                    <a:pt x="1788" y="10923"/>
                    <a:pt x="2727" y="13203"/>
                    <a:pt x="3696" y="15474"/>
                  </a:cubicBezTo>
                  <a:lnTo>
                    <a:pt x="3696" y="15475"/>
                  </a:lnTo>
                  <a:cubicBezTo>
                    <a:pt x="4541" y="15407"/>
                    <a:pt x="5377" y="15277"/>
                    <a:pt x="6202" y="15088"/>
                  </a:cubicBezTo>
                  <a:lnTo>
                    <a:pt x="6256" y="14914"/>
                  </a:lnTo>
                  <a:cubicBezTo>
                    <a:pt x="6457" y="14859"/>
                    <a:pt x="6650" y="14796"/>
                    <a:pt x="6838" y="14728"/>
                  </a:cubicBezTo>
                  <a:lnTo>
                    <a:pt x="6455" y="14253"/>
                  </a:lnTo>
                  <a:lnTo>
                    <a:pt x="6622" y="13709"/>
                  </a:lnTo>
                  <a:lnTo>
                    <a:pt x="6645" y="13709"/>
                  </a:lnTo>
                  <a:lnTo>
                    <a:pt x="6645" y="13638"/>
                  </a:lnTo>
                  <a:lnTo>
                    <a:pt x="6631" y="13638"/>
                  </a:lnTo>
                  <a:lnTo>
                    <a:pt x="6204" y="11506"/>
                  </a:lnTo>
                  <a:lnTo>
                    <a:pt x="3722" y="9239"/>
                  </a:lnTo>
                  <a:cubicBezTo>
                    <a:pt x="3722" y="9239"/>
                    <a:pt x="3722" y="2941"/>
                    <a:pt x="1067" y="534"/>
                  </a:cubicBezTo>
                  <a:cubicBezTo>
                    <a:pt x="888" y="319"/>
                    <a:pt x="671" y="138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4448625" y="4185250"/>
              <a:ext cx="176875" cy="392200"/>
            </a:xfrm>
            <a:custGeom>
              <a:avLst/>
              <a:gdLst/>
              <a:ahLst/>
              <a:cxnLst/>
              <a:rect l="l" t="t" r="r" b="b"/>
              <a:pathLst>
                <a:path w="7075" h="15688" extrusionOk="0">
                  <a:moveTo>
                    <a:pt x="646" y="291"/>
                  </a:moveTo>
                  <a:lnTo>
                    <a:pt x="646" y="291"/>
                  </a:lnTo>
                  <a:cubicBezTo>
                    <a:pt x="820" y="407"/>
                    <a:pt x="978" y="550"/>
                    <a:pt x="1121" y="720"/>
                  </a:cubicBezTo>
                  <a:cubicBezTo>
                    <a:pt x="3710" y="3068"/>
                    <a:pt x="3741" y="9284"/>
                    <a:pt x="3741" y="9346"/>
                  </a:cubicBezTo>
                  <a:cubicBezTo>
                    <a:pt x="3741" y="9376"/>
                    <a:pt x="3753" y="9405"/>
                    <a:pt x="3775" y="9424"/>
                  </a:cubicBezTo>
                  <a:lnTo>
                    <a:pt x="6232" y="11668"/>
                  </a:lnTo>
                  <a:lnTo>
                    <a:pt x="6652" y="13766"/>
                  </a:lnTo>
                  <a:cubicBezTo>
                    <a:pt x="6652" y="13767"/>
                    <a:pt x="6652" y="13767"/>
                    <a:pt x="6652" y="13769"/>
                  </a:cubicBezTo>
                  <a:cubicBezTo>
                    <a:pt x="6650" y="13773"/>
                    <a:pt x="6647" y="13779"/>
                    <a:pt x="6646" y="13783"/>
                  </a:cubicBezTo>
                  <a:lnTo>
                    <a:pt x="6479" y="14328"/>
                  </a:lnTo>
                  <a:cubicBezTo>
                    <a:pt x="6469" y="14361"/>
                    <a:pt x="6476" y="14398"/>
                    <a:pt x="6499" y="14425"/>
                  </a:cubicBezTo>
                  <a:lnTo>
                    <a:pt x="6786" y="14784"/>
                  </a:lnTo>
                  <a:cubicBezTo>
                    <a:pt x="6644" y="14832"/>
                    <a:pt x="6500" y="14876"/>
                    <a:pt x="6353" y="14918"/>
                  </a:cubicBezTo>
                  <a:cubicBezTo>
                    <a:pt x="6317" y="14927"/>
                    <a:pt x="6290" y="14955"/>
                    <a:pt x="6280" y="14990"/>
                  </a:cubicBezTo>
                  <a:lnTo>
                    <a:pt x="6244" y="15106"/>
                  </a:lnTo>
                  <a:cubicBezTo>
                    <a:pt x="5470" y="15280"/>
                    <a:pt x="4679" y="15402"/>
                    <a:pt x="3890" y="15469"/>
                  </a:cubicBezTo>
                  <a:cubicBezTo>
                    <a:pt x="2772" y="12851"/>
                    <a:pt x="1932" y="10768"/>
                    <a:pt x="1391" y="9278"/>
                  </a:cubicBezTo>
                  <a:cubicBezTo>
                    <a:pt x="244" y="6074"/>
                    <a:pt x="461" y="2756"/>
                    <a:pt x="646" y="291"/>
                  </a:cubicBezTo>
                  <a:close/>
                  <a:moveTo>
                    <a:pt x="552" y="1"/>
                  </a:moveTo>
                  <a:cubicBezTo>
                    <a:pt x="535" y="1"/>
                    <a:pt x="518" y="5"/>
                    <a:pt x="503" y="14"/>
                  </a:cubicBezTo>
                  <a:cubicBezTo>
                    <a:pt x="470" y="30"/>
                    <a:pt x="449" y="63"/>
                    <a:pt x="446" y="100"/>
                  </a:cubicBezTo>
                  <a:cubicBezTo>
                    <a:pt x="258" y="2602"/>
                    <a:pt x="1" y="6026"/>
                    <a:pt x="1190" y="9351"/>
                  </a:cubicBezTo>
                  <a:cubicBezTo>
                    <a:pt x="1737" y="10858"/>
                    <a:pt x="2590" y="12968"/>
                    <a:pt x="3725" y="15624"/>
                  </a:cubicBezTo>
                  <a:cubicBezTo>
                    <a:pt x="3741" y="15663"/>
                    <a:pt x="3780" y="15688"/>
                    <a:pt x="3821" y="15688"/>
                  </a:cubicBezTo>
                  <a:lnTo>
                    <a:pt x="3830" y="15688"/>
                  </a:lnTo>
                  <a:cubicBezTo>
                    <a:pt x="4675" y="15619"/>
                    <a:pt x="5523" y="15488"/>
                    <a:pt x="6351" y="15299"/>
                  </a:cubicBezTo>
                  <a:cubicBezTo>
                    <a:pt x="6388" y="15290"/>
                    <a:pt x="6418" y="15263"/>
                    <a:pt x="6430" y="15226"/>
                  </a:cubicBezTo>
                  <a:lnTo>
                    <a:pt x="6466" y="15107"/>
                  </a:lnTo>
                  <a:cubicBezTo>
                    <a:pt x="6649" y="15055"/>
                    <a:pt x="6828" y="14998"/>
                    <a:pt x="7000" y="14936"/>
                  </a:cubicBezTo>
                  <a:cubicBezTo>
                    <a:pt x="7032" y="14924"/>
                    <a:pt x="7057" y="14897"/>
                    <a:pt x="7066" y="14863"/>
                  </a:cubicBezTo>
                  <a:cubicBezTo>
                    <a:pt x="7075" y="14830"/>
                    <a:pt x="7067" y="14794"/>
                    <a:pt x="7046" y="14768"/>
                  </a:cubicBezTo>
                  <a:lnTo>
                    <a:pt x="6700" y="14336"/>
                  </a:lnTo>
                  <a:lnTo>
                    <a:pt x="6834" y="13901"/>
                  </a:lnTo>
                  <a:cubicBezTo>
                    <a:pt x="6859" y="13882"/>
                    <a:pt x="6875" y="13850"/>
                    <a:pt x="6875" y="13815"/>
                  </a:cubicBezTo>
                  <a:lnTo>
                    <a:pt x="6875" y="13745"/>
                  </a:lnTo>
                  <a:cubicBezTo>
                    <a:pt x="6875" y="13722"/>
                    <a:pt x="6866" y="13702"/>
                    <a:pt x="6853" y="13685"/>
                  </a:cubicBezTo>
                  <a:lnTo>
                    <a:pt x="6435" y="11592"/>
                  </a:lnTo>
                  <a:cubicBezTo>
                    <a:pt x="6430" y="11569"/>
                    <a:pt x="6418" y="11549"/>
                    <a:pt x="6402" y="11534"/>
                  </a:cubicBezTo>
                  <a:lnTo>
                    <a:pt x="3954" y="9299"/>
                  </a:lnTo>
                  <a:cubicBezTo>
                    <a:pt x="3949" y="8670"/>
                    <a:pt x="3832" y="2890"/>
                    <a:pt x="1274" y="572"/>
                  </a:cubicBezTo>
                  <a:cubicBezTo>
                    <a:pt x="1086" y="346"/>
                    <a:pt x="861" y="158"/>
                    <a:pt x="605" y="15"/>
                  </a:cubicBezTo>
                  <a:cubicBezTo>
                    <a:pt x="589" y="5"/>
                    <a:pt x="570" y="1"/>
                    <a:pt x="55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531620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5313525" y="3860200"/>
              <a:ext cx="350725" cy="504900"/>
            </a:xfrm>
            <a:custGeom>
              <a:avLst/>
              <a:gdLst/>
              <a:ahLst/>
              <a:cxnLst/>
              <a:rect l="l" t="t" r="r" b="b"/>
              <a:pathLst>
                <a:path w="14029" h="20196" extrusionOk="0">
                  <a:moveTo>
                    <a:pt x="7014" y="214"/>
                  </a:moveTo>
                  <a:cubicBezTo>
                    <a:pt x="10764" y="214"/>
                    <a:pt x="13814" y="4648"/>
                    <a:pt x="13814" y="10099"/>
                  </a:cubicBezTo>
                  <a:cubicBezTo>
                    <a:pt x="13814" y="15548"/>
                    <a:pt x="10764" y="19983"/>
                    <a:pt x="7014" y="19983"/>
                  </a:cubicBezTo>
                  <a:cubicBezTo>
                    <a:pt x="3265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4" y="20195"/>
                  </a:cubicBezTo>
                  <a:cubicBezTo>
                    <a:pt x="10881" y="20195"/>
                    <a:pt x="14029" y="15666"/>
                    <a:pt x="14029" y="10099"/>
                  </a:cubicBezTo>
                  <a:cubicBezTo>
                    <a:pt x="14029" y="4530"/>
                    <a:pt x="10881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5368650" y="3938800"/>
              <a:ext cx="240475" cy="347725"/>
            </a:xfrm>
            <a:custGeom>
              <a:avLst/>
              <a:gdLst/>
              <a:ahLst/>
              <a:cxnLst/>
              <a:rect l="l" t="t" r="r" b="b"/>
              <a:pathLst>
                <a:path w="9619" h="13909" extrusionOk="0">
                  <a:moveTo>
                    <a:pt x="4809" y="0"/>
                  </a:moveTo>
                  <a:cubicBezTo>
                    <a:pt x="2153" y="0"/>
                    <a:pt x="0" y="3114"/>
                    <a:pt x="0" y="6955"/>
                  </a:cubicBezTo>
                  <a:cubicBezTo>
                    <a:pt x="0" y="8798"/>
                    <a:pt x="506" y="10567"/>
                    <a:pt x="1409" y="11871"/>
                  </a:cubicBezTo>
                  <a:cubicBezTo>
                    <a:pt x="2311" y="13176"/>
                    <a:pt x="3533" y="13908"/>
                    <a:pt x="4809" y="13908"/>
                  </a:cubicBezTo>
                  <a:cubicBezTo>
                    <a:pt x="6084" y="13908"/>
                    <a:pt x="7308" y="13176"/>
                    <a:pt x="8210" y="11871"/>
                  </a:cubicBezTo>
                  <a:cubicBezTo>
                    <a:pt x="9111" y="10567"/>
                    <a:pt x="9619" y="8798"/>
                    <a:pt x="9619" y="6955"/>
                  </a:cubicBezTo>
                  <a:cubicBezTo>
                    <a:pt x="9619" y="3114"/>
                    <a:pt x="7466" y="0"/>
                    <a:pt x="4809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5365975" y="3936150"/>
              <a:ext cx="245800" cy="353050"/>
            </a:xfrm>
            <a:custGeom>
              <a:avLst/>
              <a:gdLst/>
              <a:ahLst/>
              <a:cxnLst/>
              <a:rect l="l" t="t" r="r" b="b"/>
              <a:pathLst>
                <a:path w="9832" h="14122" extrusionOk="0">
                  <a:moveTo>
                    <a:pt x="4916" y="213"/>
                  </a:moveTo>
                  <a:cubicBezTo>
                    <a:pt x="7509" y="213"/>
                    <a:pt x="9619" y="3285"/>
                    <a:pt x="9619" y="7061"/>
                  </a:cubicBezTo>
                  <a:cubicBezTo>
                    <a:pt x="9619" y="10837"/>
                    <a:pt x="7509" y="13909"/>
                    <a:pt x="4916" y="13909"/>
                  </a:cubicBezTo>
                  <a:cubicBezTo>
                    <a:pt x="2324" y="13909"/>
                    <a:pt x="214" y="10837"/>
                    <a:pt x="214" y="7061"/>
                  </a:cubicBezTo>
                  <a:cubicBezTo>
                    <a:pt x="214" y="3285"/>
                    <a:pt x="2324" y="213"/>
                    <a:pt x="4916" y="213"/>
                  </a:cubicBezTo>
                  <a:close/>
                  <a:moveTo>
                    <a:pt x="4916" y="0"/>
                  </a:moveTo>
                  <a:cubicBezTo>
                    <a:pt x="2205" y="0"/>
                    <a:pt x="0" y="3167"/>
                    <a:pt x="0" y="7061"/>
                  </a:cubicBezTo>
                  <a:cubicBezTo>
                    <a:pt x="0" y="10953"/>
                    <a:pt x="2207" y="14121"/>
                    <a:pt x="4916" y="14121"/>
                  </a:cubicBezTo>
                  <a:cubicBezTo>
                    <a:pt x="7626" y="14121"/>
                    <a:pt x="9831" y="10953"/>
                    <a:pt x="9831" y="7061"/>
                  </a:cubicBezTo>
                  <a:cubicBezTo>
                    <a:pt x="9831" y="3167"/>
                    <a:pt x="7626" y="0"/>
                    <a:pt x="49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5414850" y="4005500"/>
              <a:ext cx="148075" cy="214325"/>
            </a:xfrm>
            <a:custGeom>
              <a:avLst/>
              <a:gdLst/>
              <a:ahLst/>
              <a:cxnLst/>
              <a:rect l="l" t="t" r="r" b="b"/>
              <a:pathLst>
                <a:path w="5923" h="8573" extrusionOk="0">
                  <a:moveTo>
                    <a:pt x="2961" y="0"/>
                  </a:moveTo>
                  <a:cubicBezTo>
                    <a:pt x="1325" y="0"/>
                    <a:pt x="0" y="1920"/>
                    <a:pt x="0" y="4287"/>
                  </a:cubicBezTo>
                  <a:cubicBezTo>
                    <a:pt x="0" y="6654"/>
                    <a:pt x="1325" y="8572"/>
                    <a:pt x="2961" y="8572"/>
                  </a:cubicBezTo>
                  <a:cubicBezTo>
                    <a:pt x="4598" y="8572"/>
                    <a:pt x="5923" y="6654"/>
                    <a:pt x="5923" y="4287"/>
                  </a:cubicBezTo>
                  <a:cubicBezTo>
                    <a:pt x="5923" y="1920"/>
                    <a:pt x="4598" y="0"/>
                    <a:pt x="2961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5412150" y="4002825"/>
              <a:ext cx="153475" cy="219675"/>
            </a:xfrm>
            <a:custGeom>
              <a:avLst/>
              <a:gdLst/>
              <a:ahLst/>
              <a:cxnLst/>
              <a:rect l="l" t="t" r="r" b="b"/>
              <a:pathLst>
                <a:path w="6139" h="8787" extrusionOk="0">
                  <a:moveTo>
                    <a:pt x="3069" y="215"/>
                  </a:moveTo>
                  <a:cubicBezTo>
                    <a:pt x="4643" y="215"/>
                    <a:pt x="5925" y="2089"/>
                    <a:pt x="5925" y="4394"/>
                  </a:cubicBezTo>
                  <a:cubicBezTo>
                    <a:pt x="5925" y="6699"/>
                    <a:pt x="4643" y="8573"/>
                    <a:pt x="3069" y="8573"/>
                  </a:cubicBezTo>
                  <a:cubicBezTo>
                    <a:pt x="1496" y="8573"/>
                    <a:pt x="214" y="6699"/>
                    <a:pt x="214" y="4394"/>
                  </a:cubicBezTo>
                  <a:cubicBezTo>
                    <a:pt x="214" y="2089"/>
                    <a:pt x="1496" y="215"/>
                    <a:pt x="3069" y="215"/>
                  </a:cubicBezTo>
                  <a:close/>
                  <a:moveTo>
                    <a:pt x="3069" y="0"/>
                  </a:moveTo>
                  <a:cubicBezTo>
                    <a:pt x="1377" y="0"/>
                    <a:pt x="1" y="1971"/>
                    <a:pt x="1" y="4394"/>
                  </a:cubicBezTo>
                  <a:cubicBezTo>
                    <a:pt x="1" y="6816"/>
                    <a:pt x="1378" y="8786"/>
                    <a:pt x="3069" y="8786"/>
                  </a:cubicBezTo>
                  <a:cubicBezTo>
                    <a:pt x="4761" y="8786"/>
                    <a:pt x="6138" y="6815"/>
                    <a:pt x="6138" y="4394"/>
                  </a:cubicBezTo>
                  <a:cubicBezTo>
                    <a:pt x="6138" y="1971"/>
                    <a:pt x="4761" y="0"/>
                    <a:pt x="30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4593325" y="4534400"/>
              <a:ext cx="67725" cy="87175"/>
            </a:xfrm>
            <a:custGeom>
              <a:avLst/>
              <a:gdLst/>
              <a:ahLst/>
              <a:cxnLst/>
              <a:rect l="l" t="t" r="r" b="b"/>
              <a:pathLst>
                <a:path w="2709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5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4590600" y="4531750"/>
              <a:ext cx="73100" cy="92450"/>
            </a:xfrm>
            <a:custGeom>
              <a:avLst/>
              <a:gdLst/>
              <a:ahLst/>
              <a:cxnLst/>
              <a:rect l="l" t="t" r="r" b="b"/>
              <a:pathLst>
                <a:path w="2924" h="3698" extrusionOk="0">
                  <a:moveTo>
                    <a:pt x="2710" y="214"/>
                  </a:moveTo>
                  <a:lnTo>
                    <a:pt x="2710" y="2799"/>
                  </a:lnTo>
                  <a:cubicBezTo>
                    <a:pt x="2710" y="3177"/>
                    <a:pt x="2402" y="3485"/>
                    <a:pt x="2024" y="3485"/>
                  </a:cubicBezTo>
                  <a:lnTo>
                    <a:pt x="903" y="3485"/>
                  </a:lnTo>
                  <a:cubicBezTo>
                    <a:pt x="523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6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3" y="3294"/>
                    <a:pt x="2923" y="2799"/>
                  </a:cubicBezTo>
                  <a:lnTo>
                    <a:pt x="2923" y="107"/>
                  </a:lnTo>
                  <a:cubicBezTo>
                    <a:pt x="2923" y="49"/>
                    <a:pt x="2876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4660925" y="4534400"/>
              <a:ext cx="67775" cy="87175"/>
            </a:xfrm>
            <a:custGeom>
              <a:avLst/>
              <a:gdLst/>
              <a:ahLst/>
              <a:cxnLst/>
              <a:rect l="l" t="t" r="r" b="b"/>
              <a:pathLst>
                <a:path w="2711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8" y="3486"/>
                  </a:lnTo>
                  <a:cubicBezTo>
                    <a:pt x="2356" y="3486"/>
                    <a:pt x="2710" y="3130"/>
                    <a:pt x="2710" y="2693"/>
                  </a:cubicBezTo>
                  <a:lnTo>
                    <a:pt x="2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4658250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1" y="214"/>
                  </a:moveTo>
                  <a:lnTo>
                    <a:pt x="2711" y="2799"/>
                  </a:lnTo>
                  <a:cubicBezTo>
                    <a:pt x="2711" y="3177"/>
                    <a:pt x="2403" y="3485"/>
                    <a:pt x="2023" y="3485"/>
                  </a:cubicBezTo>
                  <a:lnTo>
                    <a:pt x="901" y="3485"/>
                  </a:lnTo>
                  <a:cubicBezTo>
                    <a:pt x="521" y="3485"/>
                    <a:pt x="214" y="3177"/>
                    <a:pt x="214" y="2799"/>
                  </a:cubicBezTo>
                  <a:lnTo>
                    <a:pt x="214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lnTo>
                    <a:pt x="0" y="2799"/>
                  </a:lnTo>
                  <a:cubicBezTo>
                    <a:pt x="0" y="3294"/>
                    <a:pt x="405" y="3698"/>
                    <a:pt x="901" y="3698"/>
                  </a:cubicBezTo>
                  <a:lnTo>
                    <a:pt x="2025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4728625" y="4534400"/>
              <a:ext cx="67850" cy="87175"/>
            </a:xfrm>
            <a:custGeom>
              <a:avLst/>
              <a:gdLst/>
              <a:ahLst/>
              <a:cxnLst/>
              <a:rect l="l" t="t" r="r" b="b"/>
              <a:pathLst>
                <a:path w="2714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6" y="3486"/>
                    <a:pt x="794" y="3486"/>
                  </a:cubicBezTo>
                  <a:lnTo>
                    <a:pt x="1920" y="3486"/>
                  </a:lnTo>
                  <a:cubicBezTo>
                    <a:pt x="2358" y="3486"/>
                    <a:pt x="2713" y="3130"/>
                    <a:pt x="2713" y="2693"/>
                  </a:cubicBezTo>
                  <a:lnTo>
                    <a:pt x="27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4725900" y="4531750"/>
              <a:ext cx="73225" cy="92450"/>
            </a:xfrm>
            <a:custGeom>
              <a:avLst/>
              <a:gdLst/>
              <a:ahLst/>
              <a:cxnLst/>
              <a:rect l="l" t="t" r="r" b="b"/>
              <a:pathLst>
                <a:path w="2929" h="3698" extrusionOk="0">
                  <a:moveTo>
                    <a:pt x="2715" y="214"/>
                  </a:moveTo>
                  <a:lnTo>
                    <a:pt x="2715" y="2799"/>
                  </a:lnTo>
                  <a:cubicBezTo>
                    <a:pt x="2715" y="3177"/>
                    <a:pt x="2407" y="3485"/>
                    <a:pt x="2029" y="3485"/>
                  </a:cubicBezTo>
                  <a:lnTo>
                    <a:pt x="903" y="3485"/>
                  </a:lnTo>
                  <a:cubicBezTo>
                    <a:pt x="523" y="3485"/>
                    <a:pt x="215" y="3177"/>
                    <a:pt x="215" y="2799"/>
                  </a:cubicBezTo>
                  <a:lnTo>
                    <a:pt x="215" y="214"/>
                  </a:lnTo>
                  <a:close/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9" y="3698"/>
                  </a:lnTo>
                  <a:cubicBezTo>
                    <a:pt x="2525" y="3698"/>
                    <a:pt x="2928" y="3294"/>
                    <a:pt x="2928" y="2799"/>
                  </a:cubicBezTo>
                  <a:lnTo>
                    <a:pt x="2928" y="107"/>
                  </a:lnTo>
                  <a:cubicBezTo>
                    <a:pt x="2928" y="49"/>
                    <a:pt x="2880" y="1"/>
                    <a:pt x="28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4796475" y="4534400"/>
              <a:ext cx="67750" cy="87175"/>
            </a:xfrm>
            <a:custGeom>
              <a:avLst/>
              <a:gdLst/>
              <a:ahLst/>
              <a:cxnLst/>
              <a:rect l="l" t="t" r="r" b="b"/>
              <a:pathLst>
                <a:path w="2710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7" y="3486"/>
                    <a:pt x="794" y="3486"/>
                  </a:cubicBezTo>
                  <a:lnTo>
                    <a:pt x="1916" y="3486"/>
                  </a:lnTo>
                  <a:cubicBezTo>
                    <a:pt x="2355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4793775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3" y="3485"/>
                    <a:pt x="2024" y="3485"/>
                  </a:cubicBezTo>
                  <a:lnTo>
                    <a:pt x="902" y="3485"/>
                  </a:lnTo>
                  <a:cubicBezTo>
                    <a:pt x="524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14"/>
                    <a:pt x="2" y="122"/>
                    <a:pt x="3" y="127"/>
                  </a:cubicBezTo>
                  <a:lnTo>
                    <a:pt x="3" y="2799"/>
                  </a:lnTo>
                  <a:cubicBezTo>
                    <a:pt x="3" y="3294"/>
                    <a:pt x="407" y="3698"/>
                    <a:pt x="902" y="3698"/>
                  </a:cubicBezTo>
                  <a:lnTo>
                    <a:pt x="2024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4864000" y="4534400"/>
              <a:ext cx="67700" cy="87175"/>
            </a:xfrm>
            <a:custGeom>
              <a:avLst/>
              <a:gdLst/>
              <a:ahLst/>
              <a:cxnLst/>
              <a:rect l="l" t="t" r="r" b="b"/>
              <a:pathLst>
                <a:path w="2708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5" y="3486"/>
                    <a:pt x="793" y="3486"/>
                  </a:cubicBezTo>
                  <a:lnTo>
                    <a:pt x="1916" y="3486"/>
                  </a:lnTo>
                  <a:cubicBezTo>
                    <a:pt x="2353" y="3486"/>
                    <a:pt x="2708" y="3130"/>
                    <a:pt x="2708" y="2693"/>
                  </a:cubicBezTo>
                  <a:lnTo>
                    <a:pt x="2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4861250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6" y="3485"/>
                  </a:cubicBezTo>
                  <a:lnTo>
                    <a:pt x="903" y="3485"/>
                  </a:lnTo>
                  <a:cubicBezTo>
                    <a:pt x="525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2" y="122"/>
                    <a:pt x="4" y="127"/>
                  </a:cubicBezTo>
                  <a:lnTo>
                    <a:pt x="4" y="2799"/>
                  </a:lnTo>
                  <a:cubicBezTo>
                    <a:pt x="4" y="3294"/>
                    <a:pt x="407" y="3698"/>
                    <a:pt x="903" y="3698"/>
                  </a:cubicBezTo>
                  <a:lnTo>
                    <a:pt x="2026" y="3698"/>
                  </a:lnTo>
                  <a:cubicBezTo>
                    <a:pt x="2521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4931650" y="4534400"/>
              <a:ext cx="67725" cy="87175"/>
            </a:xfrm>
            <a:custGeom>
              <a:avLst/>
              <a:gdLst/>
              <a:ahLst/>
              <a:cxnLst/>
              <a:rect l="l" t="t" r="r" b="b"/>
              <a:pathLst>
                <a:path w="2709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4928925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4" y="3485"/>
                  </a:cubicBezTo>
                  <a:lnTo>
                    <a:pt x="903" y="3485"/>
                  </a:lnTo>
                  <a:cubicBezTo>
                    <a:pt x="525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7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4593250" y="4448950"/>
              <a:ext cx="67725" cy="87150"/>
            </a:xfrm>
            <a:custGeom>
              <a:avLst/>
              <a:gdLst/>
              <a:ahLst/>
              <a:cxnLst/>
              <a:rect l="l" t="t" r="r" b="b"/>
              <a:pathLst>
                <a:path w="2709" h="3486" extrusionOk="0">
                  <a:moveTo>
                    <a:pt x="792" y="0"/>
                  </a:moveTo>
                  <a:cubicBezTo>
                    <a:pt x="355" y="2"/>
                    <a:pt x="0" y="357"/>
                    <a:pt x="0" y="797"/>
                  </a:cubicBezTo>
                  <a:lnTo>
                    <a:pt x="0" y="3486"/>
                  </a:lnTo>
                  <a:lnTo>
                    <a:pt x="2709" y="3486"/>
                  </a:lnTo>
                  <a:lnTo>
                    <a:pt x="2709" y="794"/>
                  </a:lnTo>
                  <a:cubicBezTo>
                    <a:pt x="2709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4590575" y="4446300"/>
              <a:ext cx="73075" cy="92450"/>
            </a:xfrm>
            <a:custGeom>
              <a:avLst/>
              <a:gdLst/>
              <a:ahLst/>
              <a:cxnLst/>
              <a:rect l="l" t="t" r="r" b="b"/>
              <a:pathLst>
                <a:path w="2923" h="3698" extrusionOk="0">
                  <a:moveTo>
                    <a:pt x="2024" y="213"/>
                  </a:moveTo>
                  <a:cubicBezTo>
                    <a:pt x="2402" y="213"/>
                    <a:pt x="2710" y="521"/>
                    <a:pt x="2710" y="900"/>
                  </a:cubicBezTo>
                  <a:lnTo>
                    <a:pt x="2710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5" y="718"/>
                    <a:pt x="286" y="545"/>
                    <a:pt x="414" y="416"/>
                  </a:cubicBezTo>
                  <a:cubicBezTo>
                    <a:pt x="544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7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9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4660875" y="4448950"/>
              <a:ext cx="67775" cy="87150"/>
            </a:xfrm>
            <a:custGeom>
              <a:avLst/>
              <a:gdLst/>
              <a:ahLst/>
              <a:cxnLst/>
              <a:rect l="l" t="t" r="r" b="b"/>
              <a:pathLst>
                <a:path w="2711" h="3486" extrusionOk="0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1" y="3486"/>
                  </a:lnTo>
                  <a:lnTo>
                    <a:pt x="2711" y="794"/>
                  </a:lnTo>
                  <a:cubicBezTo>
                    <a:pt x="2711" y="356"/>
                    <a:pt x="2355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4658250" y="4446300"/>
              <a:ext cx="73075" cy="92450"/>
            </a:xfrm>
            <a:custGeom>
              <a:avLst/>
              <a:gdLst/>
              <a:ahLst/>
              <a:cxnLst/>
              <a:rect l="l" t="t" r="r" b="b"/>
              <a:pathLst>
                <a:path w="2923" h="3698" extrusionOk="0">
                  <a:moveTo>
                    <a:pt x="2022" y="213"/>
                  </a:moveTo>
                  <a:cubicBezTo>
                    <a:pt x="2402" y="213"/>
                    <a:pt x="2708" y="521"/>
                    <a:pt x="2708" y="900"/>
                  </a:cubicBezTo>
                  <a:lnTo>
                    <a:pt x="2708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8" y="0"/>
                  </a:moveTo>
                  <a:cubicBezTo>
                    <a:pt x="658" y="0"/>
                    <a:pt x="432" y="94"/>
                    <a:pt x="262" y="265"/>
                  </a:cubicBezTo>
                  <a:cubicBezTo>
                    <a:pt x="92" y="435"/>
                    <a:pt x="0" y="661"/>
                    <a:pt x="0" y="903"/>
                  </a:cubicBezTo>
                  <a:lnTo>
                    <a:pt x="0" y="3592"/>
                  </a:lnTo>
                  <a:cubicBezTo>
                    <a:pt x="0" y="3650"/>
                    <a:pt x="48" y="3697"/>
                    <a:pt x="107" y="3697"/>
                  </a:cubicBezTo>
                  <a:lnTo>
                    <a:pt x="2816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8" y="0"/>
                    <a:pt x="20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4728550" y="4448950"/>
              <a:ext cx="67800" cy="87150"/>
            </a:xfrm>
            <a:custGeom>
              <a:avLst/>
              <a:gdLst/>
              <a:ahLst/>
              <a:cxnLst/>
              <a:rect l="l" t="t" r="r" b="b"/>
              <a:pathLst>
                <a:path w="2712" h="3486" extrusionOk="0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4725900" y="4446300"/>
              <a:ext cx="73150" cy="92450"/>
            </a:xfrm>
            <a:custGeom>
              <a:avLst/>
              <a:gdLst/>
              <a:ahLst/>
              <a:cxnLst/>
              <a:rect l="l" t="t" r="r" b="b"/>
              <a:pathLst>
                <a:path w="2926" h="3698" extrusionOk="0">
                  <a:moveTo>
                    <a:pt x="2024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3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9" y="3697"/>
                    <a:pt x="108" y="3697"/>
                  </a:cubicBezTo>
                  <a:lnTo>
                    <a:pt x="2818" y="3697"/>
                  </a:lnTo>
                  <a:cubicBezTo>
                    <a:pt x="2877" y="3697"/>
                    <a:pt x="2925" y="3650"/>
                    <a:pt x="2925" y="3592"/>
                  </a:cubicBezTo>
                  <a:lnTo>
                    <a:pt x="2925" y="900"/>
                  </a:lnTo>
                  <a:cubicBezTo>
                    <a:pt x="2925" y="404"/>
                    <a:pt x="2520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0"/>
            <p:cNvSpPr/>
            <p:nvPr/>
          </p:nvSpPr>
          <p:spPr>
            <a:xfrm>
              <a:off x="4796400" y="4448950"/>
              <a:ext cx="67900" cy="87150"/>
            </a:xfrm>
            <a:custGeom>
              <a:avLst/>
              <a:gdLst/>
              <a:ahLst/>
              <a:cxnLst/>
              <a:rect l="l" t="t" r="r" b="b"/>
              <a:pathLst>
                <a:path w="2716" h="3486" extrusionOk="0">
                  <a:moveTo>
                    <a:pt x="789" y="0"/>
                  </a:moveTo>
                  <a:cubicBezTo>
                    <a:pt x="352" y="4"/>
                    <a:pt x="1" y="359"/>
                    <a:pt x="2" y="797"/>
                  </a:cubicBezTo>
                  <a:lnTo>
                    <a:pt x="2" y="3486"/>
                  </a:lnTo>
                  <a:lnTo>
                    <a:pt x="2715" y="3486"/>
                  </a:lnTo>
                  <a:lnTo>
                    <a:pt x="2715" y="794"/>
                  </a:lnTo>
                  <a:cubicBezTo>
                    <a:pt x="2715" y="356"/>
                    <a:pt x="2359" y="0"/>
                    <a:pt x="19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4793725" y="4446300"/>
              <a:ext cx="73200" cy="92450"/>
            </a:xfrm>
            <a:custGeom>
              <a:avLst/>
              <a:gdLst/>
              <a:ahLst/>
              <a:cxnLst/>
              <a:rect l="l" t="t" r="r" b="b"/>
              <a:pathLst>
                <a:path w="2928" h="3698" extrusionOk="0">
                  <a:moveTo>
                    <a:pt x="2029" y="213"/>
                  </a:moveTo>
                  <a:cubicBezTo>
                    <a:pt x="2407" y="213"/>
                    <a:pt x="2715" y="521"/>
                    <a:pt x="2715" y="900"/>
                  </a:cubicBezTo>
                  <a:lnTo>
                    <a:pt x="2715" y="3484"/>
                  </a:lnTo>
                  <a:lnTo>
                    <a:pt x="215" y="3484"/>
                  </a:lnTo>
                  <a:lnTo>
                    <a:pt x="215" y="901"/>
                  </a:lnTo>
                  <a:cubicBezTo>
                    <a:pt x="215" y="524"/>
                    <a:pt x="520" y="216"/>
                    <a:pt x="896" y="213"/>
                  </a:cubicBezTo>
                  <a:close/>
                  <a:moveTo>
                    <a:pt x="896" y="0"/>
                  </a:moveTo>
                  <a:cubicBezTo>
                    <a:pt x="401" y="3"/>
                    <a:pt x="1" y="408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50" y="3697"/>
                    <a:pt x="109" y="3697"/>
                  </a:cubicBezTo>
                  <a:lnTo>
                    <a:pt x="2822" y="3697"/>
                  </a:lnTo>
                  <a:cubicBezTo>
                    <a:pt x="2880" y="3697"/>
                    <a:pt x="2928" y="3650"/>
                    <a:pt x="2928" y="3592"/>
                  </a:cubicBezTo>
                  <a:lnTo>
                    <a:pt x="2928" y="900"/>
                  </a:lnTo>
                  <a:cubicBezTo>
                    <a:pt x="2928" y="404"/>
                    <a:pt x="2524" y="0"/>
                    <a:pt x="20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4863900" y="4448950"/>
              <a:ext cx="67775" cy="87150"/>
            </a:xfrm>
            <a:custGeom>
              <a:avLst/>
              <a:gdLst/>
              <a:ahLst/>
              <a:cxnLst/>
              <a:rect l="l" t="t" r="r" b="b"/>
              <a:pathLst>
                <a:path w="2711" h="3486" extrusionOk="0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0" y="3486"/>
                  </a:lnTo>
                  <a:lnTo>
                    <a:pt x="2710" y="794"/>
                  </a:lnTo>
                  <a:cubicBezTo>
                    <a:pt x="2710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4861250" y="4446300"/>
              <a:ext cx="73100" cy="92450"/>
            </a:xfrm>
            <a:custGeom>
              <a:avLst/>
              <a:gdLst/>
              <a:ahLst/>
              <a:cxnLst/>
              <a:rect l="l" t="t" r="r" b="b"/>
              <a:pathLst>
                <a:path w="2924" h="3698" extrusionOk="0">
                  <a:moveTo>
                    <a:pt x="2023" y="213"/>
                  </a:moveTo>
                  <a:cubicBezTo>
                    <a:pt x="2402" y="213"/>
                    <a:pt x="2709" y="521"/>
                    <a:pt x="2709" y="900"/>
                  </a:cubicBezTo>
                  <a:lnTo>
                    <a:pt x="2709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4" y="718"/>
                    <a:pt x="285" y="545"/>
                    <a:pt x="415" y="416"/>
                  </a:cubicBezTo>
                  <a:cubicBezTo>
                    <a:pt x="544" y="286"/>
                    <a:pt x="717" y="213"/>
                    <a:pt x="900" y="213"/>
                  </a:cubicBezTo>
                  <a:close/>
                  <a:moveTo>
                    <a:pt x="898" y="0"/>
                  </a:moveTo>
                  <a:cubicBezTo>
                    <a:pt x="659" y="0"/>
                    <a:pt x="432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8" y="3697"/>
                    <a:pt x="108" y="3697"/>
                  </a:cubicBezTo>
                  <a:lnTo>
                    <a:pt x="2816" y="3697"/>
                  </a:lnTo>
                  <a:cubicBezTo>
                    <a:pt x="2876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20" y="0"/>
                    <a:pt x="20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4931575" y="4448950"/>
              <a:ext cx="67800" cy="87150"/>
            </a:xfrm>
            <a:custGeom>
              <a:avLst/>
              <a:gdLst/>
              <a:ahLst/>
              <a:cxnLst/>
              <a:rect l="l" t="t" r="r" b="b"/>
              <a:pathLst>
                <a:path w="2712" h="3486" extrusionOk="0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4928900" y="4446300"/>
              <a:ext cx="73150" cy="92450"/>
            </a:xfrm>
            <a:custGeom>
              <a:avLst/>
              <a:gdLst/>
              <a:ahLst/>
              <a:cxnLst/>
              <a:rect l="l" t="t" r="r" b="b"/>
              <a:pathLst>
                <a:path w="2926" h="3698" extrusionOk="0">
                  <a:moveTo>
                    <a:pt x="2025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9" y="3697"/>
                  </a:lnTo>
                  <a:cubicBezTo>
                    <a:pt x="2878" y="3697"/>
                    <a:pt x="2926" y="3650"/>
                    <a:pt x="2926" y="3592"/>
                  </a:cubicBezTo>
                  <a:lnTo>
                    <a:pt x="2926" y="900"/>
                  </a:lnTo>
                  <a:cubicBezTo>
                    <a:pt x="2926" y="404"/>
                    <a:pt x="2521" y="0"/>
                    <a:pt x="20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5416700" y="4402625"/>
              <a:ext cx="71800" cy="90825"/>
            </a:xfrm>
            <a:custGeom>
              <a:avLst/>
              <a:gdLst/>
              <a:ahLst/>
              <a:cxnLst/>
              <a:rect l="l" t="t" r="r" b="b"/>
              <a:pathLst>
                <a:path w="2872" h="3633" extrusionOk="0">
                  <a:moveTo>
                    <a:pt x="1759" y="0"/>
                  </a:moveTo>
                  <a:cubicBezTo>
                    <a:pt x="1194" y="0"/>
                    <a:pt x="573" y="601"/>
                    <a:pt x="306" y="1466"/>
                  </a:cubicBezTo>
                  <a:cubicBezTo>
                    <a:pt x="0" y="2449"/>
                    <a:pt x="267" y="3403"/>
                    <a:pt x="883" y="3598"/>
                  </a:cubicBezTo>
                  <a:cubicBezTo>
                    <a:pt x="957" y="3621"/>
                    <a:pt x="1034" y="3633"/>
                    <a:pt x="1111" y="3633"/>
                  </a:cubicBezTo>
                  <a:cubicBezTo>
                    <a:pt x="1675" y="3633"/>
                    <a:pt x="2295" y="3032"/>
                    <a:pt x="2566" y="2167"/>
                  </a:cubicBezTo>
                  <a:cubicBezTo>
                    <a:pt x="2871" y="1184"/>
                    <a:pt x="2603" y="229"/>
                    <a:pt x="1988" y="35"/>
                  </a:cubicBezTo>
                  <a:cubicBezTo>
                    <a:pt x="1914" y="11"/>
                    <a:pt x="1837" y="0"/>
                    <a:pt x="17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5413725" y="4399950"/>
              <a:ext cx="77700" cy="96175"/>
            </a:xfrm>
            <a:custGeom>
              <a:avLst/>
              <a:gdLst/>
              <a:ahLst/>
              <a:cxnLst/>
              <a:rect l="l" t="t" r="r" b="b"/>
              <a:pathLst>
                <a:path w="3108" h="3847" extrusionOk="0">
                  <a:moveTo>
                    <a:pt x="1879" y="213"/>
                  </a:moveTo>
                  <a:cubicBezTo>
                    <a:pt x="1946" y="213"/>
                    <a:pt x="2012" y="224"/>
                    <a:pt x="2074" y="243"/>
                  </a:cubicBezTo>
                  <a:cubicBezTo>
                    <a:pt x="2631" y="419"/>
                    <a:pt x="2864" y="1335"/>
                    <a:pt x="2582" y="2243"/>
                  </a:cubicBezTo>
                  <a:cubicBezTo>
                    <a:pt x="2402" y="2822"/>
                    <a:pt x="2039" y="3313"/>
                    <a:pt x="1634" y="3525"/>
                  </a:cubicBezTo>
                  <a:cubicBezTo>
                    <a:pt x="1495" y="3597"/>
                    <a:pt x="1358" y="3633"/>
                    <a:pt x="1228" y="3633"/>
                  </a:cubicBezTo>
                  <a:cubicBezTo>
                    <a:pt x="1161" y="3633"/>
                    <a:pt x="1096" y="3623"/>
                    <a:pt x="1034" y="3604"/>
                  </a:cubicBezTo>
                  <a:cubicBezTo>
                    <a:pt x="477" y="3428"/>
                    <a:pt x="245" y="2512"/>
                    <a:pt x="526" y="1604"/>
                  </a:cubicBezTo>
                  <a:cubicBezTo>
                    <a:pt x="705" y="1025"/>
                    <a:pt x="1068" y="535"/>
                    <a:pt x="1471" y="324"/>
                  </a:cubicBezTo>
                  <a:cubicBezTo>
                    <a:pt x="1610" y="251"/>
                    <a:pt x="1748" y="213"/>
                    <a:pt x="1879" y="213"/>
                  </a:cubicBezTo>
                  <a:close/>
                  <a:moveTo>
                    <a:pt x="1881" y="0"/>
                  </a:moveTo>
                  <a:cubicBezTo>
                    <a:pt x="1716" y="0"/>
                    <a:pt x="1544" y="45"/>
                    <a:pt x="1373" y="135"/>
                  </a:cubicBezTo>
                  <a:cubicBezTo>
                    <a:pt x="913" y="374"/>
                    <a:pt x="520" y="900"/>
                    <a:pt x="322" y="1540"/>
                  </a:cubicBezTo>
                  <a:cubicBezTo>
                    <a:pt x="0" y="2576"/>
                    <a:pt x="291" y="3593"/>
                    <a:pt x="970" y="3806"/>
                  </a:cubicBezTo>
                  <a:cubicBezTo>
                    <a:pt x="1053" y="3833"/>
                    <a:pt x="1141" y="3846"/>
                    <a:pt x="1230" y="3846"/>
                  </a:cubicBezTo>
                  <a:cubicBezTo>
                    <a:pt x="1394" y="3846"/>
                    <a:pt x="1564" y="3802"/>
                    <a:pt x="1733" y="3714"/>
                  </a:cubicBezTo>
                  <a:cubicBezTo>
                    <a:pt x="2192" y="3473"/>
                    <a:pt x="2585" y="2947"/>
                    <a:pt x="2786" y="2305"/>
                  </a:cubicBezTo>
                  <a:cubicBezTo>
                    <a:pt x="3108" y="1271"/>
                    <a:pt x="2817" y="254"/>
                    <a:pt x="2138" y="39"/>
                  </a:cubicBezTo>
                  <a:cubicBezTo>
                    <a:pt x="2055" y="13"/>
                    <a:pt x="1969" y="0"/>
                    <a:pt x="18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5394075" y="4536725"/>
              <a:ext cx="39650" cy="50100"/>
            </a:xfrm>
            <a:custGeom>
              <a:avLst/>
              <a:gdLst/>
              <a:ahLst/>
              <a:cxnLst/>
              <a:rect l="l" t="t" r="r" b="b"/>
              <a:pathLst>
                <a:path w="1586" h="2004" extrusionOk="0">
                  <a:moveTo>
                    <a:pt x="973" y="0"/>
                  </a:moveTo>
                  <a:cubicBezTo>
                    <a:pt x="658" y="0"/>
                    <a:pt x="318" y="335"/>
                    <a:pt x="170" y="808"/>
                  </a:cubicBezTo>
                  <a:cubicBezTo>
                    <a:pt x="0" y="1346"/>
                    <a:pt x="142" y="1879"/>
                    <a:pt x="487" y="1985"/>
                  </a:cubicBezTo>
                  <a:cubicBezTo>
                    <a:pt x="529" y="1998"/>
                    <a:pt x="571" y="2004"/>
                    <a:pt x="614" y="2004"/>
                  </a:cubicBezTo>
                  <a:cubicBezTo>
                    <a:pt x="929" y="2004"/>
                    <a:pt x="1268" y="1672"/>
                    <a:pt x="1416" y="1196"/>
                  </a:cubicBezTo>
                  <a:cubicBezTo>
                    <a:pt x="1586" y="652"/>
                    <a:pt x="1444" y="125"/>
                    <a:pt x="1099" y="19"/>
                  </a:cubicBezTo>
                  <a:cubicBezTo>
                    <a:pt x="1058" y="6"/>
                    <a:pt x="1016" y="0"/>
                    <a:pt x="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5392875" y="4534025"/>
              <a:ext cx="42025" cy="55500"/>
            </a:xfrm>
            <a:custGeom>
              <a:avLst/>
              <a:gdLst/>
              <a:ahLst/>
              <a:cxnLst/>
              <a:rect l="l" t="t" r="r" b="b"/>
              <a:pathLst>
                <a:path w="1681" h="2220" extrusionOk="0">
                  <a:moveTo>
                    <a:pt x="1022" y="215"/>
                  </a:moveTo>
                  <a:cubicBezTo>
                    <a:pt x="1053" y="215"/>
                    <a:pt x="1084" y="220"/>
                    <a:pt x="1116" y="229"/>
                  </a:cubicBezTo>
                  <a:cubicBezTo>
                    <a:pt x="1230" y="264"/>
                    <a:pt x="1300" y="358"/>
                    <a:pt x="1339" y="431"/>
                  </a:cubicBezTo>
                  <a:cubicBezTo>
                    <a:pt x="1449" y="641"/>
                    <a:pt x="1458" y="963"/>
                    <a:pt x="1363" y="1272"/>
                  </a:cubicBezTo>
                  <a:cubicBezTo>
                    <a:pt x="1230" y="1697"/>
                    <a:pt x="926" y="2005"/>
                    <a:pt x="661" y="2005"/>
                  </a:cubicBezTo>
                  <a:cubicBezTo>
                    <a:pt x="629" y="2005"/>
                    <a:pt x="597" y="2001"/>
                    <a:pt x="566" y="1991"/>
                  </a:cubicBezTo>
                  <a:cubicBezTo>
                    <a:pt x="452" y="1956"/>
                    <a:pt x="382" y="1860"/>
                    <a:pt x="343" y="1787"/>
                  </a:cubicBezTo>
                  <a:cubicBezTo>
                    <a:pt x="233" y="1576"/>
                    <a:pt x="222" y="1254"/>
                    <a:pt x="319" y="948"/>
                  </a:cubicBezTo>
                  <a:cubicBezTo>
                    <a:pt x="452" y="523"/>
                    <a:pt x="757" y="215"/>
                    <a:pt x="1022" y="215"/>
                  </a:cubicBezTo>
                  <a:close/>
                  <a:moveTo>
                    <a:pt x="1018" y="0"/>
                  </a:moveTo>
                  <a:cubicBezTo>
                    <a:pt x="656" y="0"/>
                    <a:pt x="281" y="356"/>
                    <a:pt x="115" y="884"/>
                  </a:cubicBezTo>
                  <a:cubicBezTo>
                    <a:pt x="1" y="1248"/>
                    <a:pt x="15" y="1622"/>
                    <a:pt x="155" y="1887"/>
                  </a:cubicBezTo>
                  <a:cubicBezTo>
                    <a:pt x="237" y="2044"/>
                    <a:pt x="358" y="2149"/>
                    <a:pt x="504" y="2195"/>
                  </a:cubicBezTo>
                  <a:cubicBezTo>
                    <a:pt x="556" y="2212"/>
                    <a:pt x="609" y="2219"/>
                    <a:pt x="664" y="2219"/>
                  </a:cubicBezTo>
                  <a:lnTo>
                    <a:pt x="664" y="2219"/>
                  </a:lnTo>
                  <a:cubicBezTo>
                    <a:pt x="1027" y="2219"/>
                    <a:pt x="1402" y="1865"/>
                    <a:pt x="1567" y="1335"/>
                  </a:cubicBezTo>
                  <a:cubicBezTo>
                    <a:pt x="1680" y="969"/>
                    <a:pt x="1665" y="593"/>
                    <a:pt x="1527" y="331"/>
                  </a:cubicBezTo>
                  <a:cubicBezTo>
                    <a:pt x="1445" y="176"/>
                    <a:pt x="1324" y="71"/>
                    <a:pt x="1178" y="25"/>
                  </a:cubicBezTo>
                  <a:cubicBezTo>
                    <a:pt x="1126" y="8"/>
                    <a:pt x="1072" y="0"/>
                    <a:pt x="1018" y="0"/>
                  </a:cubicBezTo>
                  <a:close/>
                  <a:moveTo>
                    <a:pt x="664" y="2219"/>
                  </a:moveTo>
                  <a:cubicBezTo>
                    <a:pt x="664" y="2219"/>
                    <a:pt x="663" y="2219"/>
                    <a:pt x="663" y="2219"/>
                  </a:cubicBezTo>
                  <a:lnTo>
                    <a:pt x="665" y="2219"/>
                  </a:lnTo>
                  <a:cubicBezTo>
                    <a:pt x="664" y="2219"/>
                    <a:pt x="664" y="2219"/>
                    <a:pt x="664" y="2219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5121925" y="4050650"/>
              <a:ext cx="191875" cy="5350"/>
            </a:xfrm>
            <a:custGeom>
              <a:avLst/>
              <a:gdLst/>
              <a:ahLst/>
              <a:cxnLst/>
              <a:rect l="l" t="t" r="r" b="b"/>
              <a:pathLst>
                <a:path w="767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7675" y="213"/>
                  </a:lnTo>
                  <a:lnTo>
                    <a:pt x="76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4937375" y="3371850"/>
              <a:ext cx="352450" cy="521625"/>
            </a:xfrm>
            <a:custGeom>
              <a:avLst/>
              <a:gdLst/>
              <a:ahLst/>
              <a:cxnLst/>
              <a:rect l="l" t="t" r="r" b="b"/>
              <a:pathLst>
                <a:path w="14098" h="20865" extrusionOk="0">
                  <a:moveTo>
                    <a:pt x="14029" y="0"/>
                  </a:moveTo>
                  <a:cubicBezTo>
                    <a:pt x="6328" y="2643"/>
                    <a:pt x="2998" y="8176"/>
                    <a:pt x="1558" y="12352"/>
                  </a:cubicBezTo>
                  <a:cubicBezTo>
                    <a:pt x="1" y="16874"/>
                    <a:pt x="266" y="20826"/>
                    <a:pt x="269" y="20865"/>
                  </a:cubicBezTo>
                  <a:lnTo>
                    <a:pt x="481" y="20850"/>
                  </a:lnTo>
                  <a:cubicBezTo>
                    <a:pt x="478" y="20811"/>
                    <a:pt x="216" y="16895"/>
                    <a:pt x="1762" y="12415"/>
                  </a:cubicBezTo>
                  <a:cubicBezTo>
                    <a:pt x="3187" y="8286"/>
                    <a:pt x="6482" y="2816"/>
                    <a:pt x="14098" y="203"/>
                  </a:cubicBezTo>
                  <a:lnTo>
                    <a:pt x="1402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4590500" y="3317450"/>
              <a:ext cx="414725" cy="576025"/>
            </a:xfrm>
            <a:custGeom>
              <a:avLst/>
              <a:gdLst/>
              <a:ahLst/>
              <a:cxnLst/>
              <a:rect l="l" t="t" r="r" b="b"/>
              <a:pathLst>
                <a:path w="16589" h="23041" extrusionOk="0">
                  <a:moveTo>
                    <a:pt x="16523" y="1"/>
                  </a:moveTo>
                  <a:cubicBezTo>
                    <a:pt x="7454" y="2918"/>
                    <a:pt x="3530" y="9027"/>
                    <a:pt x="1835" y="13638"/>
                  </a:cubicBezTo>
                  <a:cubicBezTo>
                    <a:pt x="0" y="18633"/>
                    <a:pt x="313" y="22997"/>
                    <a:pt x="316" y="23041"/>
                  </a:cubicBezTo>
                  <a:lnTo>
                    <a:pt x="529" y="23024"/>
                  </a:lnTo>
                  <a:cubicBezTo>
                    <a:pt x="526" y="22981"/>
                    <a:pt x="216" y="18663"/>
                    <a:pt x="2036" y="13712"/>
                  </a:cubicBezTo>
                  <a:cubicBezTo>
                    <a:pt x="3714" y="9144"/>
                    <a:pt x="7601" y="3093"/>
                    <a:pt x="16588" y="203"/>
                  </a:cubicBezTo>
                  <a:lnTo>
                    <a:pt x="165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5247375" y="3456150"/>
              <a:ext cx="179175" cy="217625"/>
            </a:xfrm>
            <a:custGeom>
              <a:avLst/>
              <a:gdLst/>
              <a:ahLst/>
              <a:cxnLst/>
              <a:rect l="l" t="t" r="r" b="b"/>
              <a:pathLst>
                <a:path w="7167" h="8705" extrusionOk="0">
                  <a:moveTo>
                    <a:pt x="6753" y="1"/>
                  </a:moveTo>
                  <a:cubicBezTo>
                    <a:pt x="5874" y="1"/>
                    <a:pt x="3614" y="304"/>
                    <a:pt x="46" y="2838"/>
                  </a:cubicBezTo>
                  <a:cubicBezTo>
                    <a:pt x="17" y="2861"/>
                    <a:pt x="0" y="2895"/>
                    <a:pt x="2" y="2932"/>
                  </a:cubicBezTo>
                  <a:cubicBezTo>
                    <a:pt x="5" y="2968"/>
                    <a:pt x="24" y="3001"/>
                    <a:pt x="55" y="3019"/>
                  </a:cubicBezTo>
                  <a:cubicBezTo>
                    <a:pt x="81" y="3034"/>
                    <a:pt x="2454" y="4394"/>
                    <a:pt x="3459" y="6558"/>
                  </a:cubicBezTo>
                  <a:lnTo>
                    <a:pt x="507" y="8528"/>
                  </a:lnTo>
                  <a:lnTo>
                    <a:pt x="624" y="8705"/>
                  </a:lnTo>
                  <a:lnTo>
                    <a:pt x="3653" y="6684"/>
                  </a:lnTo>
                  <a:cubicBezTo>
                    <a:pt x="3696" y="6656"/>
                    <a:pt x="3711" y="6600"/>
                    <a:pt x="3690" y="6553"/>
                  </a:cubicBezTo>
                  <a:cubicBezTo>
                    <a:pt x="2819" y="4591"/>
                    <a:pt x="849" y="3260"/>
                    <a:pt x="303" y="2919"/>
                  </a:cubicBezTo>
                  <a:cubicBezTo>
                    <a:pt x="3777" y="484"/>
                    <a:pt x="5988" y="218"/>
                    <a:pt x="6788" y="218"/>
                  </a:cubicBezTo>
                  <a:cubicBezTo>
                    <a:pt x="7007" y="218"/>
                    <a:pt x="7120" y="238"/>
                    <a:pt x="7125" y="239"/>
                  </a:cubicBezTo>
                  <a:lnTo>
                    <a:pt x="7167" y="30"/>
                  </a:lnTo>
                  <a:cubicBezTo>
                    <a:pt x="7144" y="26"/>
                    <a:pt x="7006" y="1"/>
                    <a:pt x="67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4856525" y="3326575"/>
              <a:ext cx="245800" cy="195075"/>
            </a:xfrm>
            <a:custGeom>
              <a:avLst/>
              <a:gdLst/>
              <a:ahLst/>
              <a:cxnLst/>
              <a:rect l="l" t="t" r="r" b="b"/>
              <a:pathLst>
                <a:path w="9832" h="7803" extrusionOk="0">
                  <a:moveTo>
                    <a:pt x="9763" y="1"/>
                  </a:moveTo>
                  <a:cubicBezTo>
                    <a:pt x="9702" y="21"/>
                    <a:pt x="3619" y="2134"/>
                    <a:pt x="1" y="7686"/>
                  </a:cubicBezTo>
                  <a:lnTo>
                    <a:pt x="179" y="7803"/>
                  </a:lnTo>
                  <a:cubicBezTo>
                    <a:pt x="3757" y="2314"/>
                    <a:pt x="9771" y="224"/>
                    <a:pt x="9832" y="203"/>
                  </a:cubicBezTo>
                  <a:lnTo>
                    <a:pt x="976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0"/>
            <p:cNvSpPr/>
            <p:nvPr/>
          </p:nvSpPr>
          <p:spPr>
            <a:xfrm>
              <a:off x="5363500" y="3469325"/>
              <a:ext cx="151675" cy="179000"/>
            </a:xfrm>
            <a:custGeom>
              <a:avLst/>
              <a:gdLst/>
              <a:ahLst/>
              <a:cxnLst/>
              <a:rect l="l" t="t" r="r" b="b"/>
              <a:pathLst>
                <a:path w="6067" h="7160" extrusionOk="0">
                  <a:moveTo>
                    <a:pt x="84" y="1"/>
                  </a:moveTo>
                  <a:lnTo>
                    <a:pt x="1" y="196"/>
                  </a:lnTo>
                  <a:cubicBezTo>
                    <a:pt x="37" y="212"/>
                    <a:pt x="3638" y="1801"/>
                    <a:pt x="5870" y="7159"/>
                  </a:cubicBezTo>
                  <a:lnTo>
                    <a:pt x="6067" y="7078"/>
                  </a:lnTo>
                  <a:cubicBezTo>
                    <a:pt x="3799" y="1633"/>
                    <a:pt x="121" y="16"/>
                    <a:pt x="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4520700" y="3438325"/>
              <a:ext cx="162325" cy="250750"/>
            </a:xfrm>
            <a:custGeom>
              <a:avLst/>
              <a:gdLst/>
              <a:ahLst/>
              <a:cxnLst/>
              <a:rect l="l" t="t" r="r" b="b"/>
              <a:pathLst>
                <a:path w="6493" h="10030" extrusionOk="0">
                  <a:moveTo>
                    <a:pt x="6342" y="0"/>
                  </a:moveTo>
                  <a:cubicBezTo>
                    <a:pt x="6318" y="24"/>
                    <a:pt x="3892" y="2466"/>
                    <a:pt x="2963" y="4805"/>
                  </a:cubicBezTo>
                  <a:cubicBezTo>
                    <a:pt x="2743" y="4994"/>
                    <a:pt x="885" y="6638"/>
                    <a:pt x="11" y="8784"/>
                  </a:cubicBezTo>
                  <a:cubicBezTo>
                    <a:pt x="2" y="8806"/>
                    <a:pt x="0" y="8830"/>
                    <a:pt x="6" y="8852"/>
                  </a:cubicBezTo>
                  <a:lnTo>
                    <a:pt x="344" y="10030"/>
                  </a:lnTo>
                  <a:lnTo>
                    <a:pt x="548" y="9972"/>
                  </a:lnTo>
                  <a:lnTo>
                    <a:pt x="222" y="8830"/>
                  </a:lnTo>
                  <a:cubicBezTo>
                    <a:pt x="1133" y="6628"/>
                    <a:pt x="3100" y="4967"/>
                    <a:pt x="3121" y="4951"/>
                  </a:cubicBezTo>
                  <a:cubicBezTo>
                    <a:pt x="3135" y="4939"/>
                    <a:pt x="3145" y="4926"/>
                    <a:pt x="3151" y="4908"/>
                  </a:cubicBezTo>
                  <a:cubicBezTo>
                    <a:pt x="4058" y="2603"/>
                    <a:pt x="6468" y="175"/>
                    <a:pt x="6492" y="151"/>
                  </a:cubicBezTo>
                  <a:lnTo>
                    <a:pt x="63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4880875" y="4195250"/>
              <a:ext cx="14400" cy="21100"/>
            </a:xfrm>
            <a:custGeom>
              <a:avLst/>
              <a:gdLst/>
              <a:ahLst/>
              <a:cxnLst/>
              <a:rect l="l" t="t" r="r" b="b"/>
              <a:pathLst>
                <a:path w="576" h="844" extrusionOk="0">
                  <a:moveTo>
                    <a:pt x="392" y="1"/>
                  </a:moveTo>
                  <a:cubicBezTo>
                    <a:pt x="247" y="244"/>
                    <a:pt x="115" y="498"/>
                    <a:pt x="0" y="756"/>
                  </a:cubicBezTo>
                  <a:lnTo>
                    <a:pt x="194" y="844"/>
                  </a:lnTo>
                  <a:cubicBezTo>
                    <a:pt x="307" y="592"/>
                    <a:pt x="435" y="345"/>
                    <a:pt x="575" y="110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4831100" y="4239175"/>
              <a:ext cx="45100" cy="171150"/>
            </a:xfrm>
            <a:custGeom>
              <a:avLst/>
              <a:gdLst/>
              <a:ahLst/>
              <a:cxnLst/>
              <a:rect l="l" t="t" r="r" b="b"/>
              <a:pathLst>
                <a:path w="1804" h="6846" extrusionOk="0">
                  <a:moveTo>
                    <a:pt x="1600" y="1"/>
                  </a:moveTo>
                  <a:cubicBezTo>
                    <a:pt x="1110" y="1572"/>
                    <a:pt x="817" y="3202"/>
                    <a:pt x="727" y="4846"/>
                  </a:cubicBezTo>
                  <a:cubicBezTo>
                    <a:pt x="644" y="6299"/>
                    <a:pt x="7" y="6652"/>
                    <a:pt x="1" y="6655"/>
                  </a:cubicBezTo>
                  <a:lnTo>
                    <a:pt x="97" y="6845"/>
                  </a:lnTo>
                  <a:lnTo>
                    <a:pt x="97" y="6844"/>
                  </a:lnTo>
                  <a:cubicBezTo>
                    <a:pt x="129" y="6829"/>
                    <a:pt x="848" y="6446"/>
                    <a:pt x="940" y="4858"/>
                  </a:cubicBezTo>
                  <a:cubicBezTo>
                    <a:pt x="1028" y="3230"/>
                    <a:pt x="1318" y="1618"/>
                    <a:pt x="1804" y="63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5048125" y="4853900"/>
              <a:ext cx="18450" cy="15325"/>
            </a:xfrm>
            <a:custGeom>
              <a:avLst/>
              <a:gdLst/>
              <a:ahLst/>
              <a:cxnLst/>
              <a:rect l="l" t="t" r="r" b="b"/>
              <a:pathLst>
                <a:path w="738" h="613" extrusionOk="0">
                  <a:moveTo>
                    <a:pt x="130" y="0"/>
                  </a:moveTo>
                  <a:lnTo>
                    <a:pt x="0" y="170"/>
                  </a:lnTo>
                  <a:cubicBezTo>
                    <a:pt x="204" y="325"/>
                    <a:pt x="411" y="474"/>
                    <a:pt x="616" y="612"/>
                  </a:cubicBezTo>
                  <a:lnTo>
                    <a:pt x="737" y="435"/>
                  </a:lnTo>
                  <a:cubicBezTo>
                    <a:pt x="533" y="299"/>
                    <a:pt x="329" y="152"/>
                    <a:pt x="1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4633175" y="4670200"/>
              <a:ext cx="396500" cy="169125"/>
            </a:xfrm>
            <a:custGeom>
              <a:avLst/>
              <a:gdLst/>
              <a:ahLst/>
              <a:cxnLst/>
              <a:rect l="l" t="t" r="r" b="b"/>
              <a:pathLst>
                <a:path w="15860" h="6765" extrusionOk="0">
                  <a:moveTo>
                    <a:pt x="1868" y="0"/>
                  </a:moveTo>
                  <a:cubicBezTo>
                    <a:pt x="1825" y="0"/>
                    <a:pt x="1786" y="27"/>
                    <a:pt x="1768" y="66"/>
                  </a:cubicBezTo>
                  <a:lnTo>
                    <a:pt x="1" y="4312"/>
                  </a:lnTo>
                  <a:lnTo>
                    <a:pt x="197" y="4394"/>
                  </a:lnTo>
                  <a:lnTo>
                    <a:pt x="1938" y="215"/>
                  </a:lnTo>
                  <a:lnTo>
                    <a:pt x="11497" y="215"/>
                  </a:lnTo>
                  <a:cubicBezTo>
                    <a:pt x="11694" y="758"/>
                    <a:pt x="13016" y="4227"/>
                    <a:pt x="15714" y="6764"/>
                  </a:cubicBezTo>
                  <a:lnTo>
                    <a:pt x="15860" y="6608"/>
                  </a:lnTo>
                  <a:cubicBezTo>
                    <a:pt x="12980" y="3900"/>
                    <a:pt x="11686" y="112"/>
                    <a:pt x="11674" y="73"/>
                  </a:cubicBezTo>
                  <a:cubicBezTo>
                    <a:pt x="11659" y="30"/>
                    <a:pt x="11619" y="0"/>
                    <a:pt x="115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5242525" y="3648525"/>
              <a:ext cx="50550" cy="50525"/>
            </a:xfrm>
            <a:custGeom>
              <a:avLst/>
              <a:gdLst/>
              <a:ahLst/>
              <a:cxnLst/>
              <a:rect l="l" t="t" r="r" b="b"/>
              <a:pathLst>
                <a:path w="2022" h="2021" extrusionOk="0">
                  <a:moveTo>
                    <a:pt x="1010" y="0"/>
                  </a:moveTo>
                  <a:cubicBezTo>
                    <a:pt x="452" y="0"/>
                    <a:pt x="1" y="452"/>
                    <a:pt x="1" y="1010"/>
                  </a:cubicBezTo>
                  <a:cubicBezTo>
                    <a:pt x="1" y="1568"/>
                    <a:pt x="453" y="2021"/>
                    <a:pt x="1010" y="2021"/>
                  </a:cubicBezTo>
                  <a:lnTo>
                    <a:pt x="1013" y="2021"/>
                  </a:lnTo>
                  <a:cubicBezTo>
                    <a:pt x="1570" y="2021"/>
                    <a:pt x="2021" y="1570"/>
                    <a:pt x="2021" y="1013"/>
                  </a:cubicBezTo>
                  <a:lnTo>
                    <a:pt x="2021" y="1010"/>
                  </a:lnTo>
                  <a:cubicBezTo>
                    <a:pt x="2021" y="452"/>
                    <a:pt x="1569" y="0"/>
                    <a:pt x="10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5239850" y="3645850"/>
              <a:ext cx="55900" cy="55900"/>
            </a:xfrm>
            <a:custGeom>
              <a:avLst/>
              <a:gdLst/>
              <a:ahLst/>
              <a:cxnLst/>
              <a:rect l="l" t="t" r="r" b="b"/>
              <a:pathLst>
                <a:path w="2236" h="2236" extrusionOk="0">
                  <a:moveTo>
                    <a:pt x="1117" y="213"/>
                  </a:moveTo>
                  <a:cubicBezTo>
                    <a:pt x="1616" y="213"/>
                    <a:pt x="2023" y="618"/>
                    <a:pt x="2023" y="1117"/>
                  </a:cubicBezTo>
                  <a:lnTo>
                    <a:pt x="2023" y="1120"/>
                  </a:lnTo>
                  <a:cubicBezTo>
                    <a:pt x="2023" y="1617"/>
                    <a:pt x="1616" y="2022"/>
                    <a:pt x="1117" y="2022"/>
                  </a:cubicBezTo>
                  <a:cubicBezTo>
                    <a:pt x="620" y="2022"/>
                    <a:pt x="213" y="1616"/>
                    <a:pt x="213" y="1117"/>
                  </a:cubicBezTo>
                  <a:cubicBezTo>
                    <a:pt x="213" y="620"/>
                    <a:pt x="618" y="213"/>
                    <a:pt x="1117" y="213"/>
                  </a:cubicBezTo>
                  <a:close/>
                  <a:moveTo>
                    <a:pt x="1117" y="0"/>
                  </a:moveTo>
                  <a:cubicBezTo>
                    <a:pt x="502" y="0"/>
                    <a:pt x="1" y="502"/>
                    <a:pt x="1" y="1117"/>
                  </a:cubicBezTo>
                  <a:cubicBezTo>
                    <a:pt x="1" y="1733"/>
                    <a:pt x="502" y="2235"/>
                    <a:pt x="1120" y="2235"/>
                  </a:cubicBezTo>
                  <a:cubicBezTo>
                    <a:pt x="1735" y="2235"/>
                    <a:pt x="2235" y="1735"/>
                    <a:pt x="2235" y="1120"/>
                  </a:cubicBezTo>
                  <a:lnTo>
                    <a:pt x="2235" y="1117"/>
                  </a:lnTo>
                  <a:cubicBezTo>
                    <a:pt x="2235" y="502"/>
                    <a:pt x="1734" y="0"/>
                    <a:pt x="1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5492975" y="3647750"/>
              <a:ext cx="53950" cy="50600"/>
            </a:xfrm>
            <a:custGeom>
              <a:avLst/>
              <a:gdLst/>
              <a:ahLst/>
              <a:cxnLst/>
              <a:rect l="l" t="t" r="r" b="b"/>
              <a:pathLst>
                <a:path w="2158" h="2024" extrusionOk="0">
                  <a:moveTo>
                    <a:pt x="1081" y="1"/>
                  </a:moveTo>
                  <a:cubicBezTo>
                    <a:pt x="1034" y="1"/>
                    <a:pt x="987" y="4"/>
                    <a:pt x="940" y="11"/>
                  </a:cubicBezTo>
                  <a:cubicBezTo>
                    <a:pt x="387" y="88"/>
                    <a:pt x="0" y="597"/>
                    <a:pt x="78" y="1151"/>
                  </a:cubicBezTo>
                  <a:cubicBezTo>
                    <a:pt x="147" y="1656"/>
                    <a:pt x="580" y="2023"/>
                    <a:pt x="1077" y="2023"/>
                  </a:cubicBezTo>
                  <a:cubicBezTo>
                    <a:pt x="1124" y="2023"/>
                    <a:pt x="1171" y="2020"/>
                    <a:pt x="1218" y="2013"/>
                  </a:cubicBezTo>
                  <a:cubicBezTo>
                    <a:pt x="1221" y="2013"/>
                    <a:pt x="1224" y="2012"/>
                    <a:pt x="1227" y="2012"/>
                  </a:cubicBezTo>
                  <a:cubicBezTo>
                    <a:pt x="1777" y="1931"/>
                    <a:pt x="2158" y="1422"/>
                    <a:pt x="2080" y="873"/>
                  </a:cubicBezTo>
                  <a:cubicBezTo>
                    <a:pt x="2010" y="368"/>
                    <a:pt x="1577" y="1"/>
                    <a:pt x="108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5490150" y="3645100"/>
              <a:ext cx="59600" cy="55900"/>
            </a:xfrm>
            <a:custGeom>
              <a:avLst/>
              <a:gdLst/>
              <a:ahLst/>
              <a:cxnLst/>
              <a:rect l="l" t="t" r="r" b="b"/>
              <a:pathLst>
                <a:path w="2384" h="2236" extrusionOk="0">
                  <a:moveTo>
                    <a:pt x="1193" y="213"/>
                  </a:moveTo>
                  <a:cubicBezTo>
                    <a:pt x="1636" y="213"/>
                    <a:pt x="2025" y="542"/>
                    <a:pt x="2088" y="994"/>
                  </a:cubicBezTo>
                  <a:cubicBezTo>
                    <a:pt x="2156" y="1483"/>
                    <a:pt x="1814" y="1941"/>
                    <a:pt x="1316" y="2013"/>
                  </a:cubicBezTo>
                  <a:cubicBezTo>
                    <a:pt x="1274" y="2019"/>
                    <a:pt x="1232" y="2022"/>
                    <a:pt x="1190" y="2022"/>
                  </a:cubicBezTo>
                  <a:cubicBezTo>
                    <a:pt x="993" y="2022"/>
                    <a:pt x="805" y="1959"/>
                    <a:pt x="646" y="1839"/>
                  </a:cubicBezTo>
                  <a:cubicBezTo>
                    <a:pt x="453" y="1693"/>
                    <a:pt x="329" y="1482"/>
                    <a:pt x="296" y="1242"/>
                  </a:cubicBezTo>
                  <a:cubicBezTo>
                    <a:pt x="228" y="748"/>
                    <a:pt x="573" y="291"/>
                    <a:pt x="1068" y="222"/>
                  </a:cubicBezTo>
                  <a:cubicBezTo>
                    <a:pt x="1109" y="216"/>
                    <a:pt x="1151" y="213"/>
                    <a:pt x="1193" y="213"/>
                  </a:cubicBezTo>
                  <a:close/>
                  <a:moveTo>
                    <a:pt x="1190" y="0"/>
                  </a:moveTo>
                  <a:cubicBezTo>
                    <a:pt x="1140" y="0"/>
                    <a:pt x="1089" y="4"/>
                    <a:pt x="1038" y="11"/>
                  </a:cubicBezTo>
                  <a:cubicBezTo>
                    <a:pt x="427" y="96"/>
                    <a:pt x="0" y="662"/>
                    <a:pt x="85" y="1272"/>
                  </a:cubicBezTo>
                  <a:cubicBezTo>
                    <a:pt x="125" y="1567"/>
                    <a:pt x="279" y="1829"/>
                    <a:pt x="517" y="2009"/>
                  </a:cubicBezTo>
                  <a:cubicBezTo>
                    <a:pt x="713" y="2156"/>
                    <a:pt x="946" y="2235"/>
                    <a:pt x="1191" y="2235"/>
                  </a:cubicBezTo>
                  <a:cubicBezTo>
                    <a:pt x="1245" y="2235"/>
                    <a:pt x="1300" y="2231"/>
                    <a:pt x="1355" y="2223"/>
                  </a:cubicBezTo>
                  <a:cubicBezTo>
                    <a:pt x="1961" y="2136"/>
                    <a:pt x="2384" y="1570"/>
                    <a:pt x="2299" y="964"/>
                  </a:cubicBezTo>
                  <a:cubicBezTo>
                    <a:pt x="2221" y="406"/>
                    <a:pt x="1739" y="0"/>
                    <a:pt x="11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4831200" y="3500825"/>
              <a:ext cx="57350" cy="47050"/>
            </a:xfrm>
            <a:custGeom>
              <a:avLst/>
              <a:gdLst/>
              <a:ahLst/>
              <a:cxnLst/>
              <a:rect l="l" t="t" r="r" b="b"/>
              <a:pathLst>
                <a:path w="2294" h="1882" extrusionOk="0">
                  <a:moveTo>
                    <a:pt x="1463" y="0"/>
                  </a:moveTo>
                  <a:cubicBezTo>
                    <a:pt x="1376" y="0"/>
                    <a:pt x="1285" y="9"/>
                    <a:pt x="1191" y="29"/>
                  </a:cubicBezTo>
                  <a:cubicBezTo>
                    <a:pt x="570" y="154"/>
                    <a:pt x="43" y="667"/>
                    <a:pt x="20" y="1168"/>
                  </a:cubicBezTo>
                  <a:cubicBezTo>
                    <a:pt x="0" y="1592"/>
                    <a:pt x="348" y="1882"/>
                    <a:pt x="837" y="1882"/>
                  </a:cubicBezTo>
                  <a:cubicBezTo>
                    <a:pt x="923" y="1882"/>
                    <a:pt x="1013" y="1873"/>
                    <a:pt x="1106" y="1854"/>
                  </a:cubicBezTo>
                  <a:cubicBezTo>
                    <a:pt x="1728" y="1727"/>
                    <a:pt x="2251" y="1218"/>
                    <a:pt x="2273" y="714"/>
                  </a:cubicBezTo>
                  <a:cubicBezTo>
                    <a:pt x="2293" y="287"/>
                    <a:pt x="1947" y="0"/>
                    <a:pt x="146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4828725" y="3498175"/>
              <a:ext cx="62300" cy="52375"/>
            </a:xfrm>
            <a:custGeom>
              <a:avLst/>
              <a:gdLst/>
              <a:ahLst/>
              <a:cxnLst/>
              <a:rect l="l" t="t" r="r" b="b"/>
              <a:pathLst>
                <a:path w="2492" h="2095" extrusionOk="0">
                  <a:moveTo>
                    <a:pt x="1562" y="212"/>
                  </a:moveTo>
                  <a:cubicBezTo>
                    <a:pt x="1772" y="212"/>
                    <a:pt x="1955" y="270"/>
                    <a:pt x="2085" y="382"/>
                  </a:cubicBezTo>
                  <a:cubicBezTo>
                    <a:pt x="2211" y="490"/>
                    <a:pt x="2274" y="639"/>
                    <a:pt x="2266" y="814"/>
                  </a:cubicBezTo>
                  <a:cubicBezTo>
                    <a:pt x="2244" y="1272"/>
                    <a:pt x="1759" y="1738"/>
                    <a:pt x="1183" y="1856"/>
                  </a:cubicBezTo>
                  <a:cubicBezTo>
                    <a:pt x="1097" y="1873"/>
                    <a:pt x="1014" y="1881"/>
                    <a:pt x="935" y="1881"/>
                  </a:cubicBezTo>
                  <a:cubicBezTo>
                    <a:pt x="724" y="1881"/>
                    <a:pt x="539" y="1822"/>
                    <a:pt x="407" y="1710"/>
                  </a:cubicBezTo>
                  <a:cubicBezTo>
                    <a:pt x="280" y="1601"/>
                    <a:pt x="216" y="1451"/>
                    <a:pt x="225" y="1278"/>
                  </a:cubicBezTo>
                  <a:cubicBezTo>
                    <a:pt x="246" y="830"/>
                    <a:pt x="743" y="353"/>
                    <a:pt x="1311" y="239"/>
                  </a:cubicBezTo>
                  <a:cubicBezTo>
                    <a:pt x="1397" y="221"/>
                    <a:pt x="1482" y="212"/>
                    <a:pt x="1562" y="212"/>
                  </a:cubicBezTo>
                  <a:close/>
                  <a:moveTo>
                    <a:pt x="1562" y="0"/>
                  </a:moveTo>
                  <a:cubicBezTo>
                    <a:pt x="1468" y="0"/>
                    <a:pt x="1369" y="10"/>
                    <a:pt x="1269" y="30"/>
                  </a:cubicBezTo>
                  <a:cubicBezTo>
                    <a:pt x="602" y="164"/>
                    <a:pt x="38" y="720"/>
                    <a:pt x="12" y="1268"/>
                  </a:cubicBezTo>
                  <a:cubicBezTo>
                    <a:pt x="0" y="1506"/>
                    <a:pt x="93" y="1720"/>
                    <a:pt x="268" y="1871"/>
                  </a:cubicBezTo>
                  <a:cubicBezTo>
                    <a:pt x="438" y="2018"/>
                    <a:pt x="672" y="2094"/>
                    <a:pt x="934" y="2094"/>
                  </a:cubicBezTo>
                  <a:cubicBezTo>
                    <a:pt x="1028" y="2094"/>
                    <a:pt x="1126" y="2085"/>
                    <a:pt x="1226" y="2064"/>
                  </a:cubicBezTo>
                  <a:cubicBezTo>
                    <a:pt x="1903" y="1927"/>
                    <a:pt x="2454" y="1382"/>
                    <a:pt x="2479" y="824"/>
                  </a:cubicBezTo>
                  <a:cubicBezTo>
                    <a:pt x="2491" y="586"/>
                    <a:pt x="2400" y="371"/>
                    <a:pt x="2225" y="221"/>
                  </a:cubicBezTo>
                  <a:cubicBezTo>
                    <a:pt x="2056" y="76"/>
                    <a:pt x="1823" y="0"/>
                    <a:pt x="156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4517075" y="3667325"/>
              <a:ext cx="25300" cy="50500"/>
            </a:xfrm>
            <a:custGeom>
              <a:avLst/>
              <a:gdLst/>
              <a:ahLst/>
              <a:cxnLst/>
              <a:rect l="l" t="t" r="r" b="b"/>
              <a:pathLst>
                <a:path w="1012" h="2020" extrusionOk="0">
                  <a:moveTo>
                    <a:pt x="506" y="0"/>
                  </a:moveTo>
                  <a:cubicBezTo>
                    <a:pt x="227" y="0"/>
                    <a:pt x="1" y="453"/>
                    <a:pt x="1" y="1010"/>
                  </a:cubicBezTo>
                  <a:cubicBezTo>
                    <a:pt x="1" y="1565"/>
                    <a:pt x="227" y="2019"/>
                    <a:pt x="506" y="2019"/>
                  </a:cubicBezTo>
                  <a:cubicBezTo>
                    <a:pt x="786" y="2019"/>
                    <a:pt x="1012" y="1568"/>
                    <a:pt x="1012" y="1010"/>
                  </a:cubicBezTo>
                  <a:cubicBezTo>
                    <a:pt x="1012" y="453"/>
                    <a:pt x="786" y="0"/>
                    <a:pt x="5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4514400" y="3664650"/>
              <a:ext cx="30625" cy="55850"/>
            </a:xfrm>
            <a:custGeom>
              <a:avLst/>
              <a:gdLst/>
              <a:ahLst/>
              <a:cxnLst/>
              <a:rect l="l" t="t" r="r" b="b"/>
              <a:pathLst>
                <a:path w="1225" h="2234" extrusionOk="0">
                  <a:moveTo>
                    <a:pt x="613" y="215"/>
                  </a:moveTo>
                  <a:cubicBezTo>
                    <a:pt x="802" y="215"/>
                    <a:pt x="1012" y="584"/>
                    <a:pt x="1012" y="1117"/>
                  </a:cubicBezTo>
                  <a:cubicBezTo>
                    <a:pt x="1012" y="1650"/>
                    <a:pt x="802" y="2021"/>
                    <a:pt x="613" y="2021"/>
                  </a:cubicBezTo>
                  <a:cubicBezTo>
                    <a:pt x="425" y="2021"/>
                    <a:pt x="214" y="1648"/>
                    <a:pt x="214" y="1117"/>
                  </a:cubicBezTo>
                  <a:cubicBezTo>
                    <a:pt x="214" y="585"/>
                    <a:pt x="425" y="215"/>
                    <a:pt x="613" y="215"/>
                  </a:cubicBezTo>
                  <a:close/>
                  <a:moveTo>
                    <a:pt x="613" y="0"/>
                  </a:moveTo>
                  <a:cubicBezTo>
                    <a:pt x="270" y="0"/>
                    <a:pt x="1" y="490"/>
                    <a:pt x="1" y="1117"/>
                  </a:cubicBezTo>
                  <a:cubicBezTo>
                    <a:pt x="1" y="1742"/>
                    <a:pt x="270" y="2234"/>
                    <a:pt x="613" y="2234"/>
                  </a:cubicBezTo>
                  <a:cubicBezTo>
                    <a:pt x="957" y="2234"/>
                    <a:pt x="1225" y="1742"/>
                    <a:pt x="1225" y="1117"/>
                  </a:cubicBezTo>
                  <a:cubicBezTo>
                    <a:pt x="1225" y="490"/>
                    <a:pt x="957" y="0"/>
                    <a:pt x="61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5134800" y="3887825"/>
              <a:ext cx="33650" cy="33600"/>
            </a:xfrm>
            <a:custGeom>
              <a:avLst/>
              <a:gdLst/>
              <a:ahLst/>
              <a:cxnLst/>
              <a:rect l="l" t="t" r="r" b="b"/>
              <a:pathLst>
                <a:path w="1346" h="1344" extrusionOk="0">
                  <a:moveTo>
                    <a:pt x="674" y="1"/>
                  </a:moveTo>
                  <a:cubicBezTo>
                    <a:pt x="673" y="1"/>
                    <a:pt x="672" y="1"/>
                    <a:pt x="671" y="1"/>
                  </a:cubicBezTo>
                  <a:cubicBezTo>
                    <a:pt x="300" y="2"/>
                    <a:pt x="1" y="303"/>
                    <a:pt x="1" y="674"/>
                  </a:cubicBezTo>
                  <a:cubicBezTo>
                    <a:pt x="2" y="1045"/>
                    <a:pt x="303" y="1344"/>
                    <a:pt x="672" y="1344"/>
                  </a:cubicBezTo>
                  <a:cubicBezTo>
                    <a:pt x="1043" y="1344"/>
                    <a:pt x="1345" y="1043"/>
                    <a:pt x="1345" y="672"/>
                  </a:cubicBezTo>
                  <a:lnTo>
                    <a:pt x="1345" y="671"/>
                  </a:lnTo>
                  <a:cubicBezTo>
                    <a:pt x="1344" y="299"/>
                    <a:pt x="1043" y="1"/>
                    <a:pt x="67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5132125" y="3885150"/>
              <a:ext cx="38950" cy="38950"/>
            </a:xfrm>
            <a:custGeom>
              <a:avLst/>
              <a:gdLst/>
              <a:ahLst/>
              <a:cxnLst/>
              <a:rect l="l" t="t" r="r" b="b"/>
              <a:pathLst>
                <a:path w="1558" h="1558" extrusionOk="0">
                  <a:moveTo>
                    <a:pt x="779" y="213"/>
                  </a:moveTo>
                  <a:cubicBezTo>
                    <a:pt x="930" y="213"/>
                    <a:pt x="1071" y="273"/>
                    <a:pt x="1178" y="379"/>
                  </a:cubicBezTo>
                  <a:cubicBezTo>
                    <a:pt x="1286" y="484"/>
                    <a:pt x="1345" y="626"/>
                    <a:pt x="1345" y="778"/>
                  </a:cubicBezTo>
                  <a:lnTo>
                    <a:pt x="1452" y="778"/>
                  </a:lnTo>
                  <a:lnTo>
                    <a:pt x="1345" y="779"/>
                  </a:lnTo>
                  <a:cubicBezTo>
                    <a:pt x="1345" y="1090"/>
                    <a:pt x="1090" y="1345"/>
                    <a:pt x="781" y="1345"/>
                  </a:cubicBezTo>
                  <a:cubicBezTo>
                    <a:pt x="470" y="1345"/>
                    <a:pt x="216" y="1092"/>
                    <a:pt x="215" y="781"/>
                  </a:cubicBezTo>
                  <a:cubicBezTo>
                    <a:pt x="214" y="470"/>
                    <a:pt x="467" y="215"/>
                    <a:pt x="778" y="213"/>
                  </a:cubicBezTo>
                  <a:close/>
                  <a:moveTo>
                    <a:pt x="778" y="1"/>
                  </a:moveTo>
                  <a:cubicBezTo>
                    <a:pt x="569" y="2"/>
                    <a:pt x="374" y="82"/>
                    <a:pt x="228" y="231"/>
                  </a:cubicBezTo>
                  <a:cubicBezTo>
                    <a:pt x="81" y="379"/>
                    <a:pt x="1" y="574"/>
                    <a:pt x="2" y="782"/>
                  </a:cubicBezTo>
                  <a:cubicBezTo>
                    <a:pt x="4" y="1209"/>
                    <a:pt x="352" y="1558"/>
                    <a:pt x="780" y="1558"/>
                  </a:cubicBezTo>
                  <a:lnTo>
                    <a:pt x="780" y="1558"/>
                  </a:lnTo>
                  <a:cubicBezTo>
                    <a:pt x="1210" y="1558"/>
                    <a:pt x="1558" y="1208"/>
                    <a:pt x="1558" y="779"/>
                  </a:cubicBezTo>
                  <a:lnTo>
                    <a:pt x="1558" y="776"/>
                  </a:lnTo>
                  <a:cubicBezTo>
                    <a:pt x="1558" y="569"/>
                    <a:pt x="1476" y="374"/>
                    <a:pt x="1329" y="227"/>
                  </a:cubicBezTo>
                  <a:cubicBezTo>
                    <a:pt x="1181" y="81"/>
                    <a:pt x="986" y="1"/>
                    <a:pt x="779" y="1"/>
                  </a:cubicBezTo>
                  <a:close/>
                  <a:moveTo>
                    <a:pt x="780" y="1558"/>
                  </a:moveTo>
                  <a:cubicBezTo>
                    <a:pt x="780" y="1558"/>
                    <a:pt x="780" y="1558"/>
                    <a:pt x="779" y="1558"/>
                  </a:cubicBezTo>
                  <a:lnTo>
                    <a:pt x="781" y="1558"/>
                  </a:lnTo>
                  <a:cubicBezTo>
                    <a:pt x="781" y="1558"/>
                    <a:pt x="780" y="1558"/>
                    <a:pt x="780" y="1558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4493625" y="3887375"/>
              <a:ext cx="24000" cy="35275"/>
            </a:xfrm>
            <a:custGeom>
              <a:avLst/>
              <a:gdLst/>
              <a:ahLst/>
              <a:cxnLst/>
              <a:rect l="l" t="t" r="r" b="b"/>
              <a:pathLst>
                <a:path w="960" h="1411" extrusionOk="0">
                  <a:moveTo>
                    <a:pt x="480" y="1"/>
                  </a:moveTo>
                  <a:cubicBezTo>
                    <a:pt x="214" y="1"/>
                    <a:pt x="1" y="317"/>
                    <a:pt x="1" y="705"/>
                  </a:cubicBezTo>
                  <a:cubicBezTo>
                    <a:pt x="1" y="1094"/>
                    <a:pt x="214" y="1411"/>
                    <a:pt x="480" y="1411"/>
                  </a:cubicBezTo>
                  <a:cubicBezTo>
                    <a:pt x="747" y="1411"/>
                    <a:pt x="960" y="1095"/>
                    <a:pt x="960" y="705"/>
                  </a:cubicBezTo>
                  <a:cubicBezTo>
                    <a:pt x="960" y="317"/>
                    <a:pt x="747" y="1"/>
                    <a:pt x="48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4490950" y="3884750"/>
              <a:ext cx="29375" cy="40600"/>
            </a:xfrm>
            <a:custGeom>
              <a:avLst/>
              <a:gdLst/>
              <a:ahLst/>
              <a:cxnLst/>
              <a:rect l="l" t="t" r="r" b="b"/>
              <a:pathLst>
                <a:path w="1175" h="1624" extrusionOk="0">
                  <a:moveTo>
                    <a:pt x="587" y="213"/>
                  </a:moveTo>
                  <a:cubicBezTo>
                    <a:pt x="790" y="213"/>
                    <a:pt x="960" y="486"/>
                    <a:pt x="960" y="810"/>
                  </a:cubicBezTo>
                  <a:cubicBezTo>
                    <a:pt x="960" y="1135"/>
                    <a:pt x="790" y="1410"/>
                    <a:pt x="587" y="1410"/>
                  </a:cubicBezTo>
                  <a:cubicBezTo>
                    <a:pt x="385" y="1410"/>
                    <a:pt x="214" y="1135"/>
                    <a:pt x="214" y="810"/>
                  </a:cubicBezTo>
                  <a:cubicBezTo>
                    <a:pt x="214" y="487"/>
                    <a:pt x="385" y="213"/>
                    <a:pt x="587" y="213"/>
                  </a:cubicBezTo>
                  <a:close/>
                  <a:moveTo>
                    <a:pt x="587" y="0"/>
                  </a:moveTo>
                  <a:cubicBezTo>
                    <a:pt x="258" y="0"/>
                    <a:pt x="1" y="355"/>
                    <a:pt x="1" y="810"/>
                  </a:cubicBezTo>
                  <a:cubicBezTo>
                    <a:pt x="1" y="1266"/>
                    <a:pt x="258" y="1623"/>
                    <a:pt x="587" y="1623"/>
                  </a:cubicBezTo>
                  <a:cubicBezTo>
                    <a:pt x="916" y="1623"/>
                    <a:pt x="1174" y="1264"/>
                    <a:pt x="1174" y="810"/>
                  </a:cubicBezTo>
                  <a:cubicBezTo>
                    <a:pt x="1174" y="356"/>
                    <a:pt x="916" y="0"/>
                    <a:pt x="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4474275" y="3928825"/>
              <a:ext cx="17550" cy="36125"/>
            </a:xfrm>
            <a:custGeom>
              <a:avLst/>
              <a:gdLst/>
              <a:ahLst/>
              <a:cxnLst/>
              <a:rect l="l" t="t" r="r" b="b"/>
              <a:pathLst>
                <a:path w="702" h="1445" extrusionOk="0">
                  <a:moveTo>
                    <a:pt x="351" y="0"/>
                  </a:moveTo>
                  <a:cubicBezTo>
                    <a:pt x="156" y="0"/>
                    <a:pt x="1" y="323"/>
                    <a:pt x="1" y="721"/>
                  </a:cubicBezTo>
                  <a:cubicBezTo>
                    <a:pt x="1" y="1120"/>
                    <a:pt x="159" y="1444"/>
                    <a:pt x="351" y="1444"/>
                  </a:cubicBezTo>
                  <a:cubicBezTo>
                    <a:pt x="541" y="1444"/>
                    <a:pt x="702" y="1120"/>
                    <a:pt x="702" y="721"/>
                  </a:cubicBezTo>
                  <a:cubicBezTo>
                    <a:pt x="702" y="32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4471600" y="3926175"/>
              <a:ext cx="22875" cy="41450"/>
            </a:xfrm>
            <a:custGeom>
              <a:avLst/>
              <a:gdLst/>
              <a:ahLst/>
              <a:cxnLst/>
              <a:rect l="l" t="t" r="r" b="b"/>
              <a:pathLst>
                <a:path w="915" h="1658" extrusionOk="0">
                  <a:moveTo>
                    <a:pt x="458" y="213"/>
                  </a:moveTo>
                  <a:cubicBezTo>
                    <a:pt x="557" y="213"/>
                    <a:pt x="702" y="457"/>
                    <a:pt x="702" y="827"/>
                  </a:cubicBezTo>
                  <a:cubicBezTo>
                    <a:pt x="702" y="1197"/>
                    <a:pt x="556" y="1443"/>
                    <a:pt x="458" y="1443"/>
                  </a:cubicBezTo>
                  <a:cubicBezTo>
                    <a:pt x="358" y="1443"/>
                    <a:pt x="213" y="1202"/>
                    <a:pt x="213" y="827"/>
                  </a:cubicBezTo>
                  <a:cubicBezTo>
                    <a:pt x="213" y="453"/>
                    <a:pt x="358" y="213"/>
                    <a:pt x="458" y="213"/>
                  </a:cubicBezTo>
                  <a:close/>
                  <a:moveTo>
                    <a:pt x="458" y="0"/>
                  </a:moveTo>
                  <a:cubicBezTo>
                    <a:pt x="197" y="0"/>
                    <a:pt x="1" y="355"/>
                    <a:pt x="1" y="827"/>
                  </a:cubicBezTo>
                  <a:cubicBezTo>
                    <a:pt x="1" y="1300"/>
                    <a:pt x="197" y="1658"/>
                    <a:pt x="458" y="1658"/>
                  </a:cubicBezTo>
                  <a:cubicBezTo>
                    <a:pt x="718" y="1658"/>
                    <a:pt x="915" y="1299"/>
                    <a:pt x="915" y="827"/>
                  </a:cubicBezTo>
                  <a:cubicBezTo>
                    <a:pt x="915" y="356"/>
                    <a:pt x="717" y="0"/>
                    <a:pt x="4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4463450" y="3974050"/>
              <a:ext cx="14950" cy="28600"/>
            </a:xfrm>
            <a:custGeom>
              <a:avLst/>
              <a:gdLst/>
              <a:ahLst/>
              <a:cxnLst/>
              <a:rect l="l" t="t" r="r" b="b"/>
              <a:pathLst>
                <a:path w="598" h="1144" extrusionOk="0">
                  <a:moveTo>
                    <a:pt x="298" y="0"/>
                  </a:moveTo>
                  <a:cubicBezTo>
                    <a:pt x="134" y="0"/>
                    <a:pt x="0" y="256"/>
                    <a:pt x="0" y="572"/>
                  </a:cubicBezTo>
                  <a:cubicBezTo>
                    <a:pt x="0" y="888"/>
                    <a:pt x="134" y="1144"/>
                    <a:pt x="298" y="1144"/>
                  </a:cubicBezTo>
                  <a:cubicBezTo>
                    <a:pt x="463" y="1144"/>
                    <a:pt x="597" y="885"/>
                    <a:pt x="597" y="572"/>
                  </a:cubicBezTo>
                  <a:cubicBezTo>
                    <a:pt x="597" y="256"/>
                    <a:pt x="463" y="0"/>
                    <a:pt x="29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4460775" y="3971350"/>
              <a:ext cx="20300" cy="33950"/>
            </a:xfrm>
            <a:custGeom>
              <a:avLst/>
              <a:gdLst/>
              <a:ahLst/>
              <a:cxnLst/>
              <a:rect l="l" t="t" r="r" b="b"/>
              <a:pathLst>
                <a:path w="812" h="1358" extrusionOk="0">
                  <a:moveTo>
                    <a:pt x="405" y="214"/>
                  </a:moveTo>
                  <a:cubicBezTo>
                    <a:pt x="483" y="214"/>
                    <a:pt x="597" y="400"/>
                    <a:pt x="597" y="680"/>
                  </a:cubicBezTo>
                  <a:cubicBezTo>
                    <a:pt x="597" y="958"/>
                    <a:pt x="483" y="1144"/>
                    <a:pt x="405" y="1144"/>
                  </a:cubicBezTo>
                  <a:cubicBezTo>
                    <a:pt x="329" y="1144"/>
                    <a:pt x="213" y="958"/>
                    <a:pt x="213" y="680"/>
                  </a:cubicBezTo>
                  <a:cubicBezTo>
                    <a:pt x="213" y="400"/>
                    <a:pt x="329" y="214"/>
                    <a:pt x="405" y="214"/>
                  </a:cubicBezTo>
                  <a:close/>
                  <a:moveTo>
                    <a:pt x="405" y="1"/>
                  </a:moveTo>
                  <a:cubicBezTo>
                    <a:pt x="174" y="1"/>
                    <a:pt x="0" y="293"/>
                    <a:pt x="0" y="680"/>
                  </a:cubicBezTo>
                  <a:cubicBezTo>
                    <a:pt x="0" y="1066"/>
                    <a:pt x="174" y="1357"/>
                    <a:pt x="405" y="1357"/>
                  </a:cubicBezTo>
                  <a:cubicBezTo>
                    <a:pt x="637" y="1357"/>
                    <a:pt x="812" y="1066"/>
                    <a:pt x="812" y="680"/>
                  </a:cubicBezTo>
                  <a:cubicBezTo>
                    <a:pt x="812" y="293"/>
                    <a:pt x="637" y="1"/>
                    <a:pt x="4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5166550" y="3932600"/>
              <a:ext cx="33600" cy="33600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672" y="1"/>
                  </a:moveTo>
                  <a:cubicBezTo>
                    <a:pt x="302" y="1"/>
                    <a:pt x="1" y="302"/>
                    <a:pt x="1" y="672"/>
                  </a:cubicBezTo>
                  <a:cubicBezTo>
                    <a:pt x="1" y="1043"/>
                    <a:pt x="302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5163875" y="3929925"/>
              <a:ext cx="38975" cy="38975"/>
            </a:xfrm>
            <a:custGeom>
              <a:avLst/>
              <a:gdLst/>
              <a:ahLst/>
              <a:cxnLst/>
              <a:rect l="l" t="t" r="r" b="b"/>
              <a:pathLst>
                <a:path w="1559" h="1559" extrusionOk="0">
                  <a:moveTo>
                    <a:pt x="779" y="215"/>
                  </a:moveTo>
                  <a:cubicBezTo>
                    <a:pt x="1091" y="215"/>
                    <a:pt x="1344" y="468"/>
                    <a:pt x="1344" y="779"/>
                  </a:cubicBezTo>
                  <a:cubicBezTo>
                    <a:pt x="1344" y="1091"/>
                    <a:pt x="1091" y="1345"/>
                    <a:pt x="779" y="1345"/>
                  </a:cubicBezTo>
                  <a:cubicBezTo>
                    <a:pt x="467" y="1345"/>
                    <a:pt x="214" y="1092"/>
                    <a:pt x="214" y="779"/>
                  </a:cubicBezTo>
                  <a:cubicBezTo>
                    <a:pt x="214" y="468"/>
                    <a:pt x="467" y="215"/>
                    <a:pt x="779" y="215"/>
                  </a:cubicBezTo>
                  <a:close/>
                  <a:moveTo>
                    <a:pt x="779" y="1"/>
                  </a:moveTo>
                  <a:cubicBezTo>
                    <a:pt x="349" y="1"/>
                    <a:pt x="1" y="351"/>
                    <a:pt x="1" y="779"/>
                  </a:cubicBezTo>
                  <a:cubicBezTo>
                    <a:pt x="1" y="1208"/>
                    <a:pt x="349" y="1558"/>
                    <a:pt x="779" y="1558"/>
                  </a:cubicBezTo>
                  <a:cubicBezTo>
                    <a:pt x="1208" y="1558"/>
                    <a:pt x="1558" y="1210"/>
                    <a:pt x="1558" y="779"/>
                  </a:cubicBezTo>
                  <a:cubicBezTo>
                    <a:pt x="1558" y="351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5179625" y="3983000"/>
              <a:ext cx="33600" cy="33625"/>
            </a:xfrm>
            <a:custGeom>
              <a:avLst/>
              <a:gdLst/>
              <a:ahLst/>
              <a:cxnLst/>
              <a:rect l="l" t="t" r="r" b="b"/>
              <a:pathLst>
                <a:path w="1344" h="1345" extrusionOk="0">
                  <a:moveTo>
                    <a:pt x="672" y="1"/>
                  </a:moveTo>
                  <a:cubicBezTo>
                    <a:pt x="301" y="1"/>
                    <a:pt x="0" y="302"/>
                    <a:pt x="0" y="673"/>
                  </a:cubicBezTo>
                  <a:cubicBezTo>
                    <a:pt x="0" y="1042"/>
                    <a:pt x="298" y="1341"/>
                    <a:pt x="668" y="1344"/>
                  </a:cubicBezTo>
                  <a:cubicBezTo>
                    <a:pt x="668" y="1344"/>
                    <a:pt x="669" y="1344"/>
                    <a:pt x="670" y="1344"/>
                  </a:cubicBezTo>
                  <a:cubicBezTo>
                    <a:pt x="1040" y="1344"/>
                    <a:pt x="1341" y="1047"/>
                    <a:pt x="1343" y="677"/>
                  </a:cubicBezTo>
                  <a:lnTo>
                    <a:pt x="1343" y="673"/>
                  </a:lnTo>
                  <a:cubicBezTo>
                    <a:pt x="1343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5176950" y="3980325"/>
              <a:ext cx="38925" cy="38925"/>
            </a:xfrm>
            <a:custGeom>
              <a:avLst/>
              <a:gdLst/>
              <a:ahLst/>
              <a:cxnLst/>
              <a:rect l="l" t="t" r="r" b="b"/>
              <a:pathLst>
                <a:path w="1557" h="1557" extrusionOk="0">
                  <a:moveTo>
                    <a:pt x="779" y="214"/>
                  </a:moveTo>
                  <a:cubicBezTo>
                    <a:pt x="1090" y="214"/>
                    <a:pt x="1343" y="467"/>
                    <a:pt x="1343" y="780"/>
                  </a:cubicBezTo>
                  <a:lnTo>
                    <a:pt x="1450" y="780"/>
                  </a:lnTo>
                  <a:lnTo>
                    <a:pt x="1343" y="782"/>
                  </a:lnTo>
                  <a:cubicBezTo>
                    <a:pt x="1342" y="933"/>
                    <a:pt x="1282" y="1076"/>
                    <a:pt x="1175" y="1182"/>
                  </a:cubicBezTo>
                  <a:cubicBezTo>
                    <a:pt x="1069" y="1286"/>
                    <a:pt x="930" y="1344"/>
                    <a:pt x="780" y="1344"/>
                  </a:cubicBezTo>
                  <a:cubicBezTo>
                    <a:pt x="778" y="1344"/>
                    <a:pt x="776" y="1344"/>
                    <a:pt x="775" y="1344"/>
                  </a:cubicBezTo>
                  <a:cubicBezTo>
                    <a:pt x="465" y="1342"/>
                    <a:pt x="213" y="1091"/>
                    <a:pt x="213" y="780"/>
                  </a:cubicBezTo>
                  <a:cubicBezTo>
                    <a:pt x="213" y="467"/>
                    <a:pt x="466" y="214"/>
                    <a:pt x="779" y="214"/>
                  </a:cubicBezTo>
                  <a:close/>
                  <a:moveTo>
                    <a:pt x="779" y="1"/>
                  </a:moveTo>
                  <a:cubicBezTo>
                    <a:pt x="349" y="1"/>
                    <a:pt x="0" y="352"/>
                    <a:pt x="0" y="780"/>
                  </a:cubicBezTo>
                  <a:cubicBezTo>
                    <a:pt x="0" y="1205"/>
                    <a:pt x="347" y="1555"/>
                    <a:pt x="773" y="1557"/>
                  </a:cubicBezTo>
                  <a:lnTo>
                    <a:pt x="779" y="1557"/>
                  </a:lnTo>
                  <a:cubicBezTo>
                    <a:pt x="984" y="1557"/>
                    <a:pt x="1178" y="1478"/>
                    <a:pt x="1325" y="1333"/>
                  </a:cubicBezTo>
                  <a:cubicBezTo>
                    <a:pt x="1473" y="1187"/>
                    <a:pt x="1555" y="992"/>
                    <a:pt x="1556" y="782"/>
                  </a:cubicBezTo>
                  <a:lnTo>
                    <a:pt x="1556" y="780"/>
                  </a:lnTo>
                  <a:cubicBezTo>
                    <a:pt x="1556" y="349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5681550" y="3850825"/>
              <a:ext cx="72800" cy="230550"/>
            </a:xfrm>
            <a:custGeom>
              <a:avLst/>
              <a:gdLst/>
              <a:ahLst/>
              <a:cxnLst/>
              <a:rect l="l" t="t" r="r" b="b"/>
              <a:pathLst>
                <a:path w="2912" h="922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8902"/>
                  </a:lnTo>
                  <a:cubicBezTo>
                    <a:pt x="0" y="9079"/>
                    <a:pt x="143" y="9222"/>
                    <a:pt x="320" y="9222"/>
                  </a:cubicBezTo>
                  <a:lnTo>
                    <a:pt x="2591" y="9222"/>
                  </a:lnTo>
                  <a:cubicBezTo>
                    <a:pt x="2768" y="9222"/>
                    <a:pt x="2911" y="9079"/>
                    <a:pt x="2911" y="8902"/>
                  </a:cubicBezTo>
                  <a:cubicBezTo>
                    <a:pt x="2911" y="8726"/>
                    <a:pt x="2768" y="8582"/>
                    <a:pt x="2591" y="8582"/>
                  </a:cubicBezTo>
                  <a:lnTo>
                    <a:pt x="640" y="8582"/>
                  </a:lnTo>
                  <a:lnTo>
                    <a:pt x="640" y="321"/>
                  </a:lnTo>
                  <a:cubicBezTo>
                    <a:pt x="640" y="144"/>
                    <a:pt x="496" y="1"/>
                    <a:pt x="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5668925" y="4128475"/>
              <a:ext cx="79125" cy="233750"/>
            </a:xfrm>
            <a:custGeom>
              <a:avLst/>
              <a:gdLst/>
              <a:ahLst/>
              <a:cxnLst/>
              <a:rect l="l" t="t" r="r" b="b"/>
              <a:pathLst>
                <a:path w="3165" h="9350" extrusionOk="0">
                  <a:moveTo>
                    <a:pt x="321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9030"/>
                  </a:lnTo>
                  <a:cubicBezTo>
                    <a:pt x="0" y="9207"/>
                    <a:pt x="143" y="9350"/>
                    <a:pt x="321" y="9350"/>
                  </a:cubicBezTo>
                  <a:cubicBezTo>
                    <a:pt x="496" y="9350"/>
                    <a:pt x="639" y="9207"/>
                    <a:pt x="639" y="9030"/>
                  </a:cubicBezTo>
                  <a:lnTo>
                    <a:pt x="639" y="641"/>
                  </a:lnTo>
                  <a:lnTo>
                    <a:pt x="2844" y="641"/>
                  </a:lnTo>
                  <a:cubicBezTo>
                    <a:pt x="3021" y="641"/>
                    <a:pt x="3164" y="497"/>
                    <a:pt x="3164" y="321"/>
                  </a:cubicBezTo>
                  <a:cubicBezTo>
                    <a:pt x="3164" y="144"/>
                    <a:pt x="3021" y="1"/>
                    <a:pt x="28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5574225" y="4096925"/>
              <a:ext cx="158050" cy="16025"/>
            </a:xfrm>
            <a:custGeom>
              <a:avLst/>
              <a:gdLst/>
              <a:ahLst/>
              <a:cxnLst/>
              <a:rect l="l" t="t" r="r" b="b"/>
              <a:pathLst>
                <a:path w="6322" h="641" extrusionOk="0">
                  <a:moveTo>
                    <a:pt x="321" y="0"/>
                  </a:moveTo>
                  <a:cubicBezTo>
                    <a:pt x="144" y="0"/>
                    <a:pt x="1" y="143"/>
                    <a:pt x="1" y="320"/>
                  </a:cubicBezTo>
                  <a:cubicBezTo>
                    <a:pt x="1" y="497"/>
                    <a:pt x="144" y="640"/>
                    <a:pt x="321" y="640"/>
                  </a:cubicBezTo>
                  <a:lnTo>
                    <a:pt x="6001" y="640"/>
                  </a:lnTo>
                  <a:cubicBezTo>
                    <a:pt x="6178" y="640"/>
                    <a:pt x="6321" y="497"/>
                    <a:pt x="6321" y="320"/>
                  </a:cubicBezTo>
                  <a:cubicBezTo>
                    <a:pt x="6321" y="143"/>
                    <a:pt x="6178" y="0"/>
                    <a:pt x="60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5074875" y="4910950"/>
              <a:ext cx="23875" cy="3425"/>
            </a:xfrm>
            <a:custGeom>
              <a:avLst/>
              <a:gdLst/>
              <a:ahLst/>
              <a:cxnLst/>
              <a:rect l="l" t="t" r="r" b="b"/>
              <a:pathLst>
                <a:path w="955" h="137" extrusionOk="0">
                  <a:moveTo>
                    <a:pt x="1" y="1"/>
                  </a:moveTo>
                  <a:lnTo>
                    <a:pt x="1" y="1"/>
                  </a:lnTo>
                  <a:cubicBezTo>
                    <a:pt x="319" y="51"/>
                    <a:pt x="638" y="96"/>
                    <a:pt x="955" y="136"/>
                  </a:cubicBezTo>
                  <a:cubicBezTo>
                    <a:pt x="638" y="95"/>
                    <a:pt x="319" y="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5072050" y="4908300"/>
              <a:ext cx="29550" cy="8700"/>
            </a:xfrm>
            <a:custGeom>
              <a:avLst/>
              <a:gdLst/>
              <a:ahLst/>
              <a:cxnLst/>
              <a:rect l="l" t="t" r="r" b="b"/>
              <a:pathLst>
                <a:path w="1182" h="348" extrusionOk="0">
                  <a:moveTo>
                    <a:pt x="112" y="1"/>
                  </a:moveTo>
                  <a:cubicBezTo>
                    <a:pt x="61" y="1"/>
                    <a:pt x="17" y="38"/>
                    <a:pt x="9" y="90"/>
                  </a:cubicBezTo>
                  <a:cubicBezTo>
                    <a:pt x="0" y="150"/>
                    <a:pt x="39" y="203"/>
                    <a:pt x="97" y="212"/>
                  </a:cubicBezTo>
                  <a:cubicBezTo>
                    <a:pt x="413" y="262"/>
                    <a:pt x="734" y="308"/>
                    <a:pt x="1055" y="348"/>
                  </a:cubicBezTo>
                  <a:lnTo>
                    <a:pt x="1068" y="348"/>
                  </a:lnTo>
                  <a:cubicBezTo>
                    <a:pt x="1120" y="348"/>
                    <a:pt x="1166" y="309"/>
                    <a:pt x="1174" y="256"/>
                  </a:cubicBezTo>
                  <a:cubicBezTo>
                    <a:pt x="1181" y="198"/>
                    <a:pt x="1139" y="144"/>
                    <a:pt x="1081" y="136"/>
                  </a:cubicBezTo>
                  <a:cubicBezTo>
                    <a:pt x="764" y="95"/>
                    <a:pt x="447" y="50"/>
                    <a:pt x="130" y="2"/>
                  </a:cubicBezTo>
                  <a:cubicBezTo>
                    <a:pt x="124" y="1"/>
                    <a:pt x="118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5073100" y="4910650"/>
              <a:ext cx="1800" cy="300"/>
            </a:xfrm>
            <a:custGeom>
              <a:avLst/>
              <a:gdLst/>
              <a:ahLst/>
              <a:cxnLst/>
              <a:rect l="l" t="t" r="r" b="b"/>
              <a:pathLst>
                <a:path w="72" h="12" extrusionOk="0">
                  <a:moveTo>
                    <a:pt x="0" y="1"/>
                  </a:moveTo>
                  <a:lnTo>
                    <a:pt x="72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5070400" y="4907975"/>
              <a:ext cx="7175" cy="5600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07" y="1"/>
                  </a:moveTo>
                  <a:cubicBezTo>
                    <a:pt x="55" y="1"/>
                    <a:pt x="11" y="39"/>
                    <a:pt x="2" y="91"/>
                  </a:cubicBezTo>
                  <a:cubicBezTo>
                    <a:pt x="2" y="97"/>
                    <a:pt x="1" y="102"/>
                    <a:pt x="1" y="108"/>
                  </a:cubicBezTo>
                  <a:cubicBezTo>
                    <a:pt x="1" y="160"/>
                    <a:pt x="40" y="205"/>
                    <a:pt x="93" y="214"/>
                  </a:cubicBezTo>
                  <a:lnTo>
                    <a:pt x="165" y="224"/>
                  </a:lnTo>
                  <a:lnTo>
                    <a:pt x="181" y="224"/>
                  </a:lnTo>
                  <a:cubicBezTo>
                    <a:pt x="233" y="224"/>
                    <a:pt x="278" y="187"/>
                    <a:pt x="285" y="133"/>
                  </a:cubicBezTo>
                  <a:cubicBezTo>
                    <a:pt x="287" y="129"/>
                    <a:pt x="287" y="123"/>
                    <a:pt x="287" y="118"/>
                  </a:cubicBezTo>
                  <a:cubicBezTo>
                    <a:pt x="287" y="66"/>
                    <a:pt x="250" y="20"/>
                    <a:pt x="196" y="12"/>
                  </a:cubicBezTo>
                  <a:lnTo>
                    <a:pt x="123" y="2"/>
                  </a:lnTo>
                  <a:cubicBezTo>
                    <a:pt x="118" y="1"/>
                    <a:pt x="112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5122400" y="4916975"/>
              <a:ext cx="25300" cy="2150"/>
            </a:xfrm>
            <a:custGeom>
              <a:avLst/>
              <a:gdLst/>
              <a:ahLst/>
              <a:cxnLst/>
              <a:rect l="l" t="t" r="r" b="b"/>
              <a:pathLst>
                <a:path w="1012" h="86" extrusionOk="0">
                  <a:moveTo>
                    <a:pt x="1012" y="86"/>
                  </a:moveTo>
                  <a:cubicBezTo>
                    <a:pt x="678" y="63"/>
                    <a:pt x="342" y="35"/>
                    <a:pt x="1" y="1"/>
                  </a:cubicBezTo>
                  <a:cubicBezTo>
                    <a:pt x="342" y="35"/>
                    <a:pt x="678" y="63"/>
                    <a:pt x="101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5119725" y="4914325"/>
              <a:ext cx="30625" cy="7475"/>
            </a:xfrm>
            <a:custGeom>
              <a:avLst/>
              <a:gdLst/>
              <a:ahLst/>
              <a:cxnLst/>
              <a:rect l="l" t="t" r="r" b="b"/>
              <a:pathLst>
                <a:path w="1225" h="299" extrusionOk="0">
                  <a:moveTo>
                    <a:pt x="108" y="1"/>
                  </a:moveTo>
                  <a:cubicBezTo>
                    <a:pt x="55" y="1"/>
                    <a:pt x="6" y="42"/>
                    <a:pt x="1" y="96"/>
                  </a:cubicBezTo>
                  <a:cubicBezTo>
                    <a:pt x="1" y="99"/>
                    <a:pt x="1" y="104"/>
                    <a:pt x="1" y="107"/>
                  </a:cubicBezTo>
                  <a:cubicBezTo>
                    <a:pt x="1" y="161"/>
                    <a:pt x="42" y="208"/>
                    <a:pt x="98" y="213"/>
                  </a:cubicBezTo>
                  <a:cubicBezTo>
                    <a:pt x="425" y="247"/>
                    <a:pt x="757" y="274"/>
                    <a:pt x="1110" y="299"/>
                  </a:cubicBezTo>
                  <a:lnTo>
                    <a:pt x="1119" y="299"/>
                  </a:lnTo>
                  <a:cubicBezTo>
                    <a:pt x="1174" y="299"/>
                    <a:pt x="1220" y="256"/>
                    <a:pt x="1225" y="199"/>
                  </a:cubicBezTo>
                  <a:cubicBezTo>
                    <a:pt x="1225" y="198"/>
                    <a:pt x="1225" y="195"/>
                    <a:pt x="1225" y="192"/>
                  </a:cubicBezTo>
                  <a:cubicBezTo>
                    <a:pt x="1225" y="137"/>
                    <a:pt x="1181" y="89"/>
                    <a:pt x="1126" y="86"/>
                  </a:cubicBezTo>
                  <a:cubicBezTo>
                    <a:pt x="775" y="61"/>
                    <a:pt x="444" y="34"/>
                    <a:pt x="118" y="1"/>
                  </a:cubicBezTo>
                  <a:cubicBezTo>
                    <a:pt x="115" y="1"/>
                    <a:pt x="111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5148050" y="4919100"/>
              <a:ext cx="24825" cy="1325"/>
            </a:xfrm>
            <a:custGeom>
              <a:avLst/>
              <a:gdLst/>
              <a:ahLst/>
              <a:cxnLst/>
              <a:rect l="l" t="t" r="r" b="b"/>
              <a:pathLst>
                <a:path w="993" h="53" extrusionOk="0">
                  <a:moveTo>
                    <a:pt x="992" y="53"/>
                  </a:moveTo>
                  <a:cubicBezTo>
                    <a:pt x="668" y="39"/>
                    <a:pt x="337" y="25"/>
                    <a:pt x="1" y="1"/>
                  </a:cubicBezTo>
                  <a:cubicBezTo>
                    <a:pt x="337" y="25"/>
                    <a:pt x="668" y="39"/>
                    <a:pt x="992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5145375" y="4916450"/>
              <a:ext cx="30150" cy="6625"/>
            </a:xfrm>
            <a:custGeom>
              <a:avLst/>
              <a:gdLst/>
              <a:ahLst/>
              <a:cxnLst/>
              <a:rect l="l" t="t" r="r" b="b"/>
              <a:pathLst>
                <a:path w="1206" h="265" extrusionOk="0">
                  <a:moveTo>
                    <a:pt x="107" y="1"/>
                  </a:moveTo>
                  <a:cubicBezTo>
                    <a:pt x="51" y="1"/>
                    <a:pt x="5" y="44"/>
                    <a:pt x="1" y="99"/>
                  </a:cubicBezTo>
                  <a:cubicBezTo>
                    <a:pt x="1" y="102"/>
                    <a:pt x="1" y="105"/>
                    <a:pt x="1" y="107"/>
                  </a:cubicBezTo>
                  <a:cubicBezTo>
                    <a:pt x="1" y="163"/>
                    <a:pt x="44" y="210"/>
                    <a:pt x="100" y="214"/>
                  </a:cubicBezTo>
                  <a:cubicBezTo>
                    <a:pt x="444" y="238"/>
                    <a:pt x="782" y="253"/>
                    <a:pt x="1095" y="265"/>
                  </a:cubicBezTo>
                  <a:lnTo>
                    <a:pt x="1099" y="265"/>
                  </a:lnTo>
                  <a:cubicBezTo>
                    <a:pt x="1156" y="265"/>
                    <a:pt x="1204" y="220"/>
                    <a:pt x="1205" y="163"/>
                  </a:cubicBezTo>
                  <a:lnTo>
                    <a:pt x="1205" y="159"/>
                  </a:lnTo>
                  <a:cubicBezTo>
                    <a:pt x="1205" y="101"/>
                    <a:pt x="1161" y="55"/>
                    <a:pt x="1104" y="52"/>
                  </a:cubicBezTo>
                  <a:cubicBezTo>
                    <a:pt x="791" y="40"/>
                    <a:pt x="456" y="25"/>
                    <a:pt x="115" y="1"/>
                  </a:cubicBezTo>
                  <a:cubicBezTo>
                    <a:pt x="113" y="1"/>
                    <a:pt x="110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5098750" y="4914350"/>
              <a:ext cx="23600" cy="2650"/>
            </a:xfrm>
            <a:custGeom>
              <a:avLst/>
              <a:gdLst/>
              <a:ahLst/>
              <a:cxnLst/>
              <a:rect l="l" t="t" r="r" b="b"/>
              <a:pathLst>
                <a:path w="944" h="106" extrusionOk="0">
                  <a:moveTo>
                    <a:pt x="0" y="0"/>
                  </a:moveTo>
                  <a:cubicBezTo>
                    <a:pt x="32" y="4"/>
                    <a:pt x="64" y="8"/>
                    <a:pt x="96" y="12"/>
                  </a:cubicBezTo>
                  <a:lnTo>
                    <a:pt x="96" y="12"/>
                  </a:lnTo>
                  <a:cubicBezTo>
                    <a:pt x="64" y="8"/>
                    <a:pt x="32" y="4"/>
                    <a:pt x="0" y="0"/>
                  </a:cubicBezTo>
                  <a:close/>
                  <a:moveTo>
                    <a:pt x="96" y="12"/>
                  </a:moveTo>
                  <a:lnTo>
                    <a:pt x="96" y="12"/>
                  </a:lnTo>
                  <a:cubicBezTo>
                    <a:pt x="336" y="42"/>
                    <a:pt x="577" y="69"/>
                    <a:pt x="815" y="93"/>
                  </a:cubicBezTo>
                  <a:lnTo>
                    <a:pt x="815" y="93"/>
                  </a:lnTo>
                  <a:cubicBezTo>
                    <a:pt x="577" y="68"/>
                    <a:pt x="336" y="42"/>
                    <a:pt x="96" y="12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5" y="95"/>
                  </a:cubicBezTo>
                  <a:lnTo>
                    <a:pt x="910" y="103"/>
                  </a:lnTo>
                  <a:lnTo>
                    <a:pt x="910" y="103"/>
                  </a:lnTo>
                  <a:cubicBezTo>
                    <a:pt x="879" y="100"/>
                    <a:pt x="847" y="97"/>
                    <a:pt x="815" y="93"/>
                  </a:cubicBezTo>
                  <a:close/>
                  <a:moveTo>
                    <a:pt x="910" y="103"/>
                  </a:moveTo>
                  <a:cubicBezTo>
                    <a:pt x="921" y="104"/>
                    <a:pt x="933" y="105"/>
                    <a:pt x="944" y="106"/>
                  </a:cubicBezTo>
                  <a:lnTo>
                    <a:pt x="91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5095900" y="4911675"/>
              <a:ext cx="29250" cy="8025"/>
            </a:xfrm>
            <a:custGeom>
              <a:avLst/>
              <a:gdLst/>
              <a:ahLst/>
              <a:cxnLst/>
              <a:rect l="l" t="t" r="r" b="b"/>
              <a:pathLst>
                <a:path w="1170" h="321" extrusionOk="0">
                  <a:moveTo>
                    <a:pt x="114" y="1"/>
                  </a:moveTo>
                  <a:cubicBezTo>
                    <a:pt x="61" y="1"/>
                    <a:pt x="15" y="39"/>
                    <a:pt x="8" y="94"/>
                  </a:cubicBezTo>
                  <a:cubicBezTo>
                    <a:pt x="1" y="152"/>
                    <a:pt x="41" y="205"/>
                    <a:pt x="101" y="213"/>
                  </a:cubicBezTo>
                  <a:cubicBezTo>
                    <a:pt x="148" y="219"/>
                    <a:pt x="197" y="225"/>
                    <a:pt x="247" y="231"/>
                  </a:cubicBezTo>
                  <a:cubicBezTo>
                    <a:pt x="529" y="265"/>
                    <a:pt x="793" y="295"/>
                    <a:pt x="1048" y="320"/>
                  </a:cubicBezTo>
                  <a:lnTo>
                    <a:pt x="1058" y="320"/>
                  </a:lnTo>
                  <a:cubicBezTo>
                    <a:pt x="1113" y="320"/>
                    <a:pt x="1159" y="278"/>
                    <a:pt x="1164" y="223"/>
                  </a:cubicBezTo>
                  <a:cubicBezTo>
                    <a:pt x="1170" y="165"/>
                    <a:pt x="1128" y="113"/>
                    <a:pt x="1068" y="107"/>
                  </a:cubicBezTo>
                  <a:lnTo>
                    <a:pt x="933" y="94"/>
                  </a:lnTo>
                  <a:cubicBezTo>
                    <a:pt x="714" y="70"/>
                    <a:pt x="494" y="46"/>
                    <a:pt x="272" y="19"/>
                  </a:cubicBezTo>
                  <a:cubicBezTo>
                    <a:pt x="224" y="13"/>
                    <a:pt x="177" y="7"/>
                    <a:pt x="127" y="1"/>
                  </a:cubicBezTo>
                  <a:cubicBezTo>
                    <a:pt x="123" y="1"/>
                    <a:pt x="118" y="1"/>
                    <a:pt x="1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5546825" y="3360675"/>
              <a:ext cx="3600" cy="1250"/>
            </a:xfrm>
            <a:custGeom>
              <a:avLst/>
              <a:gdLst/>
              <a:ahLst/>
              <a:cxnLst/>
              <a:rect l="l" t="t" r="r" b="b"/>
              <a:pathLst>
                <a:path w="144" h="50" extrusionOk="0">
                  <a:moveTo>
                    <a:pt x="1" y="0"/>
                  </a:moveTo>
                  <a:lnTo>
                    <a:pt x="45" y="17"/>
                  </a:lnTo>
                  <a:lnTo>
                    <a:pt x="144" y="50"/>
                  </a:lnTo>
                  <a:lnTo>
                    <a:pt x="14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5543825" y="3358000"/>
              <a:ext cx="9575" cy="6575"/>
            </a:xfrm>
            <a:custGeom>
              <a:avLst/>
              <a:gdLst/>
              <a:ahLst/>
              <a:cxnLst/>
              <a:rect l="l" t="t" r="r" b="b"/>
              <a:pathLst>
                <a:path w="383" h="263" extrusionOk="0">
                  <a:moveTo>
                    <a:pt x="120" y="0"/>
                  </a:moveTo>
                  <a:cubicBezTo>
                    <a:pt x="77" y="0"/>
                    <a:pt x="36" y="28"/>
                    <a:pt x="20" y="70"/>
                  </a:cubicBezTo>
                  <a:cubicBezTo>
                    <a:pt x="0" y="125"/>
                    <a:pt x="28" y="186"/>
                    <a:pt x="82" y="207"/>
                  </a:cubicBezTo>
                  <a:lnTo>
                    <a:pt x="229" y="258"/>
                  </a:lnTo>
                  <a:cubicBezTo>
                    <a:pt x="241" y="261"/>
                    <a:pt x="252" y="262"/>
                    <a:pt x="264" y="262"/>
                  </a:cubicBezTo>
                  <a:cubicBezTo>
                    <a:pt x="308" y="262"/>
                    <a:pt x="350" y="234"/>
                    <a:pt x="365" y="189"/>
                  </a:cubicBezTo>
                  <a:cubicBezTo>
                    <a:pt x="383" y="134"/>
                    <a:pt x="353" y="75"/>
                    <a:pt x="298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4964925" y="3338000"/>
              <a:ext cx="967975" cy="1582775"/>
            </a:xfrm>
            <a:custGeom>
              <a:avLst/>
              <a:gdLst/>
              <a:ahLst/>
              <a:cxnLst/>
              <a:rect l="l" t="t" r="r" b="b"/>
              <a:pathLst>
                <a:path w="38719" h="63311" extrusionOk="0">
                  <a:moveTo>
                    <a:pt x="14846" y="23454"/>
                  </a:moveTo>
                  <a:cubicBezTo>
                    <a:pt x="16444" y="23454"/>
                    <a:pt x="18581" y="25076"/>
                    <a:pt x="20153" y="26499"/>
                  </a:cubicBezTo>
                  <a:cubicBezTo>
                    <a:pt x="21319" y="27555"/>
                    <a:pt x="21408" y="29358"/>
                    <a:pt x="20353" y="30524"/>
                  </a:cubicBezTo>
                  <a:cubicBezTo>
                    <a:pt x="20288" y="30594"/>
                    <a:pt x="20223" y="30661"/>
                    <a:pt x="20153" y="30725"/>
                  </a:cubicBezTo>
                  <a:cubicBezTo>
                    <a:pt x="18581" y="32148"/>
                    <a:pt x="16444" y="33770"/>
                    <a:pt x="14846" y="33770"/>
                  </a:cubicBezTo>
                  <a:cubicBezTo>
                    <a:pt x="13249" y="33770"/>
                    <a:pt x="11112" y="32148"/>
                    <a:pt x="9541" y="30725"/>
                  </a:cubicBezTo>
                  <a:cubicBezTo>
                    <a:pt x="8374" y="29668"/>
                    <a:pt x="8285" y="27866"/>
                    <a:pt x="9340" y="26700"/>
                  </a:cubicBezTo>
                  <a:cubicBezTo>
                    <a:pt x="9404" y="26630"/>
                    <a:pt x="9471" y="26563"/>
                    <a:pt x="9541" y="26499"/>
                  </a:cubicBezTo>
                  <a:cubicBezTo>
                    <a:pt x="11112" y="25076"/>
                    <a:pt x="13249" y="23454"/>
                    <a:pt x="14846" y="23454"/>
                  </a:cubicBezTo>
                  <a:close/>
                  <a:moveTo>
                    <a:pt x="20132" y="1"/>
                  </a:moveTo>
                  <a:cubicBezTo>
                    <a:pt x="19942" y="16"/>
                    <a:pt x="10266" y="793"/>
                    <a:pt x="5460" y="7279"/>
                  </a:cubicBezTo>
                  <a:cubicBezTo>
                    <a:pt x="606" y="13833"/>
                    <a:pt x="2670" y="24510"/>
                    <a:pt x="2549" y="27539"/>
                  </a:cubicBezTo>
                  <a:cubicBezTo>
                    <a:pt x="2427" y="30567"/>
                    <a:pt x="2062" y="34090"/>
                    <a:pt x="1336" y="35546"/>
                  </a:cubicBezTo>
                  <a:cubicBezTo>
                    <a:pt x="608" y="37002"/>
                    <a:pt x="0" y="36882"/>
                    <a:pt x="364" y="37851"/>
                  </a:cubicBezTo>
                  <a:cubicBezTo>
                    <a:pt x="725" y="38822"/>
                    <a:pt x="2308" y="43074"/>
                    <a:pt x="2308" y="43074"/>
                  </a:cubicBezTo>
                  <a:lnTo>
                    <a:pt x="1217" y="45863"/>
                  </a:lnTo>
                  <a:lnTo>
                    <a:pt x="2308" y="48047"/>
                  </a:lnTo>
                  <a:cubicBezTo>
                    <a:pt x="2308" y="48047"/>
                    <a:pt x="1337" y="49503"/>
                    <a:pt x="2065" y="50717"/>
                  </a:cubicBezTo>
                  <a:cubicBezTo>
                    <a:pt x="2450" y="51402"/>
                    <a:pt x="2990" y="51987"/>
                    <a:pt x="3644" y="52423"/>
                  </a:cubicBezTo>
                  <a:cubicBezTo>
                    <a:pt x="3644" y="52423"/>
                    <a:pt x="4248" y="55942"/>
                    <a:pt x="3400" y="58126"/>
                  </a:cubicBezTo>
                  <a:cubicBezTo>
                    <a:pt x="2679" y="59977"/>
                    <a:pt x="3703" y="62085"/>
                    <a:pt x="4327" y="62907"/>
                  </a:cubicBezTo>
                  <a:lnTo>
                    <a:pt x="4400" y="62917"/>
                  </a:lnTo>
                  <a:cubicBezTo>
                    <a:pt x="5002" y="63011"/>
                    <a:pt x="5599" y="63085"/>
                    <a:pt x="6190" y="63148"/>
                  </a:cubicBezTo>
                  <a:lnTo>
                    <a:pt x="6300" y="63158"/>
                  </a:lnTo>
                  <a:cubicBezTo>
                    <a:pt x="6644" y="63193"/>
                    <a:pt x="6985" y="63219"/>
                    <a:pt x="7321" y="63243"/>
                  </a:cubicBezTo>
                  <a:cubicBezTo>
                    <a:pt x="7658" y="63264"/>
                    <a:pt x="7988" y="63282"/>
                    <a:pt x="8314" y="63294"/>
                  </a:cubicBezTo>
                  <a:cubicBezTo>
                    <a:pt x="8638" y="63305"/>
                    <a:pt x="8956" y="63310"/>
                    <a:pt x="9267" y="63310"/>
                  </a:cubicBezTo>
                  <a:cubicBezTo>
                    <a:pt x="10890" y="63310"/>
                    <a:pt x="12315" y="63160"/>
                    <a:pt x="13346" y="62858"/>
                  </a:cubicBezTo>
                  <a:cubicBezTo>
                    <a:pt x="15411" y="62249"/>
                    <a:pt x="29606" y="55090"/>
                    <a:pt x="31668" y="52907"/>
                  </a:cubicBezTo>
                  <a:cubicBezTo>
                    <a:pt x="33162" y="51318"/>
                    <a:pt x="34091" y="44338"/>
                    <a:pt x="34481" y="40652"/>
                  </a:cubicBezTo>
                  <a:lnTo>
                    <a:pt x="34481" y="40652"/>
                  </a:lnTo>
                  <a:cubicBezTo>
                    <a:pt x="33924" y="40865"/>
                    <a:pt x="33332" y="40975"/>
                    <a:pt x="32734" y="40975"/>
                  </a:cubicBezTo>
                  <a:cubicBezTo>
                    <a:pt x="28920" y="40975"/>
                    <a:pt x="25827" y="36498"/>
                    <a:pt x="25827" y="30984"/>
                  </a:cubicBezTo>
                  <a:cubicBezTo>
                    <a:pt x="25827" y="25472"/>
                    <a:pt x="28920" y="20996"/>
                    <a:pt x="32734" y="20996"/>
                  </a:cubicBezTo>
                  <a:cubicBezTo>
                    <a:pt x="35126" y="20996"/>
                    <a:pt x="37233" y="22753"/>
                    <a:pt x="38471" y="25423"/>
                  </a:cubicBezTo>
                  <a:cubicBezTo>
                    <a:pt x="38641" y="24157"/>
                    <a:pt x="38718" y="22880"/>
                    <a:pt x="38707" y="21604"/>
                  </a:cubicBezTo>
                  <a:cubicBezTo>
                    <a:pt x="38586" y="13720"/>
                    <a:pt x="32033" y="5590"/>
                    <a:pt x="27666" y="2920"/>
                  </a:cubicBezTo>
                  <a:lnTo>
                    <a:pt x="27665" y="2920"/>
                  </a:lnTo>
                  <a:cubicBezTo>
                    <a:pt x="27665" y="2920"/>
                    <a:pt x="27514" y="2822"/>
                    <a:pt x="27239" y="2666"/>
                  </a:cubicBezTo>
                  <a:cubicBezTo>
                    <a:pt x="27062" y="2566"/>
                    <a:pt x="26831" y="2440"/>
                    <a:pt x="26552" y="2298"/>
                  </a:cubicBezTo>
                  <a:lnTo>
                    <a:pt x="26533" y="2298"/>
                  </a:lnTo>
                  <a:lnTo>
                    <a:pt x="26258" y="2158"/>
                  </a:lnTo>
                  <a:lnTo>
                    <a:pt x="26223" y="2142"/>
                  </a:lnTo>
                  <a:lnTo>
                    <a:pt x="25930" y="2000"/>
                  </a:lnTo>
                  <a:lnTo>
                    <a:pt x="25876" y="1975"/>
                  </a:lnTo>
                  <a:lnTo>
                    <a:pt x="25562" y="1831"/>
                  </a:lnTo>
                  <a:lnTo>
                    <a:pt x="25498" y="1801"/>
                  </a:lnTo>
                  <a:lnTo>
                    <a:pt x="25157" y="1649"/>
                  </a:lnTo>
                  <a:lnTo>
                    <a:pt x="25092" y="1622"/>
                  </a:lnTo>
                  <a:lnTo>
                    <a:pt x="24718" y="1464"/>
                  </a:lnTo>
                  <a:lnTo>
                    <a:pt x="24554" y="1397"/>
                  </a:lnTo>
                  <a:lnTo>
                    <a:pt x="24249" y="1277"/>
                  </a:lnTo>
                  <a:lnTo>
                    <a:pt x="24055" y="1201"/>
                  </a:lnTo>
                  <a:lnTo>
                    <a:pt x="23774" y="1095"/>
                  </a:lnTo>
                  <a:lnTo>
                    <a:pt x="23913" y="1146"/>
                  </a:lnTo>
                  <a:lnTo>
                    <a:pt x="23838" y="1116"/>
                  </a:lnTo>
                  <a:lnTo>
                    <a:pt x="23581" y="1025"/>
                  </a:lnTo>
                  <a:cubicBezTo>
                    <a:pt x="23497" y="992"/>
                    <a:pt x="23409" y="963"/>
                    <a:pt x="23321" y="933"/>
                  </a:cubicBezTo>
                  <a:lnTo>
                    <a:pt x="23043" y="834"/>
                  </a:lnTo>
                  <a:lnTo>
                    <a:pt x="22759" y="741"/>
                  </a:lnTo>
                  <a:lnTo>
                    <a:pt x="22896" y="785"/>
                  </a:lnTo>
                  <a:lnTo>
                    <a:pt x="22739" y="732"/>
                  </a:lnTo>
                  <a:lnTo>
                    <a:pt x="22729" y="732"/>
                  </a:lnTo>
                  <a:cubicBezTo>
                    <a:pt x="22500" y="656"/>
                    <a:pt x="22258" y="581"/>
                    <a:pt x="22011" y="508"/>
                  </a:cubicBezTo>
                  <a:lnTo>
                    <a:pt x="21797" y="447"/>
                  </a:lnTo>
                  <a:lnTo>
                    <a:pt x="21780" y="447"/>
                  </a:lnTo>
                  <a:cubicBezTo>
                    <a:pt x="21608" y="395"/>
                    <a:pt x="21430" y="346"/>
                    <a:pt x="21252" y="300"/>
                  </a:cubicBezTo>
                  <a:lnTo>
                    <a:pt x="21003" y="211"/>
                  </a:lnTo>
                  <a:lnTo>
                    <a:pt x="20409" y="65"/>
                  </a:lnTo>
                  <a:lnTo>
                    <a:pt x="20196" y="14"/>
                  </a:lnTo>
                  <a:lnTo>
                    <a:pt x="20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4965375" y="3335325"/>
              <a:ext cx="970200" cy="1588125"/>
            </a:xfrm>
            <a:custGeom>
              <a:avLst/>
              <a:gdLst/>
              <a:ahLst/>
              <a:cxnLst/>
              <a:rect l="l" t="t" r="r" b="b"/>
              <a:pathLst>
                <a:path w="38808" h="63525" extrusionOk="0">
                  <a:moveTo>
                    <a:pt x="14828" y="23667"/>
                  </a:moveTo>
                  <a:lnTo>
                    <a:pt x="14828" y="23669"/>
                  </a:lnTo>
                  <a:cubicBezTo>
                    <a:pt x="16402" y="23669"/>
                    <a:pt x="18543" y="25309"/>
                    <a:pt x="20062" y="26685"/>
                  </a:cubicBezTo>
                  <a:cubicBezTo>
                    <a:pt x="20605" y="27177"/>
                    <a:pt x="20924" y="27851"/>
                    <a:pt x="20961" y="28582"/>
                  </a:cubicBezTo>
                  <a:cubicBezTo>
                    <a:pt x="20997" y="29315"/>
                    <a:pt x="20747" y="30016"/>
                    <a:pt x="20256" y="30559"/>
                  </a:cubicBezTo>
                  <a:cubicBezTo>
                    <a:pt x="20195" y="30626"/>
                    <a:pt x="20131" y="30692"/>
                    <a:pt x="20062" y="30752"/>
                  </a:cubicBezTo>
                  <a:cubicBezTo>
                    <a:pt x="18543" y="32129"/>
                    <a:pt x="16402" y="33770"/>
                    <a:pt x="14828" y="33770"/>
                  </a:cubicBezTo>
                  <a:cubicBezTo>
                    <a:pt x="13255" y="33770"/>
                    <a:pt x="11114" y="32129"/>
                    <a:pt x="9595" y="30752"/>
                  </a:cubicBezTo>
                  <a:cubicBezTo>
                    <a:pt x="8474" y="29738"/>
                    <a:pt x="8387" y="28000"/>
                    <a:pt x="9401" y="26879"/>
                  </a:cubicBezTo>
                  <a:cubicBezTo>
                    <a:pt x="9462" y="26810"/>
                    <a:pt x="9526" y="26746"/>
                    <a:pt x="9595" y="26685"/>
                  </a:cubicBezTo>
                  <a:cubicBezTo>
                    <a:pt x="11114" y="25309"/>
                    <a:pt x="13255" y="23667"/>
                    <a:pt x="14828" y="23667"/>
                  </a:cubicBezTo>
                  <a:close/>
                  <a:moveTo>
                    <a:pt x="14828" y="23454"/>
                  </a:moveTo>
                  <a:cubicBezTo>
                    <a:pt x="13186" y="23454"/>
                    <a:pt x="10997" y="25126"/>
                    <a:pt x="9452" y="26527"/>
                  </a:cubicBezTo>
                  <a:cubicBezTo>
                    <a:pt x="9379" y="26593"/>
                    <a:pt x="9309" y="26663"/>
                    <a:pt x="9243" y="26736"/>
                  </a:cubicBezTo>
                  <a:cubicBezTo>
                    <a:pt x="8151" y="27943"/>
                    <a:pt x="8243" y="29816"/>
                    <a:pt x="9452" y="30909"/>
                  </a:cubicBezTo>
                  <a:cubicBezTo>
                    <a:pt x="10997" y="32312"/>
                    <a:pt x="13186" y="33982"/>
                    <a:pt x="14828" y="33982"/>
                  </a:cubicBezTo>
                  <a:cubicBezTo>
                    <a:pt x="16471" y="33982"/>
                    <a:pt x="18659" y="32312"/>
                    <a:pt x="20206" y="30911"/>
                  </a:cubicBezTo>
                  <a:cubicBezTo>
                    <a:pt x="20278" y="30844"/>
                    <a:pt x="20348" y="30775"/>
                    <a:pt x="20413" y="30702"/>
                  </a:cubicBezTo>
                  <a:cubicBezTo>
                    <a:pt x="20943" y="30117"/>
                    <a:pt x="21213" y="29361"/>
                    <a:pt x="21174" y="28572"/>
                  </a:cubicBezTo>
                  <a:cubicBezTo>
                    <a:pt x="21136" y="27784"/>
                    <a:pt x="20792" y="27057"/>
                    <a:pt x="20206" y="26527"/>
                  </a:cubicBezTo>
                  <a:cubicBezTo>
                    <a:pt x="18659" y="25126"/>
                    <a:pt x="16471" y="23454"/>
                    <a:pt x="14828" y="23454"/>
                  </a:cubicBezTo>
                  <a:close/>
                  <a:moveTo>
                    <a:pt x="20107" y="215"/>
                  </a:moveTo>
                  <a:lnTo>
                    <a:pt x="20949" y="417"/>
                  </a:lnTo>
                  <a:lnTo>
                    <a:pt x="21206" y="510"/>
                  </a:lnTo>
                  <a:cubicBezTo>
                    <a:pt x="21384" y="556"/>
                    <a:pt x="21560" y="605"/>
                    <a:pt x="21731" y="656"/>
                  </a:cubicBezTo>
                  <a:cubicBezTo>
                    <a:pt x="21742" y="659"/>
                    <a:pt x="21752" y="660"/>
                    <a:pt x="21762" y="660"/>
                  </a:cubicBezTo>
                  <a:lnTo>
                    <a:pt x="21962" y="718"/>
                  </a:lnTo>
                  <a:cubicBezTo>
                    <a:pt x="22208" y="790"/>
                    <a:pt x="22447" y="864"/>
                    <a:pt x="22677" y="940"/>
                  </a:cubicBezTo>
                  <a:cubicBezTo>
                    <a:pt x="22681" y="941"/>
                    <a:pt x="22687" y="943"/>
                    <a:pt x="22694" y="944"/>
                  </a:cubicBezTo>
                  <a:cubicBezTo>
                    <a:pt x="22699" y="946"/>
                    <a:pt x="22702" y="947"/>
                    <a:pt x="22706" y="949"/>
                  </a:cubicBezTo>
                  <a:lnTo>
                    <a:pt x="23269" y="1141"/>
                  </a:lnTo>
                  <a:cubicBezTo>
                    <a:pt x="23356" y="1169"/>
                    <a:pt x="23442" y="1199"/>
                    <a:pt x="23525" y="1232"/>
                  </a:cubicBezTo>
                  <a:lnTo>
                    <a:pt x="23704" y="1296"/>
                  </a:lnTo>
                  <a:cubicBezTo>
                    <a:pt x="23708" y="1297"/>
                    <a:pt x="23713" y="1300"/>
                    <a:pt x="23717" y="1302"/>
                  </a:cubicBezTo>
                  <a:lnTo>
                    <a:pt x="23999" y="1408"/>
                  </a:lnTo>
                  <a:lnTo>
                    <a:pt x="25032" y="1827"/>
                  </a:lnTo>
                  <a:lnTo>
                    <a:pt x="25812" y="2179"/>
                  </a:lnTo>
                  <a:lnTo>
                    <a:pt x="26467" y="2499"/>
                  </a:lnTo>
                  <a:cubicBezTo>
                    <a:pt x="26475" y="2503"/>
                    <a:pt x="26490" y="2506"/>
                    <a:pt x="26503" y="2509"/>
                  </a:cubicBezTo>
                  <a:cubicBezTo>
                    <a:pt x="26737" y="2628"/>
                    <a:pt x="26962" y="2749"/>
                    <a:pt x="27169" y="2867"/>
                  </a:cubicBezTo>
                  <a:cubicBezTo>
                    <a:pt x="27437" y="3019"/>
                    <a:pt x="27587" y="3115"/>
                    <a:pt x="27589" y="3117"/>
                  </a:cubicBezTo>
                  <a:cubicBezTo>
                    <a:pt x="27590" y="3117"/>
                    <a:pt x="27590" y="3117"/>
                    <a:pt x="27592" y="3118"/>
                  </a:cubicBezTo>
                  <a:cubicBezTo>
                    <a:pt x="32009" y="5818"/>
                    <a:pt x="38464" y="13994"/>
                    <a:pt x="38580" y="21711"/>
                  </a:cubicBezTo>
                  <a:cubicBezTo>
                    <a:pt x="38592" y="22859"/>
                    <a:pt x="38529" y="24017"/>
                    <a:pt x="38392" y="25159"/>
                  </a:cubicBezTo>
                  <a:cubicBezTo>
                    <a:pt x="37075" y="22544"/>
                    <a:pt x="34972" y="20996"/>
                    <a:pt x="32716" y="20996"/>
                  </a:cubicBezTo>
                  <a:cubicBezTo>
                    <a:pt x="28848" y="20996"/>
                    <a:pt x="25702" y="25524"/>
                    <a:pt x="25702" y="31091"/>
                  </a:cubicBezTo>
                  <a:cubicBezTo>
                    <a:pt x="25702" y="36660"/>
                    <a:pt x="28848" y="41189"/>
                    <a:pt x="32716" y="41189"/>
                  </a:cubicBezTo>
                  <a:cubicBezTo>
                    <a:pt x="33270" y="41187"/>
                    <a:pt x="33815" y="41097"/>
                    <a:pt x="34338" y="40916"/>
                  </a:cubicBezTo>
                  <a:lnTo>
                    <a:pt x="34338" y="40916"/>
                  </a:lnTo>
                  <a:cubicBezTo>
                    <a:pt x="33992" y="44136"/>
                    <a:pt x="33065" y="51352"/>
                    <a:pt x="31573" y="52941"/>
                  </a:cubicBezTo>
                  <a:cubicBezTo>
                    <a:pt x="29482" y="55154"/>
                    <a:pt x="15189" y="62305"/>
                    <a:pt x="13298" y="62862"/>
                  </a:cubicBezTo>
                  <a:cubicBezTo>
                    <a:pt x="12296" y="63156"/>
                    <a:pt x="10876" y="63311"/>
                    <a:pt x="9233" y="63311"/>
                  </a:cubicBezTo>
                  <a:cubicBezTo>
                    <a:pt x="8929" y="63311"/>
                    <a:pt x="8618" y="63306"/>
                    <a:pt x="8301" y="63295"/>
                  </a:cubicBezTo>
                  <a:cubicBezTo>
                    <a:pt x="7975" y="63282"/>
                    <a:pt x="7646" y="63265"/>
                    <a:pt x="7311" y="63243"/>
                  </a:cubicBezTo>
                  <a:cubicBezTo>
                    <a:pt x="6943" y="63218"/>
                    <a:pt x="6610" y="63191"/>
                    <a:pt x="6292" y="63158"/>
                  </a:cubicBezTo>
                  <a:lnTo>
                    <a:pt x="6182" y="63148"/>
                  </a:lnTo>
                  <a:cubicBezTo>
                    <a:pt x="5542" y="63081"/>
                    <a:pt x="4958" y="63006"/>
                    <a:pt x="4397" y="62918"/>
                  </a:cubicBezTo>
                  <a:lnTo>
                    <a:pt x="4367" y="62914"/>
                  </a:lnTo>
                  <a:lnTo>
                    <a:pt x="4369" y="62914"/>
                  </a:lnTo>
                  <a:cubicBezTo>
                    <a:pt x="3854" y="62216"/>
                    <a:pt x="2759" y="60127"/>
                    <a:pt x="3481" y="58270"/>
                  </a:cubicBezTo>
                  <a:cubicBezTo>
                    <a:pt x="4331" y="56084"/>
                    <a:pt x="3755" y="52657"/>
                    <a:pt x="3730" y="52512"/>
                  </a:cubicBezTo>
                  <a:cubicBezTo>
                    <a:pt x="3725" y="52483"/>
                    <a:pt x="3709" y="52457"/>
                    <a:pt x="3684" y="52441"/>
                  </a:cubicBezTo>
                  <a:cubicBezTo>
                    <a:pt x="3048" y="52017"/>
                    <a:pt x="2513" y="51439"/>
                    <a:pt x="2138" y="50769"/>
                  </a:cubicBezTo>
                  <a:cubicBezTo>
                    <a:pt x="1455" y="49628"/>
                    <a:pt x="2369" y="48227"/>
                    <a:pt x="2378" y="48214"/>
                  </a:cubicBezTo>
                  <a:cubicBezTo>
                    <a:pt x="2400" y="48181"/>
                    <a:pt x="2402" y="48141"/>
                    <a:pt x="2385" y="48107"/>
                  </a:cubicBezTo>
                  <a:lnTo>
                    <a:pt x="1315" y="45965"/>
                  </a:lnTo>
                  <a:lnTo>
                    <a:pt x="2388" y="43220"/>
                  </a:lnTo>
                  <a:cubicBezTo>
                    <a:pt x="2399" y="43195"/>
                    <a:pt x="2399" y="43168"/>
                    <a:pt x="2390" y="43144"/>
                  </a:cubicBezTo>
                  <a:cubicBezTo>
                    <a:pt x="2390" y="43144"/>
                    <a:pt x="807" y="38892"/>
                    <a:pt x="445" y="37921"/>
                  </a:cubicBezTo>
                  <a:cubicBezTo>
                    <a:pt x="241" y="37379"/>
                    <a:pt x="358" y="37234"/>
                    <a:pt x="666" y="36847"/>
                  </a:cubicBezTo>
                  <a:cubicBezTo>
                    <a:pt x="861" y="36603"/>
                    <a:pt x="1129" y="36268"/>
                    <a:pt x="1413" y="35701"/>
                  </a:cubicBezTo>
                  <a:cubicBezTo>
                    <a:pt x="2298" y="33929"/>
                    <a:pt x="2564" y="29480"/>
                    <a:pt x="2637" y="27650"/>
                  </a:cubicBezTo>
                  <a:cubicBezTo>
                    <a:pt x="2661" y="27038"/>
                    <a:pt x="2600" y="26139"/>
                    <a:pt x="2521" y="25000"/>
                  </a:cubicBezTo>
                  <a:cubicBezTo>
                    <a:pt x="2201" y="20386"/>
                    <a:pt x="1666" y="12661"/>
                    <a:pt x="5527" y="7450"/>
                  </a:cubicBezTo>
                  <a:cubicBezTo>
                    <a:pt x="10217" y="1120"/>
                    <a:pt x="19533" y="263"/>
                    <a:pt x="20107" y="215"/>
                  </a:cubicBezTo>
                  <a:close/>
                  <a:moveTo>
                    <a:pt x="20105" y="0"/>
                  </a:moveTo>
                  <a:cubicBezTo>
                    <a:pt x="19700" y="33"/>
                    <a:pt x="10150" y="852"/>
                    <a:pt x="5356" y="7322"/>
                  </a:cubicBezTo>
                  <a:cubicBezTo>
                    <a:pt x="1449" y="12597"/>
                    <a:pt x="1986" y="20371"/>
                    <a:pt x="2308" y="25015"/>
                  </a:cubicBezTo>
                  <a:cubicBezTo>
                    <a:pt x="2387" y="26146"/>
                    <a:pt x="2448" y="27041"/>
                    <a:pt x="2424" y="27641"/>
                  </a:cubicBezTo>
                  <a:cubicBezTo>
                    <a:pt x="2272" y="31425"/>
                    <a:pt x="1823" y="34401"/>
                    <a:pt x="1221" y="35605"/>
                  </a:cubicBezTo>
                  <a:cubicBezTo>
                    <a:pt x="949" y="36152"/>
                    <a:pt x="690" y="36478"/>
                    <a:pt x="499" y="36715"/>
                  </a:cubicBezTo>
                  <a:cubicBezTo>
                    <a:pt x="177" y="37118"/>
                    <a:pt x="0" y="37340"/>
                    <a:pt x="244" y="37995"/>
                  </a:cubicBezTo>
                  <a:cubicBezTo>
                    <a:pt x="587" y="38911"/>
                    <a:pt x="2018" y="42755"/>
                    <a:pt x="2176" y="43180"/>
                  </a:cubicBezTo>
                  <a:lnTo>
                    <a:pt x="1099" y="45931"/>
                  </a:lnTo>
                  <a:cubicBezTo>
                    <a:pt x="1087" y="45960"/>
                    <a:pt x="1089" y="45991"/>
                    <a:pt x="1102" y="46018"/>
                  </a:cubicBezTo>
                  <a:lnTo>
                    <a:pt x="2167" y="48148"/>
                  </a:lnTo>
                  <a:cubicBezTo>
                    <a:pt x="1995" y="48430"/>
                    <a:pt x="1272" y="49740"/>
                    <a:pt x="1954" y="50876"/>
                  </a:cubicBezTo>
                  <a:cubicBezTo>
                    <a:pt x="2336" y="51559"/>
                    <a:pt x="2880" y="52152"/>
                    <a:pt x="3526" y="52593"/>
                  </a:cubicBezTo>
                  <a:cubicBezTo>
                    <a:pt x="3591" y="53007"/>
                    <a:pt x="4059" y="56194"/>
                    <a:pt x="3282" y="58194"/>
                  </a:cubicBezTo>
                  <a:cubicBezTo>
                    <a:pt x="2592" y="59963"/>
                    <a:pt x="3468" y="62085"/>
                    <a:pt x="4224" y="63078"/>
                  </a:cubicBezTo>
                  <a:cubicBezTo>
                    <a:pt x="4241" y="63100"/>
                    <a:pt x="4266" y="63115"/>
                    <a:pt x="4294" y="63120"/>
                  </a:cubicBezTo>
                  <a:lnTo>
                    <a:pt x="4366" y="63130"/>
                  </a:lnTo>
                  <a:cubicBezTo>
                    <a:pt x="4929" y="63218"/>
                    <a:pt x="5515" y="63292"/>
                    <a:pt x="6160" y="63361"/>
                  </a:cubicBezTo>
                  <a:lnTo>
                    <a:pt x="6272" y="63371"/>
                  </a:lnTo>
                  <a:cubicBezTo>
                    <a:pt x="6590" y="63402"/>
                    <a:pt x="6927" y="63431"/>
                    <a:pt x="7296" y="63456"/>
                  </a:cubicBezTo>
                  <a:cubicBezTo>
                    <a:pt x="7634" y="63478"/>
                    <a:pt x="7966" y="63495"/>
                    <a:pt x="8294" y="63508"/>
                  </a:cubicBezTo>
                  <a:cubicBezTo>
                    <a:pt x="8612" y="63519"/>
                    <a:pt x="8925" y="63524"/>
                    <a:pt x="9232" y="63524"/>
                  </a:cubicBezTo>
                  <a:lnTo>
                    <a:pt x="9232" y="63523"/>
                  </a:lnTo>
                  <a:cubicBezTo>
                    <a:pt x="10896" y="63523"/>
                    <a:pt x="12337" y="63365"/>
                    <a:pt x="13357" y="63066"/>
                  </a:cubicBezTo>
                  <a:cubicBezTo>
                    <a:pt x="15257" y="62508"/>
                    <a:pt x="29624" y="55314"/>
                    <a:pt x="31728" y="53087"/>
                  </a:cubicBezTo>
                  <a:cubicBezTo>
                    <a:pt x="33236" y="51482"/>
                    <a:pt x="34155" y="44681"/>
                    <a:pt x="34569" y="40769"/>
                  </a:cubicBezTo>
                  <a:cubicBezTo>
                    <a:pt x="34573" y="40732"/>
                    <a:pt x="34558" y="40696"/>
                    <a:pt x="34528" y="40672"/>
                  </a:cubicBezTo>
                  <a:cubicBezTo>
                    <a:pt x="34509" y="40658"/>
                    <a:pt x="34486" y="40650"/>
                    <a:pt x="34463" y="40650"/>
                  </a:cubicBezTo>
                  <a:cubicBezTo>
                    <a:pt x="34451" y="40650"/>
                    <a:pt x="34438" y="40653"/>
                    <a:pt x="34426" y="40657"/>
                  </a:cubicBezTo>
                  <a:cubicBezTo>
                    <a:pt x="33878" y="40867"/>
                    <a:pt x="33303" y="40975"/>
                    <a:pt x="32716" y="40975"/>
                  </a:cubicBezTo>
                  <a:cubicBezTo>
                    <a:pt x="28967" y="40975"/>
                    <a:pt x="25917" y="36540"/>
                    <a:pt x="25917" y="31091"/>
                  </a:cubicBezTo>
                  <a:cubicBezTo>
                    <a:pt x="25917" y="25641"/>
                    <a:pt x="28967" y="21209"/>
                    <a:pt x="32716" y="21209"/>
                  </a:cubicBezTo>
                  <a:cubicBezTo>
                    <a:pt x="34980" y="21209"/>
                    <a:pt x="37088" y="22841"/>
                    <a:pt x="38357" y="25574"/>
                  </a:cubicBezTo>
                  <a:cubicBezTo>
                    <a:pt x="38374" y="25611"/>
                    <a:pt x="38410" y="25635"/>
                    <a:pt x="38453" y="25635"/>
                  </a:cubicBezTo>
                  <a:cubicBezTo>
                    <a:pt x="38458" y="25635"/>
                    <a:pt x="38464" y="25635"/>
                    <a:pt x="38470" y="25634"/>
                  </a:cubicBezTo>
                  <a:cubicBezTo>
                    <a:pt x="38516" y="25627"/>
                    <a:pt x="38552" y="25589"/>
                    <a:pt x="38559" y="25543"/>
                  </a:cubicBezTo>
                  <a:cubicBezTo>
                    <a:pt x="38729" y="24276"/>
                    <a:pt x="38808" y="22985"/>
                    <a:pt x="38794" y="21708"/>
                  </a:cubicBezTo>
                  <a:cubicBezTo>
                    <a:pt x="38677" y="13915"/>
                    <a:pt x="32163" y="5661"/>
                    <a:pt x="27705" y="2937"/>
                  </a:cubicBezTo>
                  <a:cubicBezTo>
                    <a:pt x="27687" y="2925"/>
                    <a:pt x="27538" y="2829"/>
                    <a:pt x="27273" y="2681"/>
                  </a:cubicBezTo>
                  <a:cubicBezTo>
                    <a:pt x="27059" y="2558"/>
                    <a:pt x="26826" y="2433"/>
                    <a:pt x="26584" y="2308"/>
                  </a:cubicBezTo>
                  <a:cubicBezTo>
                    <a:pt x="26575" y="2304"/>
                    <a:pt x="26560" y="2301"/>
                    <a:pt x="26545" y="2299"/>
                  </a:cubicBezTo>
                  <a:lnTo>
                    <a:pt x="25590" y="1841"/>
                  </a:lnTo>
                  <a:lnTo>
                    <a:pt x="24740" y="1472"/>
                  </a:lnTo>
                  <a:lnTo>
                    <a:pt x="23947" y="1159"/>
                  </a:lnTo>
                  <a:cubicBezTo>
                    <a:pt x="23942" y="1157"/>
                    <a:pt x="23938" y="1154"/>
                    <a:pt x="23935" y="1153"/>
                  </a:cubicBezTo>
                  <a:lnTo>
                    <a:pt x="23600" y="1031"/>
                  </a:lnTo>
                  <a:cubicBezTo>
                    <a:pt x="23516" y="998"/>
                    <a:pt x="23427" y="968"/>
                    <a:pt x="23339" y="939"/>
                  </a:cubicBezTo>
                  <a:lnTo>
                    <a:pt x="22919" y="794"/>
                  </a:lnTo>
                  <a:cubicBezTo>
                    <a:pt x="22916" y="793"/>
                    <a:pt x="22913" y="791"/>
                    <a:pt x="22912" y="791"/>
                  </a:cubicBezTo>
                  <a:lnTo>
                    <a:pt x="22756" y="738"/>
                  </a:lnTo>
                  <a:cubicBezTo>
                    <a:pt x="22750" y="736"/>
                    <a:pt x="22741" y="735"/>
                    <a:pt x="22732" y="733"/>
                  </a:cubicBezTo>
                  <a:cubicBezTo>
                    <a:pt x="22504" y="657"/>
                    <a:pt x="22266" y="584"/>
                    <a:pt x="22021" y="513"/>
                  </a:cubicBezTo>
                  <a:lnTo>
                    <a:pt x="21843" y="461"/>
                  </a:lnTo>
                  <a:cubicBezTo>
                    <a:pt x="21826" y="452"/>
                    <a:pt x="21809" y="446"/>
                    <a:pt x="21789" y="446"/>
                  </a:cubicBezTo>
                  <a:lnTo>
                    <a:pt x="21777" y="446"/>
                  </a:lnTo>
                  <a:cubicBezTo>
                    <a:pt x="21609" y="397"/>
                    <a:pt x="21435" y="349"/>
                    <a:pt x="21270" y="306"/>
                  </a:cubicBezTo>
                  <a:lnTo>
                    <a:pt x="21010" y="213"/>
                  </a:lnTo>
                  <a:lnTo>
                    <a:pt x="20415" y="67"/>
                  </a:lnTo>
                  <a:lnTo>
                    <a:pt x="20135" y="3"/>
                  </a:lnTo>
                  <a:cubicBezTo>
                    <a:pt x="20125" y="0"/>
                    <a:pt x="20116" y="0"/>
                    <a:pt x="20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5431625" y="4823225"/>
              <a:ext cx="18825" cy="4750"/>
            </a:xfrm>
            <a:custGeom>
              <a:avLst/>
              <a:gdLst/>
              <a:ahLst/>
              <a:cxnLst/>
              <a:rect l="l" t="t" r="r" b="b"/>
              <a:pathLst>
                <a:path w="753" h="190" extrusionOk="0">
                  <a:moveTo>
                    <a:pt x="1" y="0"/>
                  </a:moveTo>
                  <a:cubicBezTo>
                    <a:pt x="245" y="69"/>
                    <a:pt x="495" y="133"/>
                    <a:pt x="752" y="1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5430925" y="4820650"/>
              <a:ext cx="20125" cy="9925"/>
            </a:xfrm>
            <a:custGeom>
              <a:avLst/>
              <a:gdLst/>
              <a:ahLst/>
              <a:cxnLst/>
              <a:rect l="l" t="t" r="r" b="b"/>
              <a:pathLst>
                <a:path w="805" h="397" extrusionOk="0">
                  <a:moveTo>
                    <a:pt x="57" y="1"/>
                  </a:moveTo>
                  <a:lnTo>
                    <a:pt x="0" y="206"/>
                  </a:lnTo>
                  <a:cubicBezTo>
                    <a:pt x="267" y="280"/>
                    <a:pt x="514" y="343"/>
                    <a:pt x="758" y="397"/>
                  </a:cubicBezTo>
                  <a:lnTo>
                    <a:pt x="804" y="188"/>
                  </a:lnTo>
                  <a:cubicBezTo>
                    <a:pt x="565" y="135"/>
                    <a:pt x="320" y="73"/>
                    <a:pt x="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5166625" y="4541250"/>
              <a:ext cx="239000" cy="273950"/>
            </a:xfrm>
            <a:custGeom>
              <a:avLst/>
              <a:gdLst/>
              <a:ahLst/>
              <a:cxnLst/>
              <a:rect l="l" t="t" r="r" b="b"/>
              <a:pathLst>
                <a:path w="9560" h="10958" extrusionOk="0">
                  <a:moveTo>
                    <a:pt x="1" y="1"/>
                  </a:moveTo>
                  <a:cubicBezTo>
                    <a:pt x="1" y="1"/>
                    <a:pt x="1228" y="8065"/>
                    <a:pt x="9560" y="1095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5164025" y="4540850"/>
              <a:ext cx="242450" cy="276850"/>
            </a:xfrm>
            <a:custGeom>
              <a:avLst/>
              <a:gdLst/>
              <a:ahLst/>
              <a:cxnLst/>
              <a:rect l="l" t="t" r="r" b="b"/>
              <a:pathLst>
                <a:path w="9698" h="11074" extrusionOk="0">
                  <a:moveTo>
                    <a:pt x="211" y="0"/>
                  </a:moveTo>
                  <a:lnTo>
                    <a:pt x="1" y="31"/>
                  </a:lnTo>
                  <a:cubicBezTo>
                    <a:pt x="13" y="113"/>
                    <a:pt x="1332" y="8194"/>
                    <a:pt x="9628" y="11073"/>
                  </a:cubicBezTo>
                  <a:lnTo>
                    <a:pt x="9698" y="10872"/>
                  </a:lnTo>
                  <a:cubicBezTo>
                    <a:pt x="1527" y="8036"/>
                    <a:pt x="222" y="81"/>
                    <a:pt x="2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5571400" y="3369800"/>
              <a:ext cx="3625" cy="1400"/>
            </a:xfrm>
            <a:custGeom>
              <a:avLst/>
              <a:gdLst/>
              <a:ahLst/>
              <a:cxnLst/>
              <a:rect l="l" t="t" r="r" b="b"/>
              <a:pathLst>
                <a:path w="145" h="56" extrusionOk="0">
                  <a:moveTo>
                    <a:pt x="0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5568375" y="3367125"/>
              <a:ext cx="9675" cy="6750"/>
            </a:xfrm>
            <a:custGeom>
              <a:avLst/>
              <a:gdLst/>
              <a:ahLst/>
              <a:cxnLst/>
              <a:rect l="l" t="t" r="r" b="b"/>
              <a:pathLst>
                <a:path w="387" h="270" extrusionOk="0">
                  <a:moveTo>
                    <a:pt x="121" y="1"/>
                  </a:moveTo>
                  <a:cubicBezTo>
                    <a:pt x="78" y="1"/>
                    <a:pt x="38" y="27"/>
                    <a:pt x="22" y="70"/>
                  </a:cubicBezTo>
                  <a:cubicBezTo>
                    <a:pt x="1" y="124"/>
                    <a:pt x="29" y="186"/>
                    <a:pt x="84" y="207"/>
                  </a:cubicBezTo>
                  <a:lnTo>
                    <a:pt x="229" y="262"/>
                  </a:lnTo>
                  <a:cubicBezTo>
                    <a:pt x="240" y="266"/>
                    <a:pt x="253" y="269"/>
                    <a:pt x="267" y="270"/>
                  </a:cubicBezTo>
                  <a:lnTo>
                    <a:pt x="267" y="270"/>
                  </a:lnTo>
                  <a:cubicBezTo>
                    <a:pt x="308" y="269"/>
                    <a:pt x="348" y="244"/>
                    <a:pt x="364" y="204"/>
                  </a:cubicBezTo>
                  <a:cubicBezTo>
                    <a:pt x="386" y="150"/>
                    <a:pt x="363" y="89"/>
                    <a:pt x="311" y="66"/>
                  </a:cubicBezTo>
                  <a:lnTo>
                    <a:pt x="287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9" y="7"/>
                  </a:lnTo>
                  <a:cubicBezTo>
                    <a:pt x="146" y="3"/>
                    <a:pt x="134" y="1"/>
                    <a:pt x="121" y="1"/>
                  </a:cubicBezTo>
                  <a:close/>
                  <a:moveTo>
                    <a:pt x="267" y="270"/>
                  </a:moveTo>
                  <a:lnTo>
                    <a:pt x="267" y="270"/>
                  </a:lnTo>
                  <a:cubicBezTo>
                    <a:pt x="266" y="270"/>
                    <a:pt x="266" y="270"/>
                    <a:pt x="266" y="270"/>
                  </a:cubicBezTo>
                  <a:lnTo>
                    <a:pt x="267" y="270"/>
                  </a:lnTo>
                  <a:cubicBezTo>
                    <a:pt x="267" y="270"/>
                    <a:pt x="267" y="270"/>
                    <a:pt x="267" y="27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5547725" y="3361050"/>
              <a:ext cx="13125" cy="4625"/>
            </a:xfrm>
            <a:custGeom>
              <a:avLst/>
              <a:gdLst/>
              <a:ahLst/>
              <a:cxnLst/>
              <a:rect l="l" t="t" r="r" b="b"/>
              <a:pathLst>
                <a:path w="525" h="185" extrusionOk="0">
                  <a:moveTo>
                    <a:pt x="0" y="0"/>
                  </a:moveTo>
                  <a:lnTo>
                    <a:pt x="104" y="38"/>
                  </a:lnTo>
                  <a:lnTo>
                    <a:pt x="112" y="38"/>
                  </a:lnTo>
                  <a:lnTo>
                    <a:pt x="0" y="0"/>
                  </a:lnTo>
                  <a:close/>
                  <a:moveTo>
                    <a:pt x="99" y="38"/>
                  </a:moveTo>
                  <a:lnTo>
                    <a:pt x="258" y="99"/>
                  </a:lnTo>
                  <a:lnTo>
                    <a:pt x="282" y="99"/>
                  </a:lnTo>
                  <a:lnTo>
                    <a:pt x="112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5544700" y="3358375"/>
              <a:ext cx="19175" cy="10000"/>
            </a:xfrm>
            <a:custGeom>
              <a:avLst/>
              <a:gdLst/>
              <a:ahLst/>
              <a:cxnLst/>
              <a:rect l="l" t="t" r="r" b="b"/>
              <a:pathLst>
                <a:path w="767" h="400" extrusionOk="0">
                  <a:moveTo>
                    <a:pt x="123" y="0"/>
                  </a:moveTo>
                  <a:cubicBezTo>
                    <a:pt x="79" y="0"/>
                    <a:pt x="37" y="28"/>
                    <a:pt x="22" y="72"/>
                  </a:cubicBezTo>
                  <a:cubicBezTo>
                    <a:pt x="1" y="127"/>
                    <a:pt x="31" y="186"/>
                    <a:pt x="86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3" y="246"/>
                  </a:cubicBezTo>
                  <a:lnTo>
                    <a:pt x="342" y="305"/>
                  </a:lnTo>
                  <a:cubicBezTo>
                    <a:pt x="354" y="310"/>
                    <a:pt x="367" y="311"/>
                    <a:pt x="379" y="311"/>
                  </a:cubicBezTo>
                  <a:lnTo>
                    <a:pt x="610" y="393"/>
                  </a:lnTo>
                  <a:cubicBezTo>
                    <a:pt x="622" y="398"/>
                    <a:pt x="634" y="399"/>
                    <a:pt x="646" y="399"/>
                  </a:cubicBezTo>
                  <a:cubicBezTo>
                    <a:pt x="690" y="399"/>
                    <a:pt x="730" y="372"/>
                    <a:pt x="747" y="328"/>
                  </a:cubicBezTo>
                  <a:cubicBezTo>
                    <a:pt x="766" y="273"/>
                    <a:pt x="738" y="212"/>
                    <a:pt x="681" y="192"/>
                  </a:cubicBezTo>
                  <a:lnTo>
                    <a:pt x="439" y="104"/>
                  </a:lnTo>
                  <a:cubicBezTo>
                    <a:pt x="436" y="103"/>
                    <a:pt x="431" y="101"/>
                    <a:pt x="428" y="101"/>
                  </a:cubicBezTo>
                  <a:lnTo>
                    <a:pt x="285" y="52"/>
                  </a:lnTo>
                  <a:cubicBezTo>
                    <a:pt x="281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6" y="2"/>
                    <a:pt x="134" y="0"/>
                    <a:pt x="1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5568450" y="3367225"/>
              <a:ext cx="5475" cy="5350"/>
            </a:xfrm>
            <a:custGeom>
              <a:avLst/>
              <a:gdLst/>
              <a:ahLst/>
              <a:cxnLst/>
              <a:rect l="l" t="t" r="r" b="b"/>
              <a:pathLst>
                <a:path w="219" h="214" extrusionOk="0">
                  <a:moveTo>
                    <a:pt x="102" y="1"/>
                  </a:moveTo>
                  <a:cubicBezTo>
                    <a:pt x="43" y="1"/>
                    <a:pt x="1" y="48"/>
                    <a:pt x="1" y="108"/>
                  </a:cubicBezTo>
                  <a:cubicBezTo>
                    <a:pt x="1" y="166"/>
                    <a:pt x="53" y="213"/>
                    <a:pt x="113" y="213"/>
                  </a:cubicBezTo>
                  <a:cubicBezTo>
                    <a:pt x="171" y="213"/>
                    <a:pt x="218" y="166"/>
                    <a:pt x="218" y="108"/>
                  </a:cubicBezTo>
                  <a:cubicBezTo>
                    <a:pt x="218" y="48"/>
                    <a:pt x="171" y="1"/>
                    <a:pt x="1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5533550" y="3356100"/>
              <a:ext cx="3975" cy="1325"/>
            </a:xfrm>
            <a:custGeom>
              <a:avLst/>
              <a:gdLst/>
              <a:ahLst/>
              <a:cxnLst/>
              <a:rect l="l" t="t" r="r" b="b"/>
              <a:pathLst>
                <a:path w="159" h="53" extrusionOk="0">
                  <a:moveTo>
                    <a:pt x="158" y="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5530900" y="3353425"/>
              <a:ext cx="9300" cy="6675"/>
            </a:xfrm>
            <a:custGeom>
              <a:avLst/>
              <a:gdLst/>
              <a:ahLst/>
              <a:cxnLst/>
              <a:rect l="l" t="t" r="r" b="b"/>
              <a:pathLst>
                <a:path w="372" h="267" extrusionOk="0">
                  <a:moveTo>
                    <a:pt x="106" y="0"/>
                  </a:moveTo>
                  <a:cubicBezTo>
                    <a:pt x="62" y="0"/>
                    <a:pt x="20" y="28"/>
                    <a:pt x="5" y="73"/>
                  </a:cubicBezTo>
                  <a:cubicBezTo>
                    <a:pt x="2" y="83"/>
                    <a:pt x="1" y="95"/>
                    <a:pt x="1" y="107"/>
                  </a:cubicBezTo>
                  <a:cubicBezTo>
                    <a:pt x="1" y="152"/>
                    <a:pt x="27" y="192"/>
                    <a:pt x="72" y="207"/>
                  </a:cubicBezTo>
                  <a:lnTo>
                    <a:pt x="230" y="261"/>
                  </a:lnTo>
                  <a:cubicBezTo>
                    <a:pt x="242" y="265"/>
                    <a:pt x="254" y="267"/>
                    <a:pt x="264" y="267"/>
                  </a:cubicBezTo>
                  <a:cubicBezTo>
                    <a:pt x="309" y="267"/>
                    <a:pt x="350" y="238"/>
                    <a:pt x="365" y="194"/>
                  </a:cubicBezTo>
                  <a:cubicBezTo>
                    <a:pt x="368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298" y="60"/>
                  </a:cubicBezTo>
                  <a:lnTo>
                    <a:pt x="140" y="6"/>
                  </a:lnTo>
                  <a:cubicBezTo>
                    <a:pt x="129" y="2"/>
                    <a:pt x="117" y="0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5562700" y="3366625"/>
              <a:ext cx="10950" cy="4050"/>
            </a:xfrm>
            <a:custGeom>
              <a:avLst/>
              <a:gdLst/>
              <a:ahLst/>
              <a:cxnLst/>
              <a:rect l="l" t="t" r="r" b="b"/>
              <a:pathLst>
                <a:path w="438" h="162" extrusionOk="0">
                  <a:moveTo>
                    <a:pt x="0" y="1"/>
                  </a:moveTo>
                  <a:lnTo>
                    <a:pt x="143" y="56"/>
                  </a:lnTo>
                  <a:lnTo>
                    <a:pt x="189" y="64"/>
                  </a:lnTo>
                  <a:lnTo>
                    <a:pt x="189" y="64"/>
                  </a:lnTo>
                  <a:lnTo>
                    <a:pt x="438" y="161"/>
                  </a:lnTo>
                  <a:lnTo>
                    <a:pt x="310" y="111"/>
                  </a:lnTo>
                  <a:lnTo>
                    <a:pt x="214" y="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5558975" y="3363325"/>
              <a:ext cx="17700" cy="10000"/>
            </a:xfrm>
            <a:custGeom>
              <a:avLst/>
              <a:gdLst/>
              <a:ahLst/>
              <a:cxnLst/>
              <a:rect l="l" t="t" r="r" b="b"/>
              <a:pathLst>
                <a:path w="708" h="400" extrusionOk="0">
                  <a:moveTo>
                    <a:pt x="108" y="1"/>
                  </a:moveTo>
                  <a:cubicBezTo>
                    <a:pt x="64" y="1"/>
                    <a:pt x="24" y="26"/>
                    <a:pt x="8" y="69"/>
                  </a:cubicBezTo>
                  <a:cubicBezTo>
                    <a:pt x="3" y="81"/>
                    <a:pt x="0" y="94"/>
                    <a:pt x="0" y="107"/>
                  </a:cubicBezTo>
                  <a:cubicBezTo>
                    <a:pt x="0" y="151"/>
                    <a:pt x="27" y="191"/>
                    <a:pt x="69" y="207"/>
                  </a:cubicBezTo>
                  <a:lnTo>
                    <a:pt x="76" y="210"/>
                  </a:lnTo>
                  <a:cubicBezTo>
                    <a:pt x="85" y="219"/>
                    <a:pt x="98" y="226"/>
                    <a:pt x="112" y="232"/>
                  </a:cubicBezTo>
                  <a:lnTo>
                    <a:pt x="550" y="392"/>
                  </a:lnTo>
                  <a:cubicBezTo>
                    <a:pt x="561" y="398"/>
                    <a:pt x="575" y="399"/>
                    <a:pt x="587" y="399"/>
                  </a:cubicBezTo>
                  <a:cubicBezTo>
                    <a:pt x="630" y="399"/>
                    <a:pt x="670" y="374"/>
                    <a:pt x="687" y="331"/>
                  </a:cubicBezTo>
                  <a:cubicBezTo>
                    <a:pt x="707" y="276"/>
                    <a:pt x="681" y="215"/>
                    <a:pt x="626" y="194"/>
                  </a:cubicBezTo>
                  <a:lnTo>
                    <a:pt x="146" y="8"/>
                  </a:lnTo>
                  <a:cubicBezTo>
                    <a:pt x="133" y="3"/>
                    <a:pt x="120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5537500" y="3357350"/>
              <a:ext cx="9725" cy="3450"/>
            </a:xfrm>
            <a:custGeom>
              <a:avLst/>
              <a:gdLst/>
              <a:ahLst/>
              <a:cxnLst/>
              <a:rect l="l" t="t" r="r" b="b"/>
              <a:pathLst>
                <a:path w="389" h="138" extrusionOk="0">
                  <a:moveTo>
                    <a:pt x="0" y="1"/>
                  </a:moveTo>
                  <a:lnTo>
                    <a:pt x="139" y="52"/>
                  </a:lnTo>
                  <a:lnTo>
                    <a:pt x="389" y="138"/>
                  </a:lnTo>
                  <a:lnTo>
                    <a:pt x="295" y="105"/>
                  </a:lnTo>
                  <a:lnTo>
                    <a:pt x="213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5534475" y="3354675"/>
              <a:ext cx="15725" cy="8775"/>
            </a:xfrm>
            <a:custGeom>
              <a:avLst/>
              <a:gdLst/>
              <a:ahLst/>
              <a:cxnLst/>
              <a:rect l="l" t="t" r="r" b="b"/>
              <a:pathLst>
                <a:path w="629" h="351" extrusionOk="0">
                  <a:moveTo>
                    <a:pt x="122" y="1"/>
                  </a:moveTo>
                  <a:cubicBezTo>
                    <a:pt x="77" y="1"/>
                    <a:pt x="37" y="29"/>
                    <a:pt x="21" y="72"/>
                  </a:cubicBezTo>
                  <a:cubicBezTo>
                    <a:pt x="0" y="127"/>
                    <a:pt x="29" y="188"/>
                    <a:pt x="84" y="208"/>
                  </a:cubicBezTo>
                  <a:lnTo>
                    <a:pt x="222" y="260"/>
                  </a:lnTo>
                  <a:lnTo>
                    <a:pt x="225" y="260"/>
                  </a:lnTo>
                  <a:lnTo>
                    <a:pt x="475" y="345"/>
                  </a:lnTo>
                  <a:cubicBezTo>
                    <a:pt x="487" y="349"/>
                    <a:pt x="498" y="351"/>
                    <a:pt x="510" y="351"/>
                  </a:cubicBezTo>
                  <a:cubicBezTo>
                    <a:pt x="554" y="351"/>
                    <a:pt x="595" y="324"/>
                    <a:pt x="611" y="279"/>
                  </a:cubicBezTo>
                  <a:cubicBezTo>
                    <a:pt x="629" y="223"/>
                    <a:pt x="599" y="163"/>
                    <a:pt x="544" y="144"/>
                  </a:cubicBezTo>
                  <a:lnTo>
                    <a:pt x="157" y="7"/>
                  </a:lnTo>
                  <a:cubicBezTo>
                    <a:pt x="145" y="3"/>
                    <a:pt x="133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4971100" y="4267275"/>
              <a:ext cx="161750" cy="148075"/>
            </a:xfrm>
            <a:custGeom>
              <a:avLst/>
              <a:gdLst/>
              <a:ahLst/>
              <a:cxnLst/>
              <a:rect l="l" t="t" r="r" b="b"/>
              <a:pathLst>
                <a:path w="6470" h="5923" extrusionOk="0">
                  <a:moveTo>
                    <a:pt x="934" y="1"/>
                  </a:moveTo>
                  <a:cubicBezTo>
                    <a:pt x="419" y="1"/>
                    <a:pt x="51" y="111"/>
                    <a:pt x="51" y="111"/>
                  </a:cubicBezTo>
                  <a:lnTo>
                    <a:pt x="20" y="111"/>
                  </a:lnTo>
                  <a:cubicBezTo>
                    <a:pt x="0" y="314"/>
                    <a:pt x="35" y="518"/>
                    <a:pt x="118" y="704"/>
                  </a:cubicBezTo>
                  <a:cubicBezTo>
                    <a:pt x="481" y="1673"/>
                    <a:pt x="2060" y="5923"/>
                    <a:pt x="2060" y="5923"/>
                  </a:cubicBezTo>
                  <a:cubicBezTo>
                    <a:pt x="2060" y="5923"/>
                    <a:pt x="5472" y="4926"/>
                    <a:pt x="5971" y="3941"/>
                  </a:cubicBezTo>
                  <a:cubicBezTo>
                    <a:pt x="6470" y="2955"/>
                    <a:pt x="3505" y="970"/>
                    <a:pt x="2396" y="358"/>
                  </a:cubicBezTo>
                  <a:lnTo>
                    <a:pt x="2398" y="358"/>
                  </a:lnTo>
                  <a:cubicBezTo>
                    <a:pt x="1893" y="77"/>
                    <a:pt x="1363" y="1"/>
                    <a:pt x="9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4968425" y="4264550"/>
              <a:ext cx="170700" cy="153450"/>
            </a:xfrm>
            <a:custGeom>
              <a:avLst/>
              <a:gdLst/>
              <a:ahLst/>
              <a:cxnLst/>
              <a:rect l="l" t="t" r="r" b="b"/>
              <a:pathLst>
                <a:path w="6828" h="6138" extrusionOk="0">
                  <a:moveTo>
                    <a:pt x="1041" y="217"/>
                  </a:moveTo>
                  <a:cubicBezTo>
                    <a:pt x="1456" y="217"/>
                    <a:pt x="1968" y="290"/>
                    <a:pt x="2453" y="560"/>
                  </a:cubicBezTo>
                  <a:cubicBezTo>
                    <a:pt x="3845" y="1329"/>
                    <a:pt x="6395" y="3188"/>
                    <a:pt x="5983" y="4002"/>
                  </a:cubicBezTo>
                  <a:cubicBezTo>
                    <a:pt x="5555" y="4845"/>
                    <a:pt x="2783" y="5731"/>
                    <a:pt x="2232" y="5900"/>
                  </a:cubicBezTo>
                  <a:cubicBezTo>
                    <a:pt x="1998" y="5271"/>
                    <a:pt x="657" y="1660"/>
                    <a:pt x="322" y="770"/>
                  </a:cubicBezTo>
                  <a:cubicBezTo>
                    <a:pt x="258" y="625"/>
                    <a:pt x="225" y="469"/>
                    <a:pt x="228" y="311"/>
                  </a:cubicBezTo>
                  <a:cubicBezTo>
                    <a:pt x="334" y="285"/>
                    <a:pt x="642" y="217"/>
                    <a:pt x="1041" y="217"/>
                  </a:cubicBezTo>
                  <a:close/>
                  <a:moveTo>
                    <a:pt x="1043" y="1"/>
                  </a:moveTo>
                  <a:cubicBezTo>
                    <a:pt x="574" y="1"/>
                    <a:pt x="224" y="91"/>
                    <a:pt x="143" y="113"/>
                  </a:cubicBezTo>
                  <a:lnTo>
                    <a:pt x="127" y="113"/>
                  </a:lnTo>
                  <a:cubicBezTo>
                    <a:pt x="72" y="113"/>
                    <a:pt x="26" y="155"/>
                    <a:pt x="20" y="210"/>
                  </a:cubicBezTo>
                  <a:cubicBezTo>
                    <a:pt x="0" y="430"/>
                    <a:pt x="37" y="653"/>
                    <a:pt x="125" y="850"/>
                  </a:cubicBezTo>
                  <a:cubicBezTo>
                    <a:pt x="490" y="1821"/>
                    <a:pt x="2067" y="6067"/>
                    <a:pt x="2067" y="6067"/>
                  </a:cubicBezTo>
                  <a:cubicBezTo>
                    <a:pt x="2083" y="6110"/>
                    <a:pt x="2123" y="6137"/>
                    <a:pt x="2167" y="6137"/>
                  </a:cubicBezTo>
                  <a:cubicBezTo>
                    <a:pt x="2177" y="6137"/>
                    <a:pt x="2188" y="6136"/>
                    <a:pt x="2198" y="6133"/>
                  </a:cubicBezTo>
                  <a:cubicBezTo>
                    <a:pt x="2338" y="6093"/>
                    <a:pt x="5660" y="5113"/>
                    <a:pt x="6173" y="4097"/>
                  </a:cubicBezTo>
                  <a:cubicBezTo>
                    <a:pt x="6827" y="2809"/>
                    <a:pt x="2621" y="409"/>
                    <a:pt x="2557" y="374"/>
                  </a:cubicBezTo>
                  <a:cubicBezTo>
                    <a:pt x="2032" y="81"/>
                    <a:pt x="1485" y="1"/>
                    <a:pt x="10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4995300" y="4478750"/>
              <a:ext cx="171175" cy="62525"/>
            </a:xfrm>
            <a:custGeom>
              <a:avLst/>
              <a:gdLst/>
              <a:ahLst/>
              <a:cxnLst/>
              <a:rect l="l" t="t" r="r" b="b"/>
              <a:pathLst>
                <a:path w="6847" h="2501" extrusionOk="0">
                  <a:moveTo>
                    <a:pt x="1399" y="0"/>
                  </a:moveTo>
                  <a:cubicBezTo>
                    <a:pt x="534" y="0"/>
                    <a:pt x="0" y="242"/>
                    <a:pt x="0" y="242"/>
                  </a:cubicBezTo>
                  <a:cubicBezTo>
                    <a:pt x="176" y="2054"/>
                    <a:pt x="1089" y="2501"/>
                    <a:pt x="1089" y="2501"/>
                  </a:cubicBezTo>
                  <a:lnTo>
                    <a:pt x="6846" y="2501"/>
                  </a:lnTo>
                  <a:cubicBezTo>
                    <a:pt x="5870" y="1707"/>
                    <a:pt x="4795" y="1044"/>
                    <a:pt x="3647" y="528"/>
                  </a:cubicBezTo>
                  <a:cubicBezTo>
                    <a:pt x="2781" y="120"/>
                    <a:pt x="2008" y="0"/>
                    <a:pt x="13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4992550" y="4476000"/>
              <a:ext cx="176800" cy="67925"/>
            </a:xfrm>
            <a:custGeom>
              <a:avLst/>
              <a:gdLst/>
              <a:ahLst/>
              <a:cxnLst/>
              <a:rect l="l" t="t" r="r" b="b"/>
              <a:pathLst>
                <a:path w="7072" h="2717" extrusionOk="0">
                  <a:moveTo>
                    <a:pt x="1511" y="219"/>
                  </a:moveTo>
                  <a:cubicBezTo>
                    <a:pt x="2108" y="219"/>
                    <a:pt x="2867" y="336"/>
                    <a:pt x="3713" y="735"/>
                  </a:cubicBezTo>
                  <a:cubicBezTo>
                    <a:pt x="4759" y="1207"/>
                    <a:pt x="5746" y="1801"/>
                    <a:pt x="6650" y="2503"/>
                  </a:cubicBezTo>
                  <a:lnTo>
                    <a:pt x="1225" y="2503"/>
                  </a:lnTo>
                  <a:cubicBezTo>
                    <a:pt x="1099" y="2427"/>
                    <a:pt x="393" y="1935"/>
                    <a:pt x="225" y="422"/>
                  </a:cubicBezTo>
                  <a:cubicBezTo>
                    <a:pt x="393" y="360"/>
                    <a:pt x="855" y="219"/>
                    <a:pt x="1511" y="219"/>
                  </a:cubicBezTo>
                  <a:close/>
                  <a:moveTo>
                    <a:pt x="1507" y="1"/>
                  </a:moveTo>
                  <a:cubicBezTo>
                    <a:pt x="645" y="1"/>
                    <a:pt x="104" y="238"/>
                    <a:pt x="66" y="255"/>
                  </a:cubicBezTo>
                  <a:cubicBezTo>
                    <a:pt x="25" y="273"/>
                    <a:pt x="0" y="316"/>
                    <a:pt x="5" y="362"/>
                  </a:cubicBezTo>
                  <a:cubicBezTo>
                    <a:pt x="183" y="2213"/>
                    <a:pt x="1112" y="2687"/>
                    <a:pt x="1151" y="2706"/>
                  </a:cubicBezTo>
                  <a:cubicBezTo>
                    <a:pt x="1166" y="2713"/>
                    <a:pt x="1182" y="2716"/>
                    <a:pt x="1199" y="2716"/>
                  </a:cubicBezTo>
                  <a:lnTo>
                    <a:pt x="6956" y="2716"/>
                  </a:lnTo>
                  <a:cubicBezTo>
                    <a:pt x="7001" y="2716"/>
                    <a:pt x="7041" y="2688"/>
                    <a:pt x="7056" y="2645"/>
                  </a:cubicBezTo>
                  <a:cubicBezTo>
                    <a:pt x="7071" y="2603"/>
                    <a:pt x="7058" y="2555"/>
                    <a:pt x="7023" y="2527"/>
                  </a:cubicBezTo>
                  <a:cubicBezTo>
                    <a:pt x="6039" y="1729"/>
                    <a:pt x="4955" y="1061"/>
                    <a:pt x="3803" y="541"/>
                  </a:cubicBezTo>
                  <a:cubicBezTo>
                    <a:pt x="2916" y="124"/>
                    <a:pt x="2128" y="1"/>
                    <a:pt x="15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5000125" y="4541250"/>
              <a:ext cx="166525" cy="107375"/>
            </a:xfrm>
            <a:custGeom>
              <a:avLst/>
              <a:gdLst/>
              <a:ahLst/>
              <a:cxnLst/>
              <a:rect l="l" t="t" r="r" b="b"/>
              <a:pathLst>
                <a:path w="6661" h="4295" extrusionOk="0">
                  <a:moveTo>
                    <a:pt x="899" y="1"/>
                  </a:moveTo>
                  <a:cubicBezTo>
                    <a:pt x="899" y="1"/>
                    <a:pt x="1" y="371"/>
                    <a:pt x="370" y="1851"/>
                  </a:cubicBezTo>
                  <a:cubicBezTo>
                    <a:pt x="739" y="3331"/>
                    <a:pt x="2234" y="4295"/>
                    <a:pt x="2234" y="4295"/>
                  </a:cubicBezTo>
                  <a:cubicBezTo>
                    <a:pt x="2234" y="4295"/>
                    <a:pt x="6286" y="3948"/>
                    <a:pt x="6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4997125" y="4538575"/>
              <a:ext cx="172275" cy="112725"/>
            </a:xfrm>
            <a:custGeom>
              <a:avLst/>
              <a:gdLst/>
              <a:ahLst/>
              <a:cxnLst/>
              <a:rect l="l" t="t" r="r" b="b"/>
              <a:pathLst>
                <a:path w="6891" h="4509" extrusionOk="0">
                  <a:moveTo>
                    <a:pt x="6663" y="213"/>
                  </a:moveTo>
                  <a:cubicBezTo>
                    <a:pt x="6252" y="3764"/>
                    <a:pt x="2804" y="4247"/>
                    <a:pt x="2383" y="4291"/>
                  </a:cubicBezTo>
                  <a:cubicBezTo>
                    <a:pt x="2171" y="4147"/>
                    <a:pt x="920" y="3240"/>
                    <a:pt x="594" y="1933"/>
                  </a:cubicBezTo>
                  <a:cubicBezTo>
                    <a:pt x="277" y="664"/>
                    <a:pt x="923" y="274"/>
                    <a:pt x="1042" y="213"/>
                  </a:cubicBezTo>
                  <a:close/>
                  <a:moveTo>
                    <a:pt x="1019" y="0"/>
                  </a:moveTo>
                  <a:cubicBezTo>
                    <a:pt x="1005" y="0"/>
                    <a:pt x="992" y="3"/>
                    <a:pt x="978" y="9"/>
                  </a:cubicBezTo>
                  <a:cubicBezTo>
                    <a:pt x="968" y="12"/>
                    <a:pt x="0" y="432"/>
                    <a:pt x="387" y="1984"/>
                  </a:cubicBezTo>
                  <a:cubicBezTo>
                    <a:pt x="761" y="3487"/>
                    <a:pt x="2234" y="4451"/>
                    <a:pt x="2296" y="4491"/>
                  </a:cubicBezTo>
                  <a:cubicBezTo>
                    <a:pt x="2314" y="4503"/>
                    <a:pt x="2333" y="4509"/>
                    <a:pt x="2354" y="4509"/>
                  </a:cubicBezTo>
                  <a:lnTo>
                    <a:pt x="2363" y="4509"/>
                  </a:lnTo>
                  <a:cubicBezTo>
                    <a:pt x="2405" y="4504"/>
                    <a:pt x="6508" y="4107"/>
                    <a:pt x="6888" y="117"/>
                  </a:cubicBezTo>
                  <a:cubicBezTo>
                    <a:pt x="6891" y="87"/>
                    <a:pt x="6881" y="57"/>
                    <a:pt x="6860" y="36"/>
                  </a:cubicBezTo>
                  <a:cubicBezTo>
                    <a:pt x="6840" y="14"/>
                    <a:pt x="6812" y="0"/>
                    <a:pt x="67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5724950" y="3496975"/>
              <a:ext cx="33700" cy="8300"/>
            </a:xfrm>
            <a:custGeom>
              <a:avLst/>
              <a:gdLst/>
              <a:ahLst/>
              <a:cxnLst/>
              <a:rect l="l" t="t" r="r" b="b"/>
              <a:pathLst>
                <a:path w="1348" h="332" extrusionOk="0">
                  <a:moveTo>
                    <a:pt x="0" y="1"/>
                  </a:moveTo>
                  <a:lnTo>
                    <a:pt x="1348" y="331"/>
                  </a:lnTo>
                  <a:cubicBezTo>
                    <a:pt x="1178" y="214"/>
                    <a:pt x="694" y="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5724650" y="3494350"/>
              <a:ext cx="35525" cy="13125"/>
            </a:xfrm>
            <a:custGeom>
              <a:avLst/>
              <a:gdLst/>
              <a:ahLst/>
              <a:cxnLst/>
              <a:rect l="l" t="t" r="r" b="b"/>
              <a:pathLst>
                <a:path w="1421" h="525" extrusionOk="0">
                  <a:moveTo>
                    <a:pt x="24" y="0"/>
                  </a:moveTo>
                  <a:lnTo>
                    <a:pt x="0" y="212"/>
                  </a:lnTo>
                  <a:cubicBezTo>
                    <a:pt x="752" y="300"/>
                    <a:pt x="1171" y="435"/>
                    <a:pt x="1300" y="524"/>
                  </a:cubicBezTo>
                  <a:lnTo>
                    <a:pt x="1421" y="349"/>
                  </a:lnTo>
                  <a:cubicBezTo>
                    <a:pt x="1217" y="209"/>
                    <a:pt x="696" y="79"/>
                    <a:pt x="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5336850" y="3492075"/>
              <a:ext cx="365525" cy="420525"/>
            </a:xfrm>
            <a:custGeom>
              <a:avLst/>
              <a:gdLst/>
              <a:ahLst/>
              <a:cxnLst/>
              <a:rect l="l" t="t" r="r" b="b"/>
              <a:pathLst>
                <a:path w="14621" h="16821" extrusionOk="0">
                  <a:moveTo>
                    <a:pt x="13860" y="1"/>
                  </a:moveTo>
                  <a:cubicBezTo>
                    <a:pt x="10178" y="1"/>
                    <a:pt x="5660" y="1210"/>
                    <a:pt x="3209" y="4661"/>
                  </a:cubicBezTo>
                  <a:cubicBezTo>
                    <a:pt x="376" y="8651"/>
                    <a:pt x="1" y="13993"/>
                    <a:pt x="29" y="16821"/>
                  </a:cubicBezTo>
                  <a:lnTo>
                    <a:pt x="242" y="16819"/>
                  </a:lnTo>
                  <a:cubicBezTo>
                    <a:pt x="214" y="14016"/>
                    <a:pt x="584" y="8726"/>
                    <a:pt x="3384" y="4784"/>
                  </a:cubicBezTo>
                  <a:cubicBezTo>
                    <a:pt x="6328" y="636"/>
                    <a:pt x="11869" y="218"/>
                    <a:pt x="13983" y="218"/>
                  </a:cubicBezTo>
                  <a:cubicBezTo>
                    <a:pt x="14251" y="218"/>
                    <a:pt x="14465" y="224"/>
                    <a:pt x="14610" y="231"/>
                  </a:cubicBezTo>
                  <a:lnTo>
                    <a:pt x="14621" y="18"/>
                  </a:lnTo>
                  <a:cubicBezTo>
                    <a:pt x="14372" y="7"/>
                    <a:pt x="14118" y="1"/>
                    <a:pt x="13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5464725" y="4053000"/>
              <a:ext cx="149025" cy="5350"/>
            </a:xfrm>
            <a:custGeom>
              <a:avLst/>
              <a:gdLst/>
              <a:ahLst/>
              <a:cxnLst/>
              <a:rect l="l" t="t" r="r" b="b"/>
              <a:pathLst>
                <a:path w="5961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960" y="213"/>
                  </a:lnTo>
                  <a:lnTo>
                    <a:pt x="59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5706025" y="4032525"/>
              <a:ext cx="196275" cy="159975"/>
            </a:xfrm>
            <a:custGeom>
              <a:avLst/>
              <a:gdLst/>
              <a:ahLst/>
              <a:cxnLst/>
              <a:rect l="l" t="t" r="r" b="b"/>
              <a:pathLst>
                <a:path w="7851" h="6399" extrusionOk="0">
                  <a:moveTo>
                    <a:pt x="2216" y="0"/>
                  </a:moveTo>
                  <a:cubicBezTo>
                    <a:pt x="991" y="0"/>
                    <a:pt x="1" y="1436"/>
                    <a:pt x="1" y="3199"/>
                  </a:cubicBezTo>
                  <a:cubicBezTo>
                    <a:pt x="1" y="4963"/>
                    <a:pt x="993" y="6398"/>
                    <a:pt x="2216" y="6398"/>
                  </a:cubicBezTo>
                  <a:lnTo>
                    <a:pt x="7851" y="6398"/>
                  </a:lnTo>
                  <a:lnTo>
                    <a:pt x="785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5703350" y="4029850"/>
              <a:ext cx="201600" cy="165275"/>
            </a:xfrm>
            <a:custGeom>
              <a:avLst/>
              <a:gdLst/>
              <a:ahLst/>
              <a:cxnLst/>
              <a:rect l="l" t="t" r="r" b="b"/>
              <a:pathLst>
                <a:path w="8064" h="6611" extrusionOk="0">
                  <a:moveTo>
                    <a:pt x="7850" y="214"/>
                  </a:moveTo>
                  <a:lnTo>
                    <a:pt x="7850" y="6398"/>
                  </a:lnTo>
                  <a:lnTo>
                    <a:pt x="2323" y="6398"/>
                  </a:lnTo>
                  <a:cubicBezTo>
                    <a:pt x="1161" y="6398"/>
                    <a:pt x="214" y="5010"/>
                    <a:pt x="214" y="3306"/>
                  </a:cubicBezTo>
                  <a:cubicBezTo>
                    <a:pt x="214" y="1601"/>
                    <a:pt x="1161" y="214"/>
                    <a:pt x="2323" y="214"/>
                  </a:cubicBezTo>
                  <a:close/>
                  <a:moveTo>
                    <a:pt x="2323" y="0"/>
                  </a:moveTo>
                  <a:cubicBezTo>
                    <a:pt x="1043" y="0"/>
                    <a:pt x="1" y="1483"/>
                    <a:pt x="1" y="3306"/>
                  </a:cubicBezTo>
                  <a:cubicBezTo>
                    <a:pt x="1" y="5129"/>
                    <a:pt x="1043" y="6611"/>
                    <a:pt x="2323" y="6611"/>
                  </a:cubicBezTo>
                  <a:lnTo>
                    <a:pt x="7958" y="6611"/>
                  </a:lnTo>
                  <a:cubicBezTo>
                    <a:pt x="8016" y="6611"/>
                    <a:pt x="8063" y="6563"/>
                    <a:pt x="8063" y="6505"/>
                  </a:cubicBezTo>
                  <a:lnTo>
                    <a:pt x="8063" y="107"/>
                  </a:lnTo>
                  <a:cubicBezTo>
                    <a:pt x="8063" y="48"/>
                    <a:pt x="8016" y="0"/>
                    <a:pt x="7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5847025" y="4032450"/>
              <a:ext cx="110925" cy="160425"/>
            </a:xfrm>
            <a:custGeom>
              <a:avLst/>
              <a:gdLst/>
              <a:ahLst/>
              <a:cxnLst/>
              <a:rect l="l" t="t" r="r" b="b"/>
              <a:pathLst>
                <a:path w="4437" h="6417" extrusionOk="0">
                  <a:moveTo>
                    <a:pt x="2218" y="0"/>
                  </a:moveTo>
                  <a:cubicBezTo>
                    <a:pt x="994" y="0"/>
                    <a:pt x="1" y="1437"/>
                    <a:pt x="1" y="3209"/>
                  </a:cubicBezTo>
                  <a:cubicBezTo>
                    <a:pt x="1" y="4979"/>
                    <a:pt x="994" y="6416"/>
                    <a:pt x="2218" y="6416"/>
                  </a:cubicBezTo>
                  <a:cubicBezTo>
                    <a:pt x="3443" y="6416"/>
                    <a:pt x="4437" y="4979"/>
                    <a:pt x="4437" y="3209"/>
                  </a:cubicBezTo>
                  <a:cubicBezTo>
                    <a:pt x="4437" y="1437"/>
                    <a:pt x="3443" y="0"/>
                    <a:pt x="2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5844350" y="4029800"/>
              <a:ext cx="116275" cy="165700"/>
            </a:xfrm>
            <a:custGeom>
              <a:avLst/>
              <a:gdLst/>
              <a:ahLst/>
              <a:cxnLst/>
              <a:rect l="l" t="t" r="r" b="b"/>
              <a:pathLst>
                <a:path w="4651" h="6628" extrusionOk="0">
                  <a:moveTo>
                    <a:pt x="2325" y="214"/>
                  </a:moveTo>
                  <a:cubicBezTo>
                    <a:pt x="3489" y="214"/>
                    <a:pt x="4436" y="1604"/>
                    <a:pt x="4436" y="3315"/>
                  </a:cubicBezTo>
                  <a:cubicBezTo>
                    <a:pt x="4436" y="5024"/>
                    <a:pt x="3489" y="6415"/>
                    <a:pt x="2325" y="6415"/>
                  </a:cubicBezTo>
                  <a:cubicBezTo>
                    <a:pt x="1161" y="6415"/>
                    <a:pt x="214" y="5024"/>
                    <a:pt x="214" y="3315"/>
                  </a:cubicBezTo>
                  <a:cubicBezTo>
                    <a:pt x="214" y="1604"/>
                    <a:pt x="1162" y="214"/>
                    <a:pt x="2325" y="214"/>
                  </a:cubicBezTo>
                  <a:close/>
                  <a:moveTo>
                    <a:pt x="2325" y="1"/>
                  </a:moveTo>
                  <a:cubicBezTo>
                    <a:pt x="1045" y="1"/>
                    <a:pt x="1" y="1487"/>
                    <a:pt x="1" y="3315"/>
                  </a:cubicBezTo>
                  <a:cubicBezTo>
                    <a:pt x="1" y="5142"/>
                    <a:pt x="1043" y="6628"/>
                    <a:pt x="2325" y="6628"/>
                  </a:cubicBezTo>
                  <a:cubicBezTo>
                    <a:pt x="3607" y="6628"/>
                    <a:pt x="4651" y="5142"/>
                    <a:pt x="4651" y="3315"/>
                  </a:cubicBezTo>
                  <a:cubicBezTo>
                    <a:pt x="4651" y="1487"/>
                    <a:pt x="3607" y="1"/>
                    <a:pt x="23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5831250" y="3947900"/>
              <a:ext cx="256100" cy="329575"/>
            </a:xfrm>
            <a:custGeom>
              <a:avLst/>
              <a:gdLst/>
              <a:ahLst/>
              <a:cxnLst/>
              <a:rect l="l" t="t" r="r" b="b"/>
              <a:pathLst>
                <a:path w="10244" h="13183" extrusionOk="0">
                  <a:moveTo>
                    <a:pt x="4558" y="1"/>
                  </a:moveTo>
                  <a:cubicBezTo>
                    <a:pt x="2042" y="1"/>
                    <a:pt x="1" y="2951"/>
                    <a:pt x="1" y="6591"/>
                  </a:cubicBezTo>
                  <a:cubicBezTo>
                    <a:pt x="1" y="10231"/>
                    <a:pt x="2042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5828575" y="3945225"/>
              <a:ext cx="261450" cy="334925"/>
            </a:xfrm>
            <a:custGeom>
              <a:avLst/>
              <a:gdLst/>
              <a:ahLst/>
              <a:cxnLst/>
              <a:rect l="l" t="t" r="r" b="b"/>
              <a:pathLst>
                <a:path w="10458" h="13397" extrusionOk="0">
                  <a:moveTo>
                    <a:pt x="10243" y="215"/>
                  </a:moveTo>
                  <a:lnTo>
                    <a:pt x="10243" y="13182"/>
                  </a:lnTo>
                  <a:lnTo>
                    <a:pt x="4665" y="13182"/>
                  </a:lnTo>
                  <a:cubicBezTo>
                    <a:pt x="2210" y="13182"/>
                    <a:pt x="215" y="10271"/>
                    <a:pt x="215" y="6698"/>
                  </a:cubicBezTo>
                  <a:cubicBezTo>
                    <a:pt x="215" y="3123"/>
                    <a:pt x="2210" y="215"/>
                    <a:pt x="4665" y="215"/>
                  </a:cubicBezTo>
                  <a:close/>
                  <a:moveTo>
                    <a:pt x="4665" y="1"/>
                  </a:moveTo>
                  <a:cubicBezTo>
                    <a:pt x="2092" y="1"/>
                    <a:pt x="0" y="3004"/>
                    <a:pt x="0" y="6698"/>
                  </a:cubicBezTo>
                  <a:cubicBezTo>
                    <a:pt x="0" y="10391"/>
                    <a:pt x="2092" y="13397"/>
                    <a:pt x="4665" y="13397"/>
                  </a:cubicBezTo>
                  <a:lnTo>
                    <a:pt x="10350" y="13397"/>
                  </a:lnTo>
                  <a:cubicBezTo>
                    <a:pt x="10410" y="13397"/>
                    <a:pt x="10457" y="13349"/>
                    <a:pt x="10457" y="13289"/>
                  </a:cubicBezTo>
                  <a:lnTo>
                    <a:pt x="10457" y="108"/>
                  </a:lnTo>
                  <a:cubicBezTo>
                    <a:pt x="10457" y="48"/>
                    <a:pt x="10410" y="1"/>
                    <a:pt x="10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0"/>
            <p:cNvSpPr/>
            <p:nvPr/>
          </p:nvSpPr>
          <p:spPr>
            <a:xfrm>
              <a:off x="5973375" y="3947825"/>
              <a:ext cx="227900" cy="329650"/>
            </a:xfrm>
            <a:custGeom>
              <a:avLst/>
              <a:gdLst/>
              <a:ahLst/>
              <a:cxnLst/>
              <a:rect l="l" t="t" r="r" b="b"/>
              <a:pathLst>
                <a:path w="9116" h="13186" extrusionOk="0">
                  <a:moveTo>
                    <a:pt x="4558" y="1"/>
                  </a:moveTo>
                  <a:cubicBezTo>
                    <a:pt x="2042" y="1"/>
                    <a:pt x="0" y="2954"/>
                    <a:pt x="0" y="6594"/>
                  </a:cubicBezTo>
                  <a:cubicBezTo>
                    <a:pt x="0" y="10234"/>
                    <a:pt x="2042" y="13185"/>
                    <a:pt x="4558" y="13185"/>
                  </a:cubicBezTo>
                  <a:cubicBezTo>
                    <a:pt x="7074" y="13185"/>
                    <a:pt x="9116" y="10234"/>
                    <a:pt x="9116" y="6594"/>
                  </a:cubicBezTo>
                  <a:cubicBezTo>
                    <a:pt x="9116" y="2954"/>
                    <a:pt x="7074" y="1"/>
                    <a:pt x="45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5970725" y="3945200"/>
              <a:ext cx="233200" cy="334950"/>
            </a:xfrm>
            <a:custGeom>
              <a:avLst/>
              <a:gdLst/>
              <a:ahLst/>
              <a:cxnLst/>
              <a:rect l="l" t="t" r="r" b="b"/>
              <a:pathLst>
                <a:path w="9328" h="13398" extrusionOk="0">
                  <a:moveTo>
                    <a:pt x="4664" y="213"/>
                  </a:moveTo>
                  <a:cubicBezTo>
                    <a:pt x="7118" y="213"/>
                    <a:pt x="9114" y="3123"/>
                    <a:pt x="9114" y="6699"/>
                  </a:cubicBezTo>
                  <a:cubicBezTo>
                    <a:pt x="9114" y="10275"/>
                    <a:pt x="7118" y="13183"/>
                    <a:pt x="4664" y="13183"/>
                  </a:cubicBezTo>
                  <a:cubicBezTo>
                    <a:pt x="2210" y="13183"/>
                    <a:pt x="214" y="10274"/>
                    <a:pt x="214" y="6699"/>
                  </a:cubicBezTo>
                  <a:cubicBezTo>
                    <a:pt x="214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3" y="0"/>
                    <a:pt x="1" y="3005"/>
                    <a:pt x="1" y="6699"/>
                  </a:cubicBezTo>
                  <a:cubicBezTo>
                    <a:pt x="1" y="10392"/>
                    <a:pt x="2093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5934375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3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3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5" y="18931"/>
                    <a:pt x="11791" y="17056"/>
                  </a:cubicBezTo>
                  <a:cubicBezTo>
                    <a:pt x="13086" y="15183"/>
                    <a:pt x="13814" y="12642"/>
                    <a:pt x="13814" y="9993"/>
                  </a:cubicBezTo>
                  <a:cubicBezTo>
                    <a:pt x="13814" y="7343"/>
                    <a:pt x="13086" y="4801"/>
                    <a:pt x="11791" y="2928"/>
                  </a:cubicBezTo>
                  <a:cubicBezTo>
                    <a:pt x="10495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5931675" y="3860200"/>
              <a:ext cx="350750" cy="504900"/>
            </a:xfrm>
            <a:custGeom>
              <a:avLst/>
              <a:gdLst/>
              <a:ahLst/>
              <a:cxnLst/>
              <a:rect l="l" t="t" r="r" b="b"/>
              <a:pathLst>
                <a:path w="14030" h="20196" extrusionOk="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6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8" y="20195"/>
                    <a:pt x="7015" y="20195"/>
                  </a:cubicBezTo>
                  <a:cubicBezTo>
                    <a:pt x="10883" y="20195"/>
                    <a:pt x="14030" y="15666"/>
                    <a:pt x="14030" y="10099"/>
                  </a:cubicBezTo>
                  <a:cubicBezTo>
                    <a:pt x="14030" y="4530"/>
                    <a:pt x="10883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0"/>
            <p:cNvSpPr/>
            <p:nvPr/>
          </p:nvSpPr>
          <p:spPr>
            <a:xfrm>
              <a:off x="597445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5971775" y="3860200"/>
              <a:ext cx="350750" cy="504900"/>
            </a:xfrm>
            <a:custGeom>
              <a:avLst/>
              <a:gdLst/>
              <a:ahLst/>
              <a:cxnLst/>
              <a:rect l="l" t="t" r="r" b="b"/>
              <a:pathLst>
                <a:path w="14030" h="20196" extrusionOk="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0" y="4530"/>
                    <a:pt x="0" y="10099"/>
                  </a:cubicBezTo>
                  <a:cubicBezTo>
                    <a:pt x="0" y="15666"/>
                    <a:pt x="3147" y="20195"/>
                    <a:pt x="7015" y="20195"/>
                  </a:cubicBezTo>
                  <a:cubicBezTo>
                    <a:pt x="10882" y="20195"/>
                    <a:pt x="14029" y="15666"/>
                    <a:pt x="14029" y="10099"/>
                  </a:cubicBezTo>
                  <a:cubicBezTo>
                    <a:pt x="14029" y="4530"/>
                    <a:pt x="10882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6075850" y="4009600"/>
              <a:ext cx="142600" cy="206125"/>
            </a:xfrm>
            <a:custGeom>
              <a:avLst/>
              <a:gdLst/>
              <a:ahLst/>
              <a:cxnLst/>
              <a:rect l="l" t="t" r="r" b="b"/>
              <a:pathLst>
                <a:path w="5704" h="8245" extrusionOk="0">
                  <a:moveTo>
                    <a:pt x="2852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2" y="8244"/>
                  </a:cubicBezTo>
                  <a:cubicBezTo>
                    <a:pt x="4427" y="8244"/>
                    <a:pt x="5703" y="6400"/>
                    <a:pt x="5703" y="4123"/>
                  </a:cubicBezTo>
                  <a:cubicBezTo>
                    <a:pt x="5703" y="1846"/>
                    <a:pt x="4427" y="0"/>
                    <a:pt x="28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6073175" y="4006950"/>
              <a:ext cx="147900" cy="211450"/>
            </a:xfrm>
            <a:custGeom>
              <a:avLst/>
              <a:gdLst/>
              <a:ahLst/>
              <a:cxnLst/>
              <a:rect l="l" t="t" r="r" b="b"/>
              <a:pathLst>
                <a:path w="5916" h="8458" extrusionOk="0">
                  <a:moveTo>
                    <a:pt x="2959" y="213"/>
                  </a:moveTo>
                  <a:cubicBezTo>
                    <a:pt x="4472" y="213"/>
                    <a:pt x="5703" y="2015"/>
                    <a:pt x="5703" y="4229"/>
                  </a:cubicBezTo>
                  <a:cubicBezTo>
                    <a:pt x="5703" y="6443"/>
                    <a:pt x="4472" y="8245"/>
                    <a:pt x="2959" y="8245"/>
                  </a:cubicBezTo>
                  <a:cubicBezTo>
                    <a:pt x="1446" y="8245"/>
                    <a:pt x="215" y="6443"/>
                    <a:pt x="215" y="4229"/>
                  </a:cubicBezTo>
                  <a:cubicBezTo>
                    <a:pt x="215" y="2013"/>
                    <a:pt x="1446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0" y="1897"/>
                    <a:pt x="0" y="4229"/>
                  </a:cubicBezTo>
                  <a:cubicBezTo>
                    <a:pt x="0" y="6561"/>
                    <a:pt x="1328" y="8458"/>
                    <a:pt x="2959" y="8458"/>
                  </a:cubicBezTo>
                  <a:cubicBezTo>
                    <a:pt x="4589" y="8458"/>
                    <a:pt x="5916" y="6561"/>
                    <a:pt x="5916" y="4229"/>
                  </a:cubicBezTo>
                  <a:cubicBezTo>
                    <a:pt x="5916" y="1897"/>
                    <a:pt x="4589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6093575" y="4009600"/>
              <a:ext cx="142550" cy="206125"/>
            </a:xfrm>
            <a:custGeom>
              <a:avLst/>
              <a:gdLst/>
              <a:ahLst/>
              <a:cxnLst/>
              <a:rect l="l" t="t" r="r" b="b"/>
              <a:pathLst>
                <a:path w="5702" h="8245" extrusionOk="0">
                  <a:moveTo>
                    <a:pt x="2850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0" y="8244"/>
                  </a:cubicBezTo>
                  <a:cubicBezTo>
                    <a:pt x="4425" y="8244"/>
                    <a:pt x="5701" y="6400"/>
                    <a:pt x="5701" y="4123"/>
                  </a:cubicBezTo>
                  <a:cubicBezTo>
                    <a:pt x="5701" y="1846"/>
                    <a:pt x="4425" y="0"/>
                    <a:pt x="2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0"/>
            <p:cNvSpPr/>
            <p:nvPr/>
          </p:nvSpPr>
          <p:spPr>
            <a:xfrm>
              <a:off x="6090875" y="4006950"/>
              <a:ext cx="147925" cy="211450"/>
            </a:xfrm>
            <a:custGeom>
              <a:avLst/>
              <a:gdLst/>
              <a:ahLst/>
              <a:cxnLst/>
              <a:rect l="l" t="t" r="r" b="b"/>
              <a:pathLst>
                <a:path w="5917" h="8458" extrusionOk="0">
                  <a:moveTo>
                    <a:pt x="2959" y="213"/>
                  </a:moveTo>
                  <a:cubicBezTo>
                    <a:pt x="4472" y="213"/>
                    <a:pt x="5704" y="2015"/>
                    <a:pt x="5704" y="4229"/>
                  </a:cubicBezTo>
                  <a:cubicBezTo>
                    <a:pt x="5704" y="6443"/>
                    <a:pt x="4472" y="8245"/>
                    <a:pt x="2959" y="8245"/>
                  </a:cubicBezTo>
                  <a:cubicBezTo>
                    <a:pt x="1445" y="8245"/>
                    <a:pt x="214" y="6443"/>
                    <a:pt x="214" y="4229"/>
                  </a:cubicBezTo>
                  <a:cubicBezTo>
                    <a:pt x="214" y="2013"/>
                    <a:pt x="1445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1" y="1897"/>
                    <a:pt x="1" y="4229"/>
                  </a:cubicBezTo>
                  <a:cubicBezTo>
                    <a:pt x="1" y="6561"/>
                    <a:pt x="1328" y="8458"/>
                    <a:pt x="2959" y="8458"/>
                  </a:cubicBezTo>
                  <a:cubicBezTo>
                    <a:pt x="4590" y="8458"/>
                    <a:pt x="5916" y="6561"/>
                    <a:pt x="5916" y="4229"/>
                  </a:cubicBezTo>
                  <a:cubicBezTo>
                    <a:pt x="5916" y="1897"/>
                    <a:pt x="4590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0"/>
            <p:cNvSpPr/>
            <p:nvPr/>
          </p:nvSpPr>
          <p:spPr>
            <a:xfrm>
              <a:off x="6144575" y="4020600"/>
              <a:ext cx="59200" cy="195900"/>
            </a:xfrm>
            <a:custGeom>
              <a:avLst/>
              <a:gdLst/>
              <a:ahLst/>
              <a:cxnLst/>
              <a:rect l="l" t="t" r="r" b="b"/>
              <a:pathLst>
                <a:path w="2368" h="7836" extrusionOk="0">
                  <a:moveTo>
                    <a:pt x="2162" y="1"/>
                  </a:moveTo>
                  <a:lnTo>
                    <a:pt x="0" y="7778"/>
                  </a:lnTo>
                  <a:lnTo>
                    <a:pt x="205" y="7836"/>
                  </a:lnTo>
                  <a:lnTo>
                    <a:pt x="2367" y="57"/>
                  </a:lnTo>
                  <a:lnTo>
                    <a:pt x="2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5723725" y="4075225"/>
              <a:ext cx="79975" cy="16025"/>
            </a:xfrm>
            <a:custGeom>
              <a:avLst/>
              <a:gdLst/>
              <a:ahLst/>
              <a:cxnLst/>
              <a:rect l="l" t="t" r="r" b="b"/>
              <a:pathLst>
                <a:path w="3199" h="641" extrusionOk="0">
                  <a:moveTo>
                    <a:pt x="320" y="0"/>
                  </a:moveTo>
                  <a:cubicBezTo>
                    <a:pt x="143" y="0"/>
                    <a:pt x="0" y="143"/>
                    <a:pt x="0" y="320"/>
                  </a:cubicBezTo>
                  <a:cubicBezTo>
                    <a:pt x="0" y="497"/>
                    <a:pt x="143" y="640"/>
                    <a:pt x="320" y="640"/>
                  </a:cubicBezTo>
                  <a:lnTo>
                    <a:pt x="2880" y="640"/>
                  </a:lnTo>
                  <a:cubicBezTo>
                    <a:pt x="3055" y="640"/>
                    <a:pt x="3198" y="497"/>
                    <a:pt x="3198" y="320"/>
                  </a:cubicBezTo>
                  <a:cubicBezTo>
                    <a:pt x="3198" y="143"/>
                    <a:pt x="3055" y="0"/>
                    <a:pt x="28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0"/>
            <p:cNvSpPr/>
            <p:nvPr/>
          </p:nvSpPr>
          <p:spPr>
            <a:xfrm>
              <a:off x="5754175" y="4035825"/>
              <a:ext cx="79975" cy="16050"/>
            </a:xfrm>
            <a:custGeom>
              <a:avLst/>
              <a:gdLst/>
              <a:ahLst/>
              <a:cxnLst/>
              <a:rect l="l" t="t" r="r" b="b"/>
              <a:pathLst>
                <a:path w="3199" h="64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7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7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5719150" y="4116525"/>
              <a:ext cx="79975" cy="16050"/>
            </a:xfrm>
            <a:custGeom>
              <a:avLst/>
              <a:gdLst/>
              <a:ahLst/>
              <a:cxnLst/>
              <a:rect l="l" t="t" r="r" b="b"/>
              <a:pathLst>
                <a:path w="3199" h="64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8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8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0"/>
            <p:cNvSpPr/>
            <p:nvPr/>
          </p:nvSpPr>
          <p:spPr>
            <a:xfrm>
              <a:off x="5743550" y="4156250"/>
              <a:ext cx="79975" cy="16025"/>
            </a:xfrm>
            <a:custGeom>
              <a:avLst/>
              <a:gdLst/>
              <a:ahLst/>
              <a:cxnLst/>
              <a:rect l="l" t="t" r="r" b="b"/>
              <a:pathLst>
                <a:path w="3199" h="641" extrusionOk="0">
                  <a:moveTo>
                    <a:pt x="321" y="1"/>
                  </a:moveTo>
                  <a:cubicBezTo>
                    <a:pt x="144" y="1"/>
                    <a:pt x="1" y="143"/>
                    <a:pt x="1" y="321"/>
                  </a:cubicBezTo>
                  <a:cubicBezTo>
                    <a:pt x="1" y="498"/>
                    <a:pt x="144" y="641"/>
                    <a:pt x="321" y="641"/>
                  </a:cubicBezTo>
                  <a:lnTo>
                    <a:pt x="2879" y="641"/>
                  </a:lnTo>
                  <a:cubicBezTo>
                    <a:pt x="3056" y="641"/>
                    <a:pt x="3199" y="498"/>
                    <a:pt x="3199" y="321"/>
                  </a:cubicBezTo>
                  <a:cubicBezTo>
                    <a:pt x="3199" y="143"/>
                    <a:pt x="3056" y="1"/>
                    <a:pt x="287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0"/>
            <p:cNvSpPr/>
            <p:nvPr/>
          </p:nvSpPr>
          <p:spPr>
            <a:xfrm>
              <a:off x="5376175" y="4923975"/>
              <a:ext cx="53050" cy="43400"/>
            </a:xfrm>
            <a:custGeom>
              <a:avLst/>
              <a:gdLst/>
              <a:ahLst/>
              <a:cxnLst/>
              <a:rect l="l" t="t" r="r" b="b"/>
              <a:pathLst>
                <a:path w="2122" h="1736" extrusionOk="0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5"/>
                    <a:pt x="600" y="1735"/>
                  </a:cubicBezTo>
                  <a:lnTo>
                    <a:pt x="2122" y="1735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5373525" y="4921300"/>
              <a:ext cx="58375" cy="48750"/>
            </a:xfrm>
            <a:custGeom>
              <a:avLst/>
              <a:gdLst/>
              <a:ahLst/>
              <a:cxnLst/>
              <a:rect l="l" t="t" r="r" b="b"/>
              <a:pathLst>
                <a:path w="2335" h="1950" extrusionOk="0">
                  <a:moveTo>
                    <a:pt x="2122" y="214"/>
                  </a:moveTo>
                  <a:lnTo>
                    <a:pt x="2122" y="1737"/>
                  </a:lnTo>
                  <a:lnTo>
                    <a:pt x="706" y="1737"/>
                  </a:lnTo>
                  <a:cubicBezTo>
                    <a:pt x="438" y="1737"/>
                    <a:pt x="213" y="1388"/>
                    <a:pt x="213" y="976"/>
                  </a:cubicBezTo>
                  <a:cubicBezTo>
                    <a:pt x="213" y="563"/>
                    <a:pt x="438" y="214"/>
                    <a:pt x="706" y="214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8"/>
                    <a:pt x="0" y="976"/>
                  </a:cubicBezTo>
                  <a:cubicBezTo>
                    <a:pt x="0" y="1513"/>
                    <a:pt x="316" y="1950"/>
                    <a:pt x="706" y="1950"/>
                  </a:cubicBezTo>
                  <a:lnTo>
                    <a:pt x="2228" y="1950"/>
                  </a:lnTo>
                  <a:cubicBezTo>
                    <a:pt x="2287" y="1950"/>
                    <a:pt x="2335" y="1902"/>
                    <a:pt x="2335" y="1842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5414250" y="4923975"/>
              <a:ext cx="30025" cy="43400"/>
            </a:xfrm>
            <a:custGeom>
              <a:avLst/>
              <a:gdLst/>
              <a:ahLst/>
              <a:cxnLst/>
              <a:rect l="l" t="t" r="r" b="b"/>
              <a:pathLst>
                <a:path w="1201" h="1736" extrusionOk="0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7" y="1735"/>
                    <a:pt x="599" y="1735"/>
                  </a:cubicBezTo>
                  <a:cubicBezTo>
                    <a:pt x="932" y="1735"/>
                    <a:pt x="1200" y="1348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5411550" y="4921300"/>
              <a:ext cx="35400" cy="48750"/>
            </a:xfrm>
            <a:custGeom>
              <a:avLst/>
              <a:gdLst/>
              <a:ahLst/>
              <a:cxnLst/>
              <a:rect l="l" t="t" r="r" b="b"/>
              <a:pathLst>
                <a:path w="1416" h="1950" extrusionOk="0">
                  <a:moveTo>
                    <a:pt x="707" y="214"/>
                  </a:moveTo>
                  <a:cubicBezTo>
                    <a:pt x="975" y="214"/>
                    <a:pt x="1203" y="556"/>
                    <a:pt x="1203" y="976"/>
                  </a:cubicBezTo>
                  <a:cubicBezTo>
                    <a:pt x="1203" y="1396"/>
                    <a:pt x="979" y="1737"/>
                    <a:pt x="707" y="1737"/>
                  </a:cubicBezTo>
                  <a:cubicBezTo>
                    <a:pt x="436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28"/>
                    <a:pt x="1" y="976"/>
                  </a:cubicBezTo>
                  <a:cubicBezTo>
                    <a:pt x="1" y="1522"/>
                    <a:pt x="311" y="1950"/>
                    <a:pt x="707" y="1950"/>
                  </a:cubicBezTo>
                  <a:cubicBezTo>
                    <a:pt x="1104" y="1950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5409950" y="4901100"/>
              <a:ext cx="69300" cy="89175"/>
            </a:xfrm>
            <a:custGeom>
              <a:avLst/>
              <a:gdLst/>
              <a:ahLst/>
              <a:cxnLst/>
              <a:rect l="l" t="t" r="r" b="b"/>
              <a:pathLst>
                <a:path w="2772" h="3567" extrusionOk="0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70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0"/>
            <p:cNvSpPr/>
            <p:nvPr/>
          </p:nvSpPr>
          <p:spPr>
            <a:xfrm>
              <a:off x="5407325" y="4898450"/>
              <a:ext cx="74575" cy="94500"/>
            </a:xfrm>
            <a:custGeom>
              <a:avLst/>
              <a:gdLst/>
              <a:ahLst/>
              <a:cxnLst/>
              <a:rect l="l" t="t" r="r" b="b"/>
              <a:pathLst>
                <a:path w="2983" h="3780" extrusionOk="0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5448425" y="4901100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2" y="3566"/>
                    <a:pt x="2466" y="2768"/>
                    <a:pt x="2466" y="1784"/>
                  </a:cubicBezTo>
                  <a:cubicBezTo>
                    <a:pt x="2466" y="809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5445725" y="4898450"/>
              <a:ext cx="67000" cy="94500"/>
            </a:xfrm>
            <a:custGeom>
              <a:avLst/>
              <a:gdLst/>
              <a:ahLst/>
              <a:cxnLst/>
              <a:rect l="l" t="t" r="r" b="b"/>
              <a:pathLst>
                <a:path w="2680" h="3780" extrusionOk="0">
                  <a:moveTo>
                    <a:pt x="1341" y="213"/>
                  </a:moveTo>
                  <a:cubicBezTo>
                    <a:pt x="1951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1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5437850" y="4878125"/>
              <a:ext cx="93400" cy="135100"/>
            </a:xfrm>
            <a:custGeom>
              <a:avLst/>
              <a:gdLst/>
              <a:ahLst/>
              <a:cxnLst/>
              <a:rect l="l" t="t" r="r" b="b"/>
              <a:pathLst>
                <a:path w="3736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5435200" y="4875475"/>
              <a:ext cx="98750" cy="140425"/>
            </a:xfrm>
            <a:custGeom>
              <a:avLst/>
              <a:gdLst/>
              <a:ahLst/>
              <a:cxnLst/>
              <a:rect l="l" t="t" r="r" b="b"/>
              <a:pathLst>
                <a:path w="3950" h="5617" extrusionOk="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5448700" y="4878125"/>
              <a:ext cx="93475" cy="135100"/>
            </a:xfrm>
            <a:custGeom>
              <a:avLst/>
              <a:gdLst/>
              <a:ahLst/>
              <a:cxnLst/>
              <a:rect l="l" t="t" r="r" b="b"/>
              <a:pathLst>
                <a:path w="3739" h="5404" extrusionOk="0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5446075" y="4875475"/>
              <a:ext cx="98725" cy="140425"/>
            </a:xfrm>
            <a:custGeom>
              <a:avLst/>
              <a:gdLst/>
              <a:ahLst/>
              <a:cxnLst/>
              <a:rect l="l" t="t" r="r" b="b"/>
              <a:pathLst>
                <a:path w="3949" h="5617" extrusionOk="0">
                  <a:moveTo>
                    <a:pt x="1975" y="214"/>
                  </a:moveTo>
                  <a:cubicBezTo>
                    <a:pt x="2945" y="214"/>
                    <a:pt x="3736" y="1377"/>
                    <a:pt x="3736" y="2809"/>
                  </a:cubicBezTo>
                  <a:cubicBezTo>
                    <a:pt x="3736" y="4240"/>
                    <a:pt x="2947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4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5476150" y="491780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5473475" y="4915125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908"/>
                    <a:pt x="1756" y="1223"/>
                  </a:cubicBezTo>
                  <a:cubicBezTo>
                    <a:pt x="1756" y="53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0"/>
            <p:cNvSpPr/>
            <p:nvPr/>
          </p:nvSpPr>
          <p:spPr>
            <a:xfrm>
              <a:off x="5480950" y="491780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5478275" y="4915125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908"/>
                    <a:pt x="1756" y="1223"/>
                  </a:cubicBezTo>
                  <a:cubicBezTo>
                    <a:pt x="1756" y="53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5376175" y="5090850"/>
              <a:ext cx="53050" cy="43350"/>
            </a:xfrm>
            <a:custGeom>
              <a:avLst/>
              <a:gdLst/>
              <a:ahLst/>
              <a:cxnLst/>
              <a:rect l="l" t="t" r="r" b="b"/>
              <a:pathLst>
                <a:path w="2122" h="1734" extrusionOk="0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4"/>
                    <a:pt x="600" y="1734"/>
                  </a:cubicBezTo>
                  <a:lnTo>
                    <a:pt x="2122" y="1734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0"/>
            <p:cNvSpPr/>
            <p:nvPr/>
          </p:nvSpPr>
          <p:spPr>
            <a:xfrm>
              <a:off x="5373525" y="5088175"/>
              <a:ext cx="58375" cy="48725"/>
            </a:xfrm>
            <a:custGeom>
              <a:avLst/>
              <a:gdLst/>
              <a:ahLst/>
              <a:cxnLst/>
              <a:rect l="l" t="t" r="r" b="b"/>
              <a:pathLst>
                <a:path w="2335" h="1949" extrusionOk="0">
                  <a:moveTo>
                    <a:pt x="706" y="213"/>
                  </a:moveTo>
                  <a:lnTo>
                    <a:pt x="706" y="215"/>
                  </a:lnTo>
                  <a:lnTo>
                    <a:pt x="2122" y="215"/>
                  </a:lnTo>
                  <a:lnTo>
                    <a:pt x="2122" y="1735"/>
                  </a:lnTo>
                  <a:lnTo>
                    <a:pt x="706" y="1735"/>
                  </a:lnTo>
                  <a:cubicBezTo>
                    <a:pt x="438" y="1735"/>
                    <a:pt x="213" y="1388"/>
                    <a:pt x="213" y="976"/>
                  </a:cubicBezTo>
                  <a:cubicBezTo>
                    <a:pt x="213" y="562"/>
                    <a:pt x="438" y="213"/>
                    <a:pt x="706" y="213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1"/>
                    <a:pt x="0" y="976"/>
                  </a:cubicBezTo>
                  <a:cubicBezTo>
                    <a:pt x="0" y="1521"/>
                    <a:pt x="310" y="1948"/>
                    <a:pt x="706" y="1948"/>
                  </a:cubicBezTo>
                  <a:lnTo>
                    <a:pt x="2228" y="1948"/>
                  </a:lnTo>
                  <a:cubicBezTo>
                    <a:pt x="2287" y="1948"/>
                    <a:pt x="2335" y="1900"/>
                    <a:pt x="2335" y="1841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0"/>
            <p:cNvSpPr/>
            <p:nvPr/>
          </p:nvSpPr>
          <p:spPr>
            <a:xfrm>
              <a:off x="5414250" y="5090850"/>
              <a:ext cx="30025" cy="43350"/>
            </a:xfrm>
            <a:custGeom>
              <a:avLst/>
              <a:gdLst/>
              <a:ahLst/>
              <a:cxnLst/>
              <a:rect l="l" t="t" r="r" b="b"/>
              <a:pathLst>
                <a:path w="1201" h="1734" extrusionOk="0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7" y="1734"/>
                    <a:pt x="599" y="1734"/>
                  </a:cubicBezTo>
                  <a:cubicBezTo>
                    <a:pt x="932" y="1734"/>
                    <a:pt x="1200" y="1347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5411550" y="5088175"/>
              <a:ext cx="35400" cy="48725"/>
            </a:xfrm>
            <a:custGeom>
              <a:avLst/>
              <a:gdLst/>
              <a:ahLst/>
              <a:cxnLst/>
              <a:rect l="l" t="t" r="r" b="b"/>
              <a:pathLst>
                <a:path w="1416" h="1949" extrusionOk="0">
                  <a:moveTo>
                    <a:pt x="707" y="213"/>
                  </a:moveTo>
                  <a:cubicBezTo>
                    <a:pt x="975" y="213"/>
                    <a:pt x="1203" y="563"/>
                    <a:pt x="1203" y="976"/>
                  </a:cubicBezTo>
                  <a:cubicBezTo>
                    <a:pt x="1203" y="1387"/>
                    <a:pt x="979" y="1735"/>
                    <a:pt x="707" y="1735"/>
                  </a:cubicBezTo>
                  <a:cubicBezTo>
                    <a:pt x="436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1"/>
                    <a:pt x="1" y="976"/>
                  </a:cubicBezTo>
                  <a:cubicBezTo>
                    <a:pt x="1" y="1521"/>
                    <a:pt x="311" y="1948"/>
                    <a:pt x="707" y="1948"/>
                  </a:cubicBezTo>
                  <a:cubicBezTo>
                    <a:pt x="1097" y="1948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5409950" y="5067975"/>
              <a:ext cx="69300" cy="89175"/>
            </a:xfrm>
            <a:custGeom>
              <a:avLst/>
              <a:gdLst/>
              <a:ahLst/>
              <a:cxnLst/>
              <a:rect l="l" t="t" r="r" b="b"/>
              <a:pathLst>
                <a:path w="2772" h="3567" extrusionOk="0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68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5407325" y="5065325"/>
              <a:ext cx="74575" cy="94500"/>
            </a:xfrm>
            <a:custGeom>
              <a:avLst/>
              <a:gdLst/>
              <a:ahLst/>
              <a:cxnLst/>
              <a:rect l="l" t="t" r="r" b="b"/>
              <a:pathLst>
                <a:path w="2983" h="3780" extrusionOk="0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5448425" y="5067975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800"/>
                    <a:pt x="0" y="1784"/>
                  </a:cubicBezTo>
                  <a:cubicBezTo>
                    <a:pt x="0" y="2766"/>
                    <a:pt x="552" y="3566"/>
                    <a:pt x="1233" y="3566"/>
                  </a:cubicBezTo>
                  <a:cubicBezTo>
                    <a:pt x="1912" y="3566"/>
                    <a:pt x="2466" y="2766"/>
                    <a:pt x="2466" y="1784"/>
                  </a:cubicBezTo>
                  <a:cubicBezTo>
                    <a:pt x="2466" y="798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5445725" y="5065325"/>
              <a:ext cx="67000" cy="94500"/>
            </a:xfrm>
            <a:custGeom>
              <a:avLst/>
              <a:gdLst/>
              <a:ahLst/>
              <a:cxnLst/>
              <a:rect l="l" t="t" r="r" b="b"/>
              <a:pathLst>
                <a:path w="2680" h="3780" extrusionOk="0">
                  <a:moveTo>
                    <a:pt x="1341" y="213"/>
                  </a:moveTo>
                  <a:cubicBezTo>
                    <a:pt x="1962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2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5437850" y="5045000"/>
              <a:ext cx="93400" cy="135100"/>
            </a:xfrm>
            <a:custGeom>
              <a:avLst/>
              <a:gdLst/>
              <a:ahLst/>
              <a:cxnLst/>
              <a:rect l="l" t="t" r="r" b="b"/>
              <a:pathLst>
                <a:path w="3736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5435200" y="5042325"/>
              <a:ext cx="98750" cy="140450"/>
            </a:xfrm>
            <a:custGeom>
              <a:avLst/>
              <a:gdLst/>
              <a:ahLst/>
              <a:cxnLst/>
              <a:rect l="l" t="t" r="r" b="b"/>
              <a:pathLst>
                <a:path w="3950" h="5618" extrusionOk="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5448700" y="5045000"/>
              <a:ext cx="93475" cy="135100"/>
            </a:xfrm>
            <a:custGeom>
              <a:avLst/>
              <a:gdLst/>
              <a:ahLst/>
              <a:cxnLst/>
              <a:rect l="l" t="t" r="r" b="b"/>
              <a:pathLst>
                <a:path w="3739" h="5404" extrusionOk="0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5446075" y="5042325"/>
              <a:ext cx="98725" cy="140450"/>
            </a:xfrm>
            <a:custGeom>
              <a:avLst/>
              <a:gdLst/>
              <a:ahLst/>
              <a:cxnLst/>
              <a:rect l="l" t="t" r="r" b="b"/>
              <a:pathLst>
                <a:path w="3949" h="5618" extrusionOk="0">
                  <a:moveTo>
                    <a:pt x="1975" y="215"/>
                  </a:moveTo>
                  <a:cubicBezTo>
                    <a:pt x="2945" y="215"/>
                    <a:pt x="3736" y="1377"/>
                    <a:pt x="3736" y="2810"/>
                  </a:cubicBezTo>
                  <a:cubicBezTo>
                    <a:pt x="3736" y="4241"/>
                    <a:pt x="2947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4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5476150" y="508465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5473475" y="5082000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39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896"/>
                    <a:pt x="1756" y="1223"/>
                  </a:cubicBezTo>
                  <a:cubicBezTo>
                    <a:pt x="1756" y="54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5480950" y="508465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5478275" y="5082000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37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896"/>
                    <a:pt x="1756" y="1223"/>
                  </a:cubicBezTo>
                  <a:cubicBezTo>
                    <a:pt x="1756" y="54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5525575" y="4378425"/>
              <a:ext cx="21775" cy="14450"/>
            </a:xfrm>
            <a:custGeom>
              <a:avLst/>
              <a:gdLst/>
              <a:ahLst/>
              <a:cxnLst/>
              <a:rect l="l" t="t" r="r" b="b"/>
              <a:pathLst>
                <a:path w="871" h="578" extrusionOk="0">
                  <a:moveTo>
                    <a:pt x="745" y="1"/>
                  </a:moveTo>
                  <a:cubicBezTo>
                    <a:pt x="519" y="165"/>
                    <a:pt x="267" y="290"/>
                    <a:pt x="1" y="373"/>
                  </a:cubicBezTo>
                  <a:lnTo>
                    <a:pt x="63" y="577"/>
                  </a:lnTo>
                  <a:cubicBezTo>
                    <a:pt x="353" y="486"/>
                    <a:pt x="624" y="351"/>
                    <a:pt x="870" y="174"/>
                  </a:cubicBezTo>
                  <a:lnTo>
                    <a:pt x="7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5431600" y="4252325"/>
              <a:ext cx="155675" cy="138350"/>
            </a:xfrm>
            <a:custGeom>
              <a:avLst/>
              <a:gdLst/>
              <a:ahLst/>
              <a:cxnLst/>
              <a:rect l="l" t="t" r="r" b="b"/>
              <a:pathLst>
                <a:path w="6227" h="5534" extrusionOk="0">
                  <a:moveTo>
                    <a:pt x="2958" y="0"/>
                  </a:moveTo>
                  <a:cubicBezTo>
                    <a:pt x="2591" y="0"/>
                    <a:pt x="2224" y="71"/>
                    <a:pt x="1873" y="213"/>
                  </a:cubicBezTo>
                  <a:cubicBezTo>
                    <a:pt x="1161" y="502"/>
                    <a:pt x="605" y="1052"/>
                    <a:pt x="305" y="1760"/>
                  </a:cubicBezTo>
                  <a:cubicBezTo>
                    <a:pt x="6" y="2469"/>
                    <a:pt x="0" y="3251"/>
                    <a:pt x="289" y="3964"/>
                  </a:cubicBezTo>
                  <a:cubicBezTo>
                    <a:pt x="579" y="4676"/>
                    <a:pt x="1127" y="5234"/>
                    <a:pt x="1836" y="5533"/>
                  </a:cubicBezTo>
                  <a:lnTo>
                    <a:pt x="1919" y="5337"/>
                  </a:lnTo>
                  <a:cubicBezTo>
                    <a:pt x="1264" y="5060"/>
                    <a:pt x="755" y="4543"/>
                    <a:pt x="487" y="3884"/>
                  </a:cubicBezTo>
                  <a:cubicBezTo>
                    <a:pt x="219" y="3224"/>
                    <a:pt x="225" y="2499"/>
                    <a:pt x="502" y="1844"/>
                  </a:cubicBezTo>
                  <a:cubicBezTo>
                    <a:pt x="779" y="1187"/>
                    <a:pt x="1294" y="679"/>
                    <a:pt x="1954" y="411"/>
                  </a:cubicBezTo>
                  <a:cubicBezTo>
                    <a:pt x="2278" y="280"/>
                    <a:pt x="2618" y="214"/>
                    <a:pt x="2958" y="214"/>
                  </a:cubicBezTo>
                  <a:cubicBezTo>
                    <a:pt x="3310" y="214"/>
                    <a:pt x="3661" y="284"/>
                    <a:pt x="3995" y="425"/>
                  </a:cubicBezTo>
                  <a:cubicBezTo>
                    <a:pt x="5348" y="998"/>
                    <a:pt x="5984" y="2564"/>
                    <a:pt x="5412" y="3918"/>
                  </a:cubicBezTo>
                  <a:cubicBezTo>
                    <a:pt x="5304" y="4175"/>
                    <a:pt x="5156" y="4412"/>
                    <a:pt x="4975" y="4622"/>
                  </a:cubicBezTo>
                  <a:lnTo>
                    <a:pt x="5135" y="4762"/>
                  </a:lnTo>
                  <a:cubicBezTo>
                    <a:pt x="5332" y="4534"/>
                    <a:pt x="5491" y="4280"/>
                    <a:pt x="5609" y="4001"/>
                  </a:cubicBezTo>
                  <a:cubicBezTo>
                    <a:pt x="6227" y="2539"/>
                    <a:pt x="5539" y="846"/>
                    <a:pt x="4077" y="228"/>
                  </a:cubicBezTo>
                  <a:cubicBezTo>
                    <a:pt x="3717" y="76"/>
                    <a:pt x="3337" y="0"/>
                    <a:pt x="2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5387000" y="3489125"/>
              <a:ext cx="221100" cy="145425"/>
            </a:xfrm>
            <a:custGeom>
              <a:avLst/>
              <a:gdLst/>
              <a:ahLst/>
              <a:cxnLst/>
              <a:rect l="l" t="t" r="r" b="b"/>
              <a:pathLst>
                <a:path w="8844" h="5817" extrusionOk="0">
                  <a:moveTo>
                    <a:pt x="3528" y="0"/>
                  </a:moveTo>
                  <a:cubicBezTo>
                    <a:pt x="2005" y="0"/>
                    <a:pt x="753" y="647"/>
                    <a:pt x="434" y="1734"/>
                  </a:cubicBezTo>
                  <a:cubicBezTo>
                    <a:pt x="0" y="3202"/>
                    <a:pt x="1436" y="4919"/>
                    <a:pt x="3639" y="5568"/>
                  </a:cubicBezTo>
                  <a:cubicBezTo>
                    <a:pt x="4212" y="5737"/>
                    <a:pt x="4780" y="5817"/>
                    <a:pt x="5315" y="5817"/>
                  </a:cubicBezTo>
                  <a:cubicBezTo>
                    <a:pt x="6837" y="5817"/>
                    <a:pt x="8091" y="5170"/>
                    <a:pt x="8411" y="4083"/>
                  </a:cubicBezTo>
                  <a:cubicBezTo>
                    <a:pt x="8843" y="2614"/>
                    <a:pt x="7408" y="897"/>
                    <a:pt x="5206" y="249"/>
                  </a:cubicBezTo>
                  <a:cubicBezTo>
                    <a:pt x="4632" y="80"/>
                    <a:pt x="4063" y="0"/>
                    <a:pt x="3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5389750" y="3486425"/>
              <a:ext cx="215575" cy="150725"/>
            </a:xfrm>
            <a:custGeom>
              <a:avLst/>
              <a:gdLst/>
              <a:ahLst/>
              <a:cxnLst/>
              <a:rect l="l" t="t" r="r" b="b"/>
              <a:pathLst>
                <a:path w="8623" h="6029" extrusionOk="0">
                  <a:moveTo>
                    <a:pt x="3418" y="214"/>
                  </a:moveTo>
                  <a:cubicBezTo>
                    <a:pt x="3952" y="214"/>
                    <a:pt x="4510" y="296"/>
                    <a:pt x="5064" y="459"/>
                  </a:cubicBezTo>
                  <a:cubicBezTo>
                    <a:pt x="6111" y="767"/>
                    <a:pt x="7012" y="1327"/>
                    <a:pt x="7604" y="2035"/>
                  </a:cubicBezTo>
                  <a:cubicBezTo>
                    <a:pt x="8187" y="2731"/>
                    <a:pt x="8397" y="3486"/>
                    <a:pt x="8199" y="4162"/>
                  </a:cubicBezTo>
                  <a:cubicBezTo>
                    <a:pt x="7892" y="5201"/>
                    <a:pt x="6681" y="5818"/>
                    <a:pt x="5208" y="5818"/>
                  </a:cubicBezTo>
                  <a:cubicBezTo>
                    <a:pt x="4682" y="5818"/>
                    <a:pt x="4123" y="5739"/>
                    <a:pt x="3559" y="5573"/>
                  </a:cubicBezTo>
                  <a:cubicBezTo>
                    <a:pt x="2514" y="5265"/>
                    <a:pt x="1611" y="4705"/>
                    <a:pt x="1019" y="3998"/>
                  </a:cubicBezTo>
                  <a:cubicBezTo>
                    <a:pt x="437" y="3303"/>
                    <a:pt x="227" y="2546"/>
                    <a:pt x="425" y="1872"/>
                  </a:cubicBezTo>
                  <a:cubicBezTo>
                    <a:pt x="624" y="1197"/>
                    <a:pt x="1211" y="676"/>
                    <a:pt x="2076" y="407"/>
                  </a:cubicBezTo>
                  <a:cubicBezTo>
                    <a:pt x="2490" y="279"/>
                    <a:pt x="2944" y="214"/>
                    <a:pt x="3418" y="214"/>
                  </a:cubicBezTo>
                  <a:close/>
                  <a:moveTo>
                    <a:pt x="3419" y="1"/>
                  </a:moveTo>
                  <a:cubicBezTo>
                    <a:pt x="2923" y="1"/>
                    <a:pt x="2448" y="68"/>
                    <a:pt x="2014" y="204"/>
                  </a:cubicBezTo>
                  <a:cubicBezTo>
                    <a:pt x="1077" y="494"/>
                    <a:pt x="440" y="1066"/>
                    <a:pt x="221" y="1812"/>
                  </a:cubicBezTo>
                  <a:cubicBezTo>
                    <a:pt x="0" y="2557"/>
                    <a:pt x="227" y="3381"/>
                    <a:pt x="855" y="4135"/>
                  </a:cubicBezTo>
                  <a:cubicBezTo>
                    <a:pt x="1475" y="4875"/>
                    <a:pt x="2413" y="5459"/>
                    <a:pt x="3498" y="5779"/>
                  </a:cubicBezTo>
                  <a:cubicBezTo>
                    <a:pt x="4079" y="5948"/>
                    <a:pt x="4653" y="6029"/>
                    <a:pt x="5197" y="6029"/>
                  </a:cubicBezTo>
                  <a:cubicBezTo>
                    <a:pt x="6769" y="6029"/>
                    <a:pt x="8070" y="5353"/>
                    <a:pt x="8403" y="4221"/>
                  </a:cubicBezTo>
                  <a:cubicBezTo>
                    <a:pt x="8623" y="3475"/>
                    <a:pt x="8397" y="2650"/>
                    <a:pt x="7768" y="1898"/>
                  </a:cubicBezTo>
                  <a:cubicBezTo>
                    <a:pt x="7149" y="1158"/>
                    <a:pt x="6211" y="575"/>
                    <a:pt x="5125" y="255"/>
                  </a:cubicBezTo>
                  <a:cubicBezTo>
                    <a:pt x="4552" y="86"/>
                    <a:pt x="3973" y="1"/>
                    <a:pt x="341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5340250" y="4430800"/>
              <a:ext cx="64000" cy="64025"/>
            </a:xfrm>
            <a:custGeom>
              <a:avLst/>
              <a:gdLst/>
              <a:ahLst/>
              <a:cxnLst/>
              <a:rect l="l" t="t" r="r" b="b"/>
              <a:pathLst>
                <a:path w="2560" h="2561" extrusionOk="0">
                  <a:moveTo>
                    <a:pt x="1279" y="1"/>
                  </a:moveTo>
                  <a:cubicBezTo>
                    <a:pt x="573" y="1"/>
                    <a:pt x="0" y="574"/>
                    <a:pt x="0" y="1281"/>
                  </a:cubicBezTo>
                  <a:cubicBezTo>
                    <a:pt x="0" y="1987"/>
                    <a:pt x="573" y="2560"/>
                    <a:pt x="1279" y="2560"/>
                  </a:cubicBezTo>
                  <a:cubicBezTo>
                    <a:pt x="1986" y="2560"/>
                    <a:pt x="2560" y="1987"/>
                    <a:pt x="2560" y="1281"/>
                  </a:cubicBezTo>
                  <a:cubicBezTo>
                    <a:pt x="2560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5337550" y="4428175"/>
              <a:ext cx="69350" cy="69325"/>
            </a:xfrm>
            <a:custGeom>
              <a:avLst/>
              <a:gdLst/>
              <a:ahLst/>
              <a:cxnLst/>
              <a:rect l="l" t="t" r="r" b="b"/>
              <a:pathLst>
                <a:path w="2774" h="2773" extrusionOk="0">
                  <a:moveTo>
                    <a:pt x="1387" y="213"/>
                  </a:moveTo>
                  <a:cubicBezTo>
                    <a:pt x="2033" y="213"/>
                    <a:pt x="2560" y="740"/>
                    <a:pt x="2560" y="1386"/>
                  </a:cubicBezTo>
                  <a:cubicBezTo>
                    <a:pt x="2560" y="2033"/>
                    <a:pt x="2033" y="2560"/>
                    <a:pt x="1387" y="2560"/>
                  </a:cubicBezTo>
                  <a:cubicBezTo>
                    <a:pt x="741" y="2560"/>
                    <a:pt x="214" y="2033"/>
                    <a:pt x="214" y="1386"/>
                  </a:cubicBezTo>
                  <a:cubicBezTo>
                    <a:pt x="214" y="740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3"/>
                    <a:pt x="1387" y="2773"/>
                  </a:cubicBezTo>
                  <a:cubicBezTo>
                    <a:pt x="2153" y="2773"/>
                    <a:pt x="2773" y="2150"/>
                    <a:pt x="2773" y="1386"/>
                  </a:cubicBezTo>
                  <a:cubicBezTo>
                    <a:pt x="2773" y="621"/>
                    <a:pt x="2153" y="0"/>
                    <a:pt x="1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4567350" y="4901100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4564700" y="4898450"/>
              <a:ext cx="66975" cy="94500"/>
            </a:xfrm>
            <a:custGeom>
              <a:avLst/>
              <a:gdLst/>
              <a:ahLst/>
              <a:cxnLst/>
              <a:rect l="l" t="t" r="r" b="b"/>
              <a:pathLst>
                <a:path w="2679" h="3780" extrusionOk="0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4535250" y="4878125"/>
              <a:ext cx="93425" cy="135100"/>
            </a:xfrm>
            <a:custGeom>
              <a:avLst/>
              <a:gdLst/>
              <a:ahLst/>
              <a:cxnLst/>
              <a:rect l="l" t="t" r="r" b="b"/>
              <a:pathLst>
                <a:path w="3737" h="5404" extrusionOk="0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4532575" y="4875475"/>
              <a:ext cx="98775" cy="140425"/>
            </a:xfrm>
            <a:custGeom>
              <a:avLst/>
              <a:gdLst/>
              <a:ahLst/>
              <a:cxnLst/>
              <a:rect l="l" t="t" r="r" b="b"/>
              <a:pathLst>
                <a:path w="3951" h="5617" extrusionOk="0">
                  <a:moveTo>
                    <a:pt x="1976" y="214"/>
                  </a:moveTo>
                  <a:cubicBezTo>
                    <a:pt x="2947" y="214"/>
                    <a:pt x="3738" y="1377"/>
                    <a:pt x="3738" y="2809"/>
                  </a:cubicBezTo>
                  <a:cubicBezTo>
                    <a:pt x="3738" y="4240"/>
                    <a:pt x="2947" y="5404"/>
                    <a:pt x="1976" y="5404"/>
                  </a:cubicBezTo>
                  <a:cubicBezTo>
                    <a:pt x="1004" y="5404"/>
                    <a:pt x="215" y="4240"/>
                    <a:pt x="215" y="2809"/>
                  </a:cubicBezTo>
                  <a:cubicBezTo>
                    <a:pt x="215" y="1377"/>
                    <a:pt x="1004" y="214"/>
                    <a:pt x="1976" y="214"/>
                  </a:cubicBezTo>
                  <a:close/>
                  <a:moveTo>
                    <a:pt x="1976" y="1"/>
                  </a:moveTo>
                  <a:cubicBezTo>
                    <a:pt x="888" y="1"/>
                    <a:pt x="0" y="1260"/>
                    <a:pt x="0" y="2809"/>
                  </a:cubicBezTo>
                  <a:cubicBezTo>
                    <a:pt x="0" y="4357"/>
                    <a:pt x="888" y="5617"/>
                    <a:pt x="1976" y="5617"/>
                  </a:cubicBezTo>
                  <a:cubicBezTo>
                    <a:pt x="3065" y="5617"/>
                    <a:pt x="3951" y="4357"/>
                    <a:pt x="3951" y="2809"/>
                  </a:cubicBezTo>
                  <a:cubicBezTo>
                    <a:pt x="3951" y="1260"/>
                    <a:pt x="3065" y="1"/>
                    <a:pt x="19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4546125" y="4878125"/>
              <a:ext cx="93450" cy="135100"/>
            </a:xfrm>
            <a:custGeom>
              <a:avLst/>
              <a:gdLst/>
              <a:ahLst/>
              <a:cxnLst/>
              <a:rect l="l" t="t" r="r" b="b"/>
              <a:pathLst>
                <a:path w="3738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4543475" y="4875475"/>
              <a:ext cx="98750" cy="140425"/>
            </a:xfrm>
            <a:custGeom>
              <a:avLst/>
              <a:gdLst/>
              <a:ahLst/>
              <a:cxnLst/>
              <a:rect l="l" t="t" r="r" b="b"/>
              <a:pathLst>
                <a:path w="3950" h="5617" extrusionOk="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4" y="4240"/>
                    <a:pt x="214" y="2809"/>
                  </a:cubicBezTo>
                  <a:cubicBezTo>
                    <a:pt x="214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7" y="1"/>
                    <a:pt x="1" y="1260"/>
                    <a:pt x="1" y="2809"/>
                  </a:cubicBezTo>
                  <a:cubicBezTo>
                    <a:pt x="1" y="4357"/>
                    <a:pt x="887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574450" y="4902100"/>
              <a:ext cx="66025" cy="87150"/>
            </a:xfrm>
            <a:custGeom>
              <a:avLst/>
              <a:gdLst/>
              <a:ahLst/>
              <a:cxnLst/>
              <a:rect l="l" t="t" r="r" b="b"/>
              <a:pathLst>
                <a:path w="2641" h="3486" extrusionOk="0">
                  <a:moveTo>
                    <a:pt x="1203" y="0"/>
                  </a:moveTo>
                  <a:cubicBezTo>
                    <a:pt x="539" y="0"/>
                    <a:pt x="0" y="782"/>
                    <a:pt x="0" y="1744"/>
                  </a:cubicBezTo>
                  <a:cubicBezTo>
                    <a:pt x="0" y="2706"/>
                    <a:pt x="539" y="3486"/>
                    <a:pt x="1203" y="3486"/>
                  </a:cubicBezTo>
                  <a:lnTo>
                    <a:pt x="2640" y="3486"/>
                  </a:lnTo>
                  <a:lnTo>
                    <a:pt x="2640" y="2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4571775" y="4899450"/>
              <a:ext cx="71375" cy="92500"/>
            </a:xfrm>
            <a:custGeom>
              <a:avLst/>
              <a:gdLst/>
              <a:ahLst/>
              <a:cxnLst/>
              <a:rect l="l" t="t" r="r" b="b"/>
              <a:pathLst>
                <a:path w="2855" h="3700" extrusionOk="0">
                  <a:moveTo>
                    <a:pt x="2640" y="214"/>
                  </a:moveTo>
                  <a:lnTo>
                    <a:pt x="2640" y="3485"/>
                  </a:lnTo>
                  <a:lnTo>
                    <a:pt x="1310" y="3485"/>
                  </a:lnTo>
                  <a:cubicBezTo>
                    <a:pt x="706" y="3485"/>
                    <a:pt x="213" y="2751"/>
                    <a:pt x="213" y="1850"/>
                  </a:cubicBezTo>
                  <a:cubicBezTo>
                    <a:pt x="213" y="948"/>
                    <a:pt x="706" y="214"/>
                    <a:pt x="1310" y="214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0"/>
                    <a:pt x="0" y="1850"/>
                  </a:cubicBezTo>
                  <a:cubicBezTo>
                    <a:pt x="0" y="2868"/>
                    <a:pt x="588" y="3699"/>
                    <a:pt x="1310" y="3699"/>
                  </a:cubicBezTo>
                  <a:lnTo>
                    <a:pt x="2747" y="3699"/>
                  </a:lnTo>
                  <a:cubicBezTo>
                    <a:pt x="2807" y="3698"/>
                    <a:pt x="2855" y="3650"/>
                    <a:pt x="2855" y="3592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4610375" y="4902100"/>
              <a:ext cx="60200" cy="87150"/>
            </a:xfrm>
            <a:custGeom>
              <a:avLst/>
              <a:gdLst/>
              <a:ahLst/>
              <a:cxnLst/>
              <a:rect l="l" t="t" r="r" b="b"/>
              <a:pathLst>
                <a:path w="2408" h="3486" extrusionOk="0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6"/>
                    <a:pt x="1203" y="3486"/>
                  </a:cubicBezTo>
                  <a:cubicBezTo>
                    <a:pt x="1869" y="3486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4607725" y="4899450"/>
              <a:ext cx="65550" cy="92500"/>
            </a:xfrm>
            <a:custGeom>
              <a:avLst/>
              <a:gdLst/>
              <a:ahLst/>
              <a:cxnLst/>
              <a:rect l="l" t="t" r="r" b="b"/>
              <a:pathLst>
                <a:path w="2622" h="3700" extrusionOk="0">
                  <a:moveTo>
                    <a:pt x="1309" y="214"/>
                  </a:moveTo>
                  <a:cubicBezTo>
                    <a:pt x="1915" y="214"/>
                    <a:pt x="2408" y="948"/>
                    <a:pt x="2408" y="1850"/>
                  </a:cubicBezTo>
                  <a:cubicBezTo>
                    <a:pt x="2408" y="2751"/>
                    <a:pt x="1914" y="3485"/>
                    <a:pt x="1309" y="3485"/>
                  </a:cubicBezTo>
                  <a:cubicBezTo>
                    <a:pt x="705" y="3485"/>
                    <a:pt x="213" y="2751"/>
                    <a:pt x="213" y="1850"/>
                  </a:cubicBezTo>
                  <a:cubicBezTo>
                    <a:pt x="213" y="948"/>
                    <a:pt x="705" y="214"/>
                    <a:pt x="1309" y="214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0"/>
                    <a:pt x="1" y="1850"/>
                  </a:cubicBezTo>
                  <a:cubicBezTo>
                    <a:pt x="1" y="2868"/>
                    <a:pt x="587" y="3699"/>
                    <a:pt x="1309" y="3699"/>
                  </a:cubicBezTo>
                  <a:cubicBezTo>
                    <a:pt x="2033" y="3699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4633150" y="4923975"/>
              <a:ext cx="53100" cy="43400"/>
            </a:xfrm>
            <a:custGeom>
              <a:avLst/>
              <a:gdLst/>
              <a:ahLst/>
              <a:cxnLst/>
              <a:rect l="l" t="t" r="r" b="b"/>
              <a:pathLst>
                <a:path w="2124" h="1736" extrusionOk="0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602" y="1735"/>
                  </a:cubicBezTo>
                  <a:lnTo>
                    <a:pt x="2124" y="1735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4630475" y="4921300"/>
              <a:ext cx="58450" cy="48750"/>
            </a:xfrm>
            <a:custGeom>
              <a:avLst/>
              <a:gdLst/>
              <a:ahLst/>
              <a:cxnLst/>
              <a:rect l="l" t="t" r="r" b="b"/>
              <a:pathLst>
                <a:path w="2338" h="1950" extrusionOk="0">
                  <a:moveTo>
                    <a:pt x="2125" y="214"/>
                  </a:moveTo>
                  <a:lnTo>
                    <a:pt x="2125" y="1737"/>
                  </a:lnTo>
                  <a:lnTo>
                    <a:pt x="709" y="1737"/>
                  </a:lnTo>
                  <a:cubicBezTo>
                    <a:pt x="435" y="1737"/>
                    <a:pt x="213" y="1396"/>
                    <a:pt x="213" y="976"/>
                  </a:cubicBezTo>
                  <a:cubicBezTo>
                    <a:pt x="213" y="556"/>
                    <a:pt x="435" y="214"/>
                    <a:pt x="709" y="214"/>
                  </a:cubicBezTo>
                  <a:close/>
                  <a:moveTo>
                    <a:pt x="709" y="1"/>
                  </a:moveTo>
                  <a:cubicBezTo>
                    <a:pt x="311" y="1"/>
                    <a:pt x="0" y="428"/>
                    <a:pt x="0" y="976"/>
                  </a:cubicBezTo>
                  <a:cubicBezTo>
                    <a:pt x="0" y="1522"/>
                    <a:pt x="311" y="1950"/>
                    <a:pt x="709" y="1950"/>
                  </a:cubicBezTo>
                  <a:lnTo>
                    <a:pt x="2231" y="1950"/>
                  </a:lnTo>
                  <a:cubicBezTo>
                    <a:pt x="2290" y="1950"/>
                    <a:pt x="2338" y="1902"/>
                    <a:pt x="2338" y="1842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4671275" y="4923975"/>
              <a:ext cx="29975" cy="43400"/>
            </a:xfrm>
            <a:custGeom>
              <a:avLst/>
              <a:gdLst/>
              <a:ahLst/>
              <a:cxnLst/>
              <a:rect l="l" t="t" r="r" b="b"/>
              <a:pathLst>
                <a:path w="1199" h="1736" extrusionOk="0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599" y="1735"/>
                  </a:cubicBezTo>
                  <a:cubicBezTo>
                    <a:pt x="929" y="1735"/>
                    <a:pt x="1199" y="1348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4668575" y="4921300"/>
              <a:ext cx="35325" cy="48750"/>
            </a:xfrm>
            <a:custGeom>
              <a:avLst/>
              <a:gdLst/>
              <a:ahLst/>
              <a:cxnLst/>
              <a:rect l="l" t="t" r="r" b="b"/>
              <a:pathLst>
                <a:path w="1413" h="1950" extrusionOk="0">
                  <a:moveTo>
                    <a:pt x="707" y="214"/>
                  </a:moveTo>
                  <a:cubicBezTo>
                    <a:pt x="975" y="214"/>
                    <a:pt x="1200" y="563"/>
                    <a:pt x="1200" y="976"/>
                  </a:cubicBezTo>
                  <a:cubicBezTo>
                    <a:pt x="1200" y="1388"/>
                    <a:pt x="975" y="1737"/>
                    <a:pt x="707" y="1737"/>
                  </a:cubicBezTo>
                  <a:cubicBezTo>
                    <a:pt x="440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8"/>
                    <a:pt x="1" y="976"/>
                  </a:cubicBezTo>
                  <a:cubicBezTo>
                    <a:pt x="1" y="1513"/>
                    <a:pt x="318" y="1950"/>
                    <a:pt x="707" y="1950"/>
                  </a:cubicBezTo>
                  <a:cubicBezTo>
                    <a:pt x="1097" y="1950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4567350" y="5067975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4564700" y="5065325"/>
              <a:ext cx="66975" cy="94500"/>
            </a:xfrm>
            <a:custGeom>
              <a:avLst/>
              <a:gdLst/>
              <a:ahLst/>
              <a:cxnLst/>
              <a:rect l="l" t="t" r="r" b="b"/>
              <a:pathLst>
                <a:path w="2679" h="3780" extrusionOk="0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4535250" y="5045000"/>
              <a:ext cx="93425" cy="135100"/>
            </a:xfrm>
            <a:custGeom>
              <a:avLst/>
              <a:gdLst/>
              <a:ahLst/>
              <a:cxnLst/>
              <a:rect l="l" t="t" r="r" b="b"/>
              <a:pathLst>
                <a:path w="3737" h="5404" extrusionOk="0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4532575" y="5042325"/>
              <a:ext cx="98775" cy="140450"/>
            </a:xfrm>
            <a:custGeom>
              <a:avLst/>
              <a:gdLst/>
              <a:ahLst/>
              <a:cxnLst/>
              <a:rect l="l" t="t" r="r" b="b"/>
              <a:pathLst>
                <a:path w="3951" h="5618" extrusionOk="0">
                  <a:moveTo>
                    <a:pt x="1976" y="215"/>
                  </a:moveTo>
                  <a:cubicBezTo>
                    <a:pt x="2947" y="215"/>
                    <a:pt x="3738" y="1377"/>
                    <a:pt x="3738" y="2810"/>
                  </a:cubicBezTo>
                  <a:cubicBezTo>
                    <a:pt x="3738" y="4241"/>
                    <a:pt x="2947" y="5405"/>
                    <a:pt x="1976" y="5405"/>
                  </a:cubicBezTo>
                  <a:cubicBezTo>
                    <a:pt x="1004" y="5405"/>
                    <a:pt x="215" y="4241"/>
                    <a:pt x="215" y="2810"/>
                  </a:cubicBezTo>
                  <a:cubicBezTo>
                    <a:pt x="215" y="1377"/>
                    <a:pt x="1004" y="215"/>
                    <a:pt x="1976" y="215"/>
                  </a:cubicBezTo>
                  <a:close/>
                  <a:moveTo>
                    <a:pt x="1976" y="0"/>
                  </a:moveTo>
                  <a:cubicBezTo>
                    <a:pt x="888" y="0"/>
                    <a:pt x="0" y="1261"/>
                    <a:pt x="0" y="2810"/>
                  </a:cubicBezTo>
                  <a:cubicBezTo>
                    <a:pt x="0" y="4358"/>
                    <a:pt x="888" y="5618"/>
                    <a:pt x="1976" y="5618"/>
                  </a:cubicBezTo>
                  <a:cubicBezTo>
                    <a:pt x="3065" y="5618"/>
                    <a:pt x="3951" y="4358"/>
                    <a:pt x="3951" y="2810"/>
                  </a:cubicBezTo>
                  <a:cubicBezTo>
                    <a:pt x="3951" y="1261"/>
                    <a:pt x="3065" y="0"/>
                    <a:pt x="19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4546125" y="5045000"/>
              <a:ext cx="93450" cy="135100"/>
            </a:xfrm>
            <a:custGeom>
              <a:avLst/>
              <a:gdLst/>
              <a:ahLst/>
              <a:cxnLst/>
              <a:rect l="l" t="t" r="r" b="b"/>
              <a:pathLst>
                <a:path w="3738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4543475" y="5042325"/>
              <a:ext cx="98750" cy="140450"/>
            </a:xfrm>
            <a:custGeom>
              <a:avLst/>
              <a:gdLst/>
              <a:ahLst/>
              <a:cxnLst/>
              <a:rect l="l" t="t" r="r" b="b"/>
              <a:pathLst>
                <a:path w="3950" h="5618" extrusionOk="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4" y="4241"/>
                    <a:pt x="214" y="2810"/>
                  </a:cubicBezTo>
                  <a:cubicBezTo>
                    <a:pt x="214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7" y="0"/>
                    <a:pt x="1" y="1261"/>
                    <a:pt x="1" y="2810"/>
                  </a:cubicBezTo>
                  <a:cubicBezTo>
                    <a:pt x="1" y="4358"/>
                    <a:pt x="887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4574450" y="5068975"/>
              <a:ext cx="66025" cy="86925"/>
            </a:xfrm>
            <a:custGeom>
              <a:avLst/>
              <a:gdLst/>
              <a:ahLst/>
              <a:cxnLst/>
              <a:rect l="l" t="t" r="r" b="b"/>
              <a:pathLst>
                <a:path w="2641" h="3477" extrusionOk="0">
                  <a:moveTo>
                    <a:pt x="1203" y="0"/>
                  </a:moveTo>
                  <a:lnTo>
                    <a:pt x="1203" y="2"/>
                  </a:lnTo>
                  <a:cubicBezTo>
                    <a:pt x="539" y="2"/>
                    <a:pt x="0" y="782"/>
                    <a:pt x="0" y="1744"/>
                  </a:cubicBezTo>
                  <a:cubicBezTo>
                    <a:pt x="0" y="2706"/>
                    <a:pt x="539" y="3477"/>
                    <a:pt x="1203" y="3477"/>
                  </a:cubicBezTo>
                  <a:lnTo>
                    <a:pt x="2640" y="347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4571775" y="5066325"/>
              <a:ext cx="71375" cy="92275"/>
            </a:xfrm>
            <a:custGeom>
              <a:avLst/>
              <a:gdLst/>
              <a:ahLst/>
              <a:cxnLst/>
              <a:rect l="l" t="t" r="r" b="b"/>
              <a:pathLst>
                <a:path w="2855" h="3691" extrusionOk="0">
                  <a:moveTo>
                    <a:pt x="2640" y="213"/>
                  </a:moveTo>
                  <a:lnTo>
                    <a:pt x="2640" y="3476"/>
                  </a:lnTo>
                  <a:lnTo>
                    <a:pt x="1310" y="3476"/>
                  </a:lnTo>
                  <a:cubicBezTo>
                    <a:pt x="706" y="3476"/>
                    <a:pt x="213" y="2751"/>
                    <a:pt x="213" y="1850"/>
                  </a:cubicBezTo>
                  <a:cubicBezTo>
                    <a:pt x="213" y="947"/>
                    <a:pt x="706" y="213"/>
                    <a:pt x="1310" y="213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4"/>
                    <a:pt x="0" y="1850"/>
                  </a:cubicBezTo>
                  <a:cubicBezTo>
                    <a:pt x="0" y="2864"/>
                    <a:pt x="588" y="3690"/>
                    <a:pt x="1310" y="3690"/>
                  </a:cubicBezTo>
                  <a:lnTo>
                    <a:pt x="2747" y="3690"/>
                  </a:lnTo>
                  <a:cubicBezTo>
                    <a:pt x="2807" y="3690"/>
                    <a:pt x="2855" y="3642"/>
                    <a:pt x="2855" y="3583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4610375" y="5068975"/>
              <a:ext cx="60200" cy="87075"/>
            </a:xfrm>
            <a:custGeom>
              <a:avLst/>
              <a:gdLst/>
              <a:ahLst/>
              <a:cxnLst/>
              <a:rect l="l" t="t" r="r" b="b"/>
              <a:pathLst>
                <a:path w="2408" h="3483" extrusionOk="0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3"/>
                    <a:pt x="1203" y="3483"/>
                  </a:cubicBezTo>
                  <a:cubicBezTo>
                    <a:pt x="1869" y="3483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4607725" y="5066325"/>
              <a:ext cx="65550" cy="92425"/>
            </a:xfrm>
            <a:custGeom>
              <a:avLst/>
              <a:gdLst/>
              <a:ahLst/>
              <a:cxnLst/>
              <a:rect l="l" t="t" r="r" b="b"/>
              <a:pathLst>
                <a:path w="2622" h="3697" extrusionOk="0">
                  <a:moveTo>
                    <a:pt x="1309" y="213"/>
                  </a:moveTo>
                  <a:cubicBezTo>
                    <a:pt x="1915" y="213"/>
                    <a:pt x="2408" y="949"/>
                    <a:pt x="2408" y="1850"/>
                  </a:cubicBezTo>
                  <a:cubicBezTo>
                    <a:pt x="2408" y="2751"/>
                    <a:pt x="1914" y="3483"/>
                    <a:pt x="1309" y="3483"/>
                  </a:cubicBezTo>
                  <a:cubicBezTo>
                    <a:pt x="705" y="3483"/>
                    <a:pt x="213" y="2751"/>
                    <a:pt x="213" y="1850"/>
                  </a:cubicBezTo>
                  <a:cubicBezTo>
                    <a:pt x="213" y="947"/>
                    <a:pt x="705" y="213"/>
                    <a:pt x="1309" y="213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1"/>
                    <a:pt x="1" y="1850"/>
                  </a:cubicBezTo>
                  <a:cubicBezTo>
                    <a:pt x="1" y="2868"/>
                    <a:pt x="587" y="3696"/>
                    <a:pt x="1309" y="3696"/>
                  </a:cubicBezTo>
                  <a:cubicBezTo>
                    <a:pt x="2033" y="3696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4633150" y="5090850"/>
              <a:ext cx="53100" cy="43350"/>
            </a:xfrm>
            <a:custGeom>
              <a:avLst/>
              <a:gdLst/>
              <a:ahLst/>
              <a:cxnLst/>
              <a:rect l="l" t="t" r="r" b="b"/>
              <a:pathLst>
                <a:path w="2124" h="1734" extrusionOk="0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4"/>
                    <a:pt x="602" y="1734"/>
                  </a:cubicBezTo>
                  <a:lnTo>
                    <a:pt x="2124" y="1734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4630475" y="5088175"/>
              <a:ext cx="58450" cy="48725"/>
            </a:xfrm>
            <a:custGeom>
              <a:avLst/>
              <a:gdLst/>
              <a:ahLst/>
              <a:cxnLst/>
              <a:rect l="l" t="t" r="r" b="b"/>
              <a:pathLst>
                <a:path w="2338" h="1949" extrusionOk="0">
                  <a:moveTo>
                    <a:pt x="709" y="213"/>
                  </a:moveTo>
                  <a:lnTo>
                    <a:pt x="709" y="215"/>
                  </a:lnTo>
                  <a:lnTo>
                    <a:pt x="2125" y="215"/>
                  </a:lnTo>
                  <a:lnTo>
                    <a:pt x="2125" y="1735"/>
                  </a:lnTo>
                  <a:lnTo>
                    <a:pt x="709" y="1735"/>
                  </a:lnTo>
                  <a:cubicBezTo>
                    <a:pt x="435" y="1735"/>
                    <a:pt x="213" y="1396"/>
                    <a:pt x="213" y="976"/>
                  </a:cubicBezTo>
                  <a:cubicBezTo>
                    <a:pt x="213" y="556"/>
                    <a:pt x="435" y="213"/>
                    <a:pt x="709" y="213"/>
                  </a:cubicBezTo>
                  <a:close/>
                  <a:moveTo>
                    <a:pt x="709" y="1"/>
                  </a:moveTo>
                  <a:cubicBezTo>
                    <a:pt x="311" y="1"/>
                    <a:pt x="0" y="431"/>
                    <a:pt x="0" y="976"/>
                  </a:cubicBezTo>
                  <a:cubicBezTo>
                    <a:pt x="0" y="1521"/>
                    <a:pt x="311" y="1948"/>
                    <a:pt x="709" y="1948"/>
                  </a:cubicBezTo>
                  <a:lnTo>
                    <a:pt x="2231" y="1948"/>
                  </a:lnTo>
                  <a:cubicBezTo>
                    <a:pt x="2290" y="1948"/>
                    <a:pt x="2338" y="1900"/>
                    <a:pt x="2338" y="1841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4671275" y="5090850"/>
              <a:ext cx="29975" cy="43350"/>
            </a:xfrm>
            <a:custGeom>
              <a:avLst/>
              <a:gdLst/>
              <a:ahLst/>
              <a:cxnLst/>
              <a:rect l="l" t="t" r="r" b="b"/>
              <a:pathLst>
                <a:path w="1199" h="1734" extrusionOk="0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8" y="1734"/>
                    <a:pt x="599" y="1734"/>
                  </a:cubicBezTo>
                  <a:cubicBezTo>
                    <a:pt x="929" y="1734"/>
                    <a:pt x="1199" y="1347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4668575" y="5088175"/>
              <a:ext cx="35325" cy="48725"/>
            </a:xfrm>
            <a:custGeom>
              <a:avLst/>
              <a:gdLst/>
              <a:ahLst/>
              <a:cxnLst/>
              <a:rect l="l" t="t" r="r" b="b"/>
              <a:pathLst>
                <a:path w="1413" h="1949" extrusionOk="0">
                  <a:moveTo>
                    <a:pt x="707" y="213"/>
                  </a:moveTo>
                  <a:cubicBezTo>
                    <a:pt x="975" y="213"/>
                    <a:pt x="1200" y="563"/>
                    <a:pt x="1200" y="976"/>
                  </a:cubicBezTo>
                  <a:cubicBezTo>
                    <a:pt x="1200" y="1387"/>
                    <a:pt x="975" y="1735"/>
                    <a:pt x="707" y="1735"/>
                  </a:cubicBezTo>
                  <a:cubicBezTo>
                    <a:pt x="440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40"/>
                    <a:pt x="1" y="976"/>
                  </a:cubicBezTo>
                  <a:cubicBezTo>
                    <a:pt x="1" y="1512"/>
                    <a:pt x="318" y="1948"/>
                    <a:pt x="707" y="1948"/>
                  </a:cubicBezTo>
                  <a:cubicBezTo>
                    <a:pt x="1097" y="1948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4200775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40" y="19984"/>
                    <a:pt x="10497" y="18931"/>
                    <a:pt x="11792" y="17056"/>
                  </a:cubicBezTo>
                  <a:cubicBezTo>
                    <a:pt x="13088" y="15183"/>
                    <a:pt x="13814" y="12642"/>
                    <a:pt x="13814" y="9993"/>
                  </a:cubicBezTo>
                  <a:cubicBezTo>
                    <a:pt x="13814" y="7343"/>
                    <a:pt x="13088" y="4801"/>
                    <a:pt x="11792" y="2928"/>
                  </a:cubicBezTo>
                  <a:cubicBezTo>
                    <a:pt x="10497" y="1053"/>
                    <a:pt x="8740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4198125" y="3860200"/>
              <a:ext cx="350700" cy="504900"/>
            </a:xfrm>
            <a:custGeom>
              <a:avLst/>
              <a:gdLst/>
              <a:ahLst/>
              <a:cxnLst/>
              <a:rect l="l" t="t" r="r" b="b"/>
              <a:pathLst>
                <a:path w="14028" h="20196" extrusionOk="0">
                  <a:moveTo>
                    <a:pt x="7013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3" y="19983"/>
                  </a:cubicBezTo>
                  <a:cubicBezTo>
                    <a:pt x="3264" y="19983"/>
                    <a:pt x="213" y="15548"/>
                    <a:pt x="213" y="10099"/>
                  </a:cubicBezTo>
                  <a:cubicBezTo>
                    <a:pt x="213" y="4648"/>
                    <a:pt x="3264" y="214"/>
                    <a:pt x="7013" y="214"/>
                  </a:cubicBezTo>
                  <a:close/>
                  <a:moveTo>
                    <a:pt x="7013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3" y="20195"/>
                  </a:cubicBezTo>
                  <a:cubicBezTo>
                    <a:pt x="10881" y="20195"/>
                    <a:pt x="14028" y="15666"/>
                    <a:pt x="14028" y="10099"/>
                  </a:cubicBezTo>
                  <a:cubicBezTo>
                    <a:pt x="14028" y="4530"/>
                    <a:pt x="10881" y="1"/>
                    <a:pt x="70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424085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41" y="19984"/>
                    <a:pt x="10498" y="18931"/>
                    <a:pt x="11793" y="17056"/>
                  </a:cubicBezTo>
                  <a:cubicBezTo>
                    <a:pt x="13088" y="15183"/>
                    <a:pt x="13815" y="12642"/>
                    <a:pt x="13815" y="9993"/>
                  </a:cubicBezTo>
                  <a:cubicBezTo>
                    <a:pt x="13815" y="7343"/>
                    <a:pt x="13088" y="4801"/>
                    <a:pt x="11793" y="2928"/>
                  </a:cubicBezTo>
                  <a:cubicBezTo>
                    <a:pt x="10498" y="1053"/>
                    <a:pt x="8741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4238200" y="3860200"/>
              <a:ext cx="350725" cy="504900"/>
            </a:xfrm>
            <a:custGeom>
              <a:avLst/>
              <a:gdLst/>
              <a:ahLst/>
              <a:cxnLst/>
              <a:rect l="l" t="t" r="r" b="b"/>
              <a:pathLst>
                <a:path w="14029" h="20196" extrusionOk="0">
                  <a:moveTo>
                    <a:pt x="7014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4" y="19983"/>
                  </a:cubicBezTo>
                  <a:cubicBezTo>
                    <a:pt x="3265" y="19983"/>
                    <a:pt x="214" y="15548"/>
                    <a:pt x="214" y="10099"/>
                  </a:cubicBezTo>
                  <a:cubicBezTo>
                    <a:pt x="214" y="4648"/>
                    <a:pt x="3265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7" y="20195"/>
                    <a:pt x="7014" y="20195"/>
                  </a:cubicBezTo>
                  <a:cubicBezTo>
                    <a:pt x="10882" y="20195"/>
                    <a:pt x="14028" y="15666"/>
                    <a:pt x="14028" y="10099"/>
                  </a:cubicBezTo>
                  <a:cubicBezTo>
                    <a:pt x="14028" y="4530"/>
                    <a:pt x="10882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4329750" y="3947900"/>
              <a:ext cx="256075" cy="329575"/>
            </a:xfrm>
            <a:custGeom>
              <a:avLst/>
              <a:gdLst/>
              <a:ahLst/>
              <a:cxnLst/>
              <a:rect l="l" t="t" r="r" b="b"/>
              <a:pathLst>
                <a:path w="10243" h="13183" extrusionOk="0">
                  <a:moveTo>
                    <a:pt x="4558" y="1"/>
                  </a:moveTo>
                  <a:cubicBezTo>
                    <a:pt x="2040" y="1"/>
                    <a:pt x="0" y="2951"/>
                    <a:pt x="0" y="6591"/>
                  </a:cubicBezTo>
                  <a:cubicBezTo>
                    <a:pt x="0" y="10231"/>
                    <a:pt x="2040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4327050" y="3945225"/>
              <a:ext cx="261425" cy="334925"/>
            </a:xfrm>
            <a:custGeom>
              <a:avLst/>
              <a:gdLst/>
              <a:ahLst/>
              <a:cxnLst/>
              <a:rect l="l" t="t" r="r" b="b"/>
              <a:pathLst>
                <a:path w="10457" h="13397" extrusionOk="0">
                  <a:moveTo>
                    <a:pt x="10243" y="215"/>
                  </a:moveTo>
                  <a:lnTo>
                    <a:pt x="10243" y="13182"/>
                  </a:lnTo>
                  <a:lnTo>
                    <a:pt x="4666" y="13182"/>
                  </a:lnTo>
                  <a:cubicBezTo>
                    <a:pt x="2211" y="13182"/>
                    <a:pt x="214" y="10271"/>
                    <a:pt x="214" y="6698"/>
                  </a:cubicBezTo>
                  <a:cubicBezTo>
                    <a:pt x="214" y="3123"/>
                    <a:pt x="2211" y="215"/>
                    <a:pt x="4666" y="215"/>
                  </a:cubicBezTo>
                  <a:close/>
                  <a:moveTo>
                    <a:pt x="4666" y="1"/>
                  </a:moveTo>
                  <a:cubicBezTo>
                    <a:pt x="2093" y="1"/>
                    <a:pt x="1" y="3004"/>
                    <a:pt x="1" y="6698"/>
                  </a:cubicBezTo>
                  <a:cubicBezTo>
                    <a:pt x="1" y="10391"/>
                    <a:pt x="2093" y="13397"/>
                    <a:pt x="4666" y="13397"/>
                  </a:cubicBezTo>
                  <a:lnTo>
                    <a:pt x="10351" y="13397"/>
                  </a:lnTo>
                  <a:cubicBezTo>
                    <a:pt x="10409" y="13397"/>
                    <a:pt x="10456" y="13349"/>
                    <a:pt x="10456" y="13289"/>
                  </a:cubicBezTo>
                  <a:lnTo>
                    <a:pt x="10456" y="108"/>
                  </a:lnTo>
                  <a:cubicBezTo>
                    <a:pt x="10456" y="48"/>
                    <a:pt x="10410" y="1"/>
                    <a:pt x="103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4471850" y="3947825"/>
              <a:ext cx="227925" cy="329650"/>
            </a:xfrm>
            <a:custGeom>
              <a:avLst/>
              <a:gdLst/>
              <a:ahLst/>
              <a:cxnLst/>
              <a:rect l="l" t="t" r="r" b="b"/>
              <a:pathLst>
                <a:path w="9117" h="13186" extrusionOk="0">
                  <a:moveTo>
                    <a:pt x="4559" y="1"/>
                  </a:moveTo>
                  <a:cubicBezTo>
                    <a:pt x="2041" y="1"/>
                    <a:pt x="1" y="2954"/>
                    <a:pt x="1" y="6594"/>
                  </a:cubicBezTo>
                  <a:cubicBezTo>
                    <a:pt x="1" y="10234"/>
                    <a:pt x="2041" y="13185"/>
                    <a:pt x="4559" y="13185"/>
                  </a:cubicBezTo>
                  <a:cubicBezTo>
                    <a:pt x="7075" y="13185"/>
                    <a:pt x="9116" y="10234"/>
                    <a:pt x="9116" y="6594"/>
                  </a:cubicBezTo>
                  <a:cubicBezTo>
                    <a:pt x="9116" y="2954"/>
                    <a:pt x="7075" y="1"/>
                    <a:pt x="4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4469225" y="3945200"/>
              <a:ext cx="233175" cy="334950"/>
            </a:xfrm>
            <a:custGeom>
              <a:avLst/>
              <a:gdLst/>
              <a:ahLst/>
              <a:cxnLst/>
              <a:rect l="l" t="t" r="r" b="b"/>
              <a:pathLst>
                <a:path w="9327" h="13398" extrusionOk="0">
                  <a:moveTo>
                    <a:pt x="4664" y="213"/>
                  </a:moveTo>
                  <a:cubicBezTo>
                    <a:pt x="7117" y="213"/>
                    <a:pt x="9114" y="3123"/>
                    <a:pt x="9114" y="6699"/>
                  </a:cubicBezTo>
                  <a:cubicBezTo>
                    <a:pt x="9114" y="10275"/>
                    <a:pt x="7117" y="13183"/>
                    <a:pt x="4664" y="13183"/>
                  </a:cubicBezTo>
                  <a:cubicBezTo>
                    <a:pt x="2210" y="13183"/>
                    <a:pt x="213" y="10274"/>
                    <a:pt x="213" y="6699"/>
                  </a:cubicBezTo>
                  <a:cubicBezTo>
                    <a:pt x="213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2" y="0"/>
                    <a:pt x="0" y="3005"/>
                    <a:pt x="0" y="6699"/>
                  </a:cubicBezTo>
                  <a:cubicBezTo>
                    <a:pt x="0" y="10392"/>
                    <a:pt x="2092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4434125" y="3321175"/>
              <a:ext cx="740050" cy="1589625"/>
            </a:xfrm>
            <a:custGeom>
              <a:avLst/>
              <a:gdLst/>
              <a:ahLst/>
              <a:cxnLst/>
              <a:rect l="l" t="t" r="r" b="b"/>
              <a:pathLst>
                <a:path w="29602" h="63585" extrusionOk="0">
                  <a:moveTo>
                    <a:pt x="23549" y="1"/>
                  </a:moveTo>
                  <a:cubicBezTo>
                    <a:pt x="21921" y="1"/>
                    <a:pt x="20294" y="148"/>
                    <a:pt x="18686" y="441"/>
                  </a:cubicBezTo>
                  <a:cubicBezTo>
                    <a:pt x="8130" y="2382"/>
                    <a:pt x="2305" y="12573"/>
                    <a:pt x="1456" y="16821"/>
                  </a:cubicBezTo>
                  <a:cubicBezTo>
                    <a:pt x="608" y="21069"/>
                    <a:pt x="971" y="29440"/>
                    <a:pt x="971" y="32232"/>
                  </a:cubicBezTo>
                  <a:cubicBezTo>
                    <a:pt x="971" y="35022"/>
                    <a:pt x="0" y="39510"/>
                    <a:pt x="1578" y="43880"/>
                  </a:cubicBezTo>
                  <a:cubicBezTo>
                    <a:pt x="3157" y="48248"/>
                    <a:pt x="6794" y="56248"/>
                    <a:pt x="7763" y="58316"/>
                  </a:cubicBezTo>
                  <a:cubicBezTo>
                    <a:pt x="8731" y="60385"/>
                    <a:pt x="9827" y="62926"/>
                    <a:pt x="13465" y="63535"/>
                  </a:cubicBezTo>
                  <a:lnTo>
                    <a:pt x="13788" y="63584"/>
                  </a:lnTo>
                  <a:cubicBezTo>
                    <a:pt x="13164" y="62761"/>
                    <a:pt x="12147" y="60651"/>
                    <a:pt x="12862" y="58800"/>
                  </a:cubicBezTo>
                  <a:cubicBezTo>
                    <a:pt x="13715" y="56616"/>
                    <a:pt x="13104" y="53098"/>
                    <a:pt x="13104" y="53098"/>
                  </a:cubicBezTo>
                  <a:cubicBezTo>
                    <a:pt x="12452" y="52661"/>
                    <a:pt x="11912" y="52078"/>
                    <a:pt x="11527" y="51391"/>
                  </a:cubicBezTo>
                  <a:cubicBezTo>
                    <a:pt x="10799" y="50178"/>
                    <a:pt x="11770" y="48722"/>
                    <a:pt x="11770" y="48722"/>
                  </a:cubicBezTo>
                  <a:lnTo>
                    <a:pt x="10677" y="46539"/>
                  </a:lnTo>
                  <a:lnTo>
                    <a:pt x="11770" y="43747"/>
                  </a:lnTo>
                  <a:cubicBezTo>
                    <a:pt x="11770" y="43747"/>
                    <a:pt x="10192" y="39499"/>
                    <a:pt x="9829" y="38528"/>
                  </a:cubicBezTo>
                  <a:cubicBezTo>
                    <a:pt x="9467" y="37558"/>
                    <a:pt x="10070" y="37675"/>
                    <a:pt x="10799" y="36224"/>
                  </a:cubicBezTo>
                  <a:cubicBezTo>
                    <a:pt x="11529" y="34770"/>
                    <a:pt x="11891" y="31248"/>
                    <a:pt x="12013" y="28216"/>
                  </a:cubicBezTo>
                  <a:cubicBezTo>
                    <a:pt x="12135" y="25183"/>
                    <a:pt x="10070" y="14506"/>
                    <a:pt x="14924" y="7956"/>
                  </a:cubicBezTo>
                  <a:cubicBezTo>
                    <a:pt x="19754" y="1438"/>
                    <a:pt x="29503" y="684"/>
                    <a:pt x="29602" y="678"/>
                  </a:cubicBezTo>
                  <a:lnTo>
                    <a:pt x="29472" y="650"/>
                  </a:lnTo>
                  <a:cubicBezTo>
                    <a:pt x="29240" y="599"/>
                    <a:pt x="29008" y="550"/>
                    <a:pt x="28766" y="502"/>
                  </a:cubicBezTo>
                  <a:lnTo>
                    <a:pt x="28738" y="502"/>
                  </a:lnTo>
                  <a:cubicBezTo>
                    <a:pt x="28680" y="491"/>
                    <a:pt x="28622" y="480"/>
                    <a:pt x="28564" y="469"/>
                  </a:cubicBezTo>
                  <a:lnTo>
                    <a:pt x="28564" y="469"/>
                  </a:lnTo>
                  <a:cubicBezTo>
                    <a:pt x="26907" y="157"/>
                    <a:pt x="25228" y="1"/>
                    <a:pt x="23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4441275" y="3318450"/>
              <a:ext cx="735650" cy="1594975"/>
            </a:xfrm>
            <a:custGeom>
              <a:avLst/>
              <a:gdLst/>
              <a:ahLst/>
              <a:cxnLst/>
              <a:rect l="l" t="t" r="r" b="b"/>
              <a:pathLst>
                <a:path w="29426" h="63799" extrusionOk="0">
                  <a:moveTo>
                    <a:pt x="23263" y="214"/>
                  </a:moveTo>
                  <a:cubicBezTo>
                    <a:pt x="24692" y="214"/>
                    <a:pt x="26120" y="329"/>
                    <a:pt x="27542" y="558"/>
                  </a:cubicBezTo>
                  <a:cubicBezTo>
                    <a:pt x="27548" y="561"/>
                    <a:pt x="27556" y="562"/>
                    <a:pt x="27563" y="564"/>
                  </a:cubicBezTo>
                  <a:lnTo>
                    <a:pt x="27568" y="564"/>
                  </a:lnTo>
                  <a:cubicBezTo>
                    <a:pt x="27861" y="611"/>
                    <a:pt x="28151" y="662"/>
                    <a:pt x="28430" y="717"/>
                  </a:cubicBezTo>
                  <a:cubicBezTo>
                    <a:pt x="28436" y="718"/>
                    <a:pt x="28442" y="718"/>
                    <a:pt x="28447" y="718"/>
                  </a:cubicBezTo>
                  <a:cubicBezTo>
                    <a:pt x="28453" y="718"/>
                    <a:pt x="28459" y="718"/>
                    <a:pt x="28464" y="717"/>
                  </a:cubicBezTo>
                  <a:cubicBezTo>
                    <a:pt x="28522" y="729"/>
                    <a:pt x="28579" y="740"/>
                    <a:pt x="28634" y="751"/>
                  </a:cubicBezTo>
                  <a:cubicBezTo>
                    <a:pt x="26332" y="1042"/>
                    <a:pt x="18698" y="2406"/>
                    <a:pt x="14551" y="8001"/>
                  </a:cubicBezTo>
                  <a:cubicBezTo>
                    <a:pt x="10644" y="13273"/>
                    <a:pt x="11182" y="21046"/>
                    <a:pt x="11504" y="25691"/>
                  </a:cubicBezTo>
                  <a:cubicBezTo>
                    <a:pt x="11582" y="26824"/>
                    <a:pt x="11643" y="27719"/>
                    <a:pt x="11620" y="28321"/>
                  </a:cubicBezTo>
                  <a:cubicBezTo>
                    <a:pt x="11468" y="32110"/>
                    <a:pt x="11018" y="35088"/>
                    <a:pt x="10418" y="36283"/>
                  </a:cubicBezTo>
                  <a:cubicBezTo>
                    <a:pt x="10146" y="36827"/>
                    <a:pt x="9887" y="37150"/>
                    <a:pt x="9699" y="37387"/>
                  </a:cubicBezTo>
                  <a:cubicBezTo>
                    <a:pt x="9376" y="37793"/>
                    <a:pt x="9197" y="38017"/>
                    <a:pt x="9443" y="38675"/>
                  </a:cubicBezTo>
                  <a:cubicBezTo>
                    <a:pt x="9785" y="39590"/>
                    <a:pt x="11212" y="43430"/>
                    <a:pt x="11370" y="43855"/>
                  </a:cubicBezTo>
                  <a:lnTo>
                    <a:pt x="10292" y="46608"/>
                  </a:lnTo>
                  <a:cubicBezTo>
                    <a:pt x="10281" y="46636"/>
                    <a:pt x="10283" y="46667"/>
                    <a:pt x="10296" y="46694"/>
                  </a:cubicBezTo>
                  <a:lnTo>
                    <a:pt x="11361" y="48825"/>
                  </a:lnTo>
                  <a:cubicBezTo>
                    <a:pt x="11189" y="49106"/>
                    <a:pt x="10466" y="50416"/>
                    <a:pt x="11148" y="51552"/>
                  </a:cubicBezTo>
                  <a:cubicBezTo>
                    <a:pt x="11530" y="52236"/>
                    <a:pt x="12074" y="52828"/>
                    <a:pt x="12720" y="53269"/>
                  </a:cubicBezTo>
                  <a:cubicBezTo>
                    <a:pt x="12787" y="53683"/>
                    <a:pt x="13257" y="56871"/>
                    <a:pt x="12476" y="58871"/>
                  </a:cubicBezTo>
                  <a:cubicBezTo>
                    <a:pt x="11837" y="60526"/>
                    <a:pt x="12558" y="62489"/>
                    <a:pt x="13268" y="63549"/>
                  </a:cubicBezTo>
                  <a:lnTo>
                    <a:pt x="13196" y="63538"/>
                  </a:lnTo>
                  <a:cubicBezTo>
                    <a:pt x="9709" y="62956"/>
                    <a:pt x="8615" y="60613"/>
                    <a:pt x="7650" y="58545"/>
                  </a:cubicBezTo>
                  <a:lnTo>
                    <a:pt x="7573" y="58381"/>
                  </a:lnTo>
                  <a:cubicBezTo>
                    <a:pt x="6676" y="56463"/>
                    <a:pt x="2999" y="48397"/>
                    <a:pt x="1392" y="43951"/>
                  </a:cubicBezTo>
                  <a:cubicBezTo>
                    <a:pt x="216" y="40692"/>
                    <a:pt x="465" y="37382"/>
                    <a:pt x="664" y="34723"/>
                  </a:cubicBezTo>
                  <a:cubicBezTo>
                    <a:pt x="730" y="33856"/>
                    <a:pt x="791" y="33039"/>
                    <a:pt x="791" y="32341"/>
                  </a:cubicBezTo>
                  <a:cubicBezTo>
                    <a:pt x="791" y="31814"/>
                    <a:pt x="779" y="31084"/>
                    <a:pt x="764" y="30237"/>
                  </a:cubicBezTo>
                  <a:cubicBezTo>
                    <a:pt x="698" y="26553"/>
                    <a:pt x="588" y="20389"/>
                    <a:pt x="1276" y="16951"/>
                  </a:cubicBezTo>
                  <a:cubicBezTo>
                    <a:pt x="2003" y="13308"/>
                    <a:pt x="7418" y="2678"/>
                    <a:pt x="18418" y="655"/>
                  </a:cubicBezTo>
                  <a:cubicBezTo>
                    <a:pt x="20028" y="361"/>
                    <a:pt x="21645" y="214"/>
                    <a:pt x="23263" y="214"/>
                  </a:cubicBezTo>
                  <a:close/>
                  <a:moveTo>
                    <a:pt x="23266" y="0"/>
                  </a:moveTo>
                  <a:cubicBezTo>
                    <a:pt x="21634" y="0"/>
                    <a:pt x="20003" y="149"/>
                    <a:pt x="18381" y="446"/>
                  </a:cubicBezTo>
                  <a:cubicBezTo>
                    <a:pt x="7272" y="2488"/>
                    <a:pt x="1802" y="13229"/>
                    <a:pt x="1066" y="16909"/>
                  </a:cubicBezTo>
                  <a:cubicBezTo>
                    <a:pt x="375" y="20370"/>
                    <a:pt x="484" y="26549"/>
                    <a:pt x="549" y="30241"/>
                  </a:cubicBezTo>
                  <a:cubicBezTo>
                    <a:pt x="566" y="31086"/>
                    <a:pt x="578" y="31817"/>
                    <a:pt x="578" y="32341"/>
                  </a:cubicBezTo>
                  <a:cubicBezTo>
                    <a:pt x="578" y="33032"/>
                    <a:pt x="517" y="33845"/>
                    <a:pt x="453" y="34707"/>
                  </a:cubicBezTo>
                  <a:cubicBezTo>
                    <a:pt x="250" y="37387"/>
                    <a:pt x="0" y="40722"/>
                    <a:pt x="1193" y="44024"/>
                  </a:cubicBezTo>
                  <a:cubicBezTo>
                    <a:pt x="2801" y="48478"/>
                    <a:pt x="6483" y="56552"/>
                    <a:pt x="7381" y="58470"/>
                  </a:cubicBezTo>
                  <a:lnTo>
                    <a:pt x="7457" y="58635"/>
                  </a:lnTo>
                  <a:cubicBezTo>
                    <a:pt x="8396" y="60645"/>
                    <a:pt x="9563" y="63148"/>
                    <a:pt x="13164" y="63748"/>
                  </a:cubicBezTo>
                  <a:lnTo>
                    <a:pt x="13485" y="63797"/>
                  </a:lnTo>
                  <a:cubicBezTo>
                    <a:pt x="13491" y="63799"/>
                    <a:pt x="13496" y="63799"/>
                    <a:pt x="13502" y="63799"/>
                  </a:cubicBezTo>
                  <a:cubicBezTo>
                    <a:pt x="13539" y="63799"/>
                    <a:pt x="13573" y="63780"/>
                    <a:pt x="13592" y="63747"/>
                  </a:cubicBezTo>
                  <a:cubicBezTo>
                    <a:pt x="13615" y="63710"/>
                    <a:pt x="13613" y="63663"/>
                    <a:pt x="13587" y="63628"/>
                  </a:cubicBezTo>
                  <a:cubicBezTo>
                    <a:pt x="13086" y="62967"/>
                    <a:pt x="11947" y="60836"/>
                    <a:pt x="12675" y="58948"/>
                  </a:cubicBezTo>
                  <a:cubicBezTo>
                    <a:pt x="13530" y="56762"/>
                    <a:pt x="12949" y="53333"/>
                    <a:pt x="12924" y="53189"/>
                  </a:cubicBezTo>
                  <a:cubicBezTo>
                    <a:pt x="12919" y="53161"/>
                    <a:pt x="12903" y="53135"/>
                    <a:pt x="12878" y="53119"/>
                  </a:cubicBezTo>
                  <a:cubicBezTo>
                    <a:pt x="12242" y="52694"/>
                    <a:pt x="11709" y="52117"/>
                    <a:pt x="11332" y="51447"/>
                  </a:cubicBezTo>
                  <a:cubicBezTo>
                    <a:pt x="10649" y="50306"/>
                    <a:pt x="11563" y="48904"/>
                    <a:pt x="11573" y="48890"/>
                  </a:cubicBezTo>
                  <a:cubicBezTo>
                    <a:pt x="11594" y="48859"/>
                    <a:pt x="11597" y="48817"/>
                    <a:pt x="11579" y="48783"/>
                  </a:cubicBezTo>
                  <a:lnTo>
                    <a:pt x="10509" y="46642"/>
                  </a:lnTo>
                  <a:lnTo>
                    <a:pt x="11584" y="43895"/>
                  </a:lnTo>
                  <a:cubicBezTo>
                    <a:pt x="11593" y="43871"/>
                    <a:pt x="11593" y="43844"/>
                    <a:pt x="11584" y="43819"/>
                  </a:cubicBezTo>
                  <a:cubicBezTo>
                    <a:pt x="11584" y="43819"/>
                    <a:pt x="10006" y="39571"/>
                    <a:pt x="9644" y="38600"/>
                  </a:cubicBezTo>
                  <a:cubicBezTo>
                    <a:pt x="9440" y="38055"/>
                    <a:pt x="9556" y="37909"/>
                    <a:pt x="9866" y="37521"/>
                  </a:cubicBezTo>
                  <a:cubicBezTo>
                    <a:pt x="10061" y="37277"/>
                    <a:pt x="10327" y="36943"/>
                    <a:pt x="10609" y="36380"/>
                  </a:cubicBezTo>
                  <a:cubicBezTo>
                    <a:pt x="11493" y="34619"/>
                    <a:pt x="11760" y="30162"/>
                    <a:pt x="11834" y="28330"/>
                  </a:cubicBezTo>
                  <a:cubicBezTo>
                    <a:pt x="11858" y="27718"/>
                    <a:pt x="11795" y="26817"/>
                    <a:pt x="11716" y="25676"/>
                  </a:cubicBezTo>
                  <a:cubicBezTo>
                    <a:pt x="11398" y="21062"/>
                    <a:pt x="10863" y="13337"/>
                    <a:pt x="14724" y="8129"/>
                  </a:cubicBezTo>
                  <a:cubicBezTo>
                    <a:pt x="19486" y="1701"/>
                    <a:pt x="29226" y="900"/>
                    <a:pt x="29323" y="893"/>
                  </a:cubicBezTo>
                  <a:cubicBezTo>
                    <a:pt x="29377" y="890"/>
                    <a:pt x="29418" y="848"/>
                    <a:pt x="29423" y="795"/>
                  </a:cubicBezTo>
                  <a:cubicBezTo>
                    <a:pt x="29426" y="742"/>
                    <a:pt x="29390" y="693"/>
                    <a:pt x="29338" y="683"/>
                  </a:cubicBezTo>
                  <a:lnTo>
                    <a:pt x="29208" y="655"/>
                  </a:lnTo>
                  <a:cubicBezTo>
                    <a:pt x="28976" y="604"/>
                    <a:pt x="28742" y="555"/>
                    <a:pt x="28480" y="506"/>
                  </a:cubicBezTo>
                  <a:lnTo>
                    <a:pt x="28473" y="507"/>
                  </a:lnTo>
                  <a:cubicBezTo>
                    <a:pt x="28381" y="489"/>
                    <a:pt x="28285" y="472"/>
                    <a:pt x="28190" y="454"/>
                  </a:cubicBezTo>
                  <a:cubicBezTo>
                    <a:pt x="26556" y="152"/>
                    <a:pt x="24911" y="0"/>
                    <a:pt x="232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4578275" y="3396225"/>
              <a:ext cx="160650" cy="539475"/>
            </a:xfrm>
            <a:custGeom>
              <a:avLst/>
              <a:gdLst/>
              <a:ahLst/>
              <a:cxnLst/>
              <a:rect l="l" t="t" r="r" b="b"/>
              <a:pathLst>
                <a:path w="6426" h="21579" extrusionOk="0">
                  <a:moveTo>
                    <a:pt x="6286" y="0"/>
                  </a:moveTo>
                  <a:cubicBezTo>
                    <a:pt x="5224" y="922"/>
                    <a:pt x="4417" y="2179"/>
                    <a:pt x="3482" y="3635"/>
                  </a:cubicBezTo>
                  <a:lnTo>
                    <a:pt x="3463" y="3666"/>
                  </a:lnTo>
                  <a:cubicBezTo>
                    <a:pt x="1" y="9049"/>
                    <a:pt x="162" y="16014"/>
                    <a:pt x="257" y="20174"/>
                  </a:cubicBezTo>
                  <a:cubicBezTo>
                    <a:pt x="269" y="20688"/>
                    <a:pt x="279" y="21160"/>
                    <a:pt x="282" y="21578"/>
                  </a:cubicBezTo>
                  <a:lnTo>
                    <a:pt x="495" y="21577"/>
                  </a:lnTo>
                  <a:cubicBezTo>
                    <a:pt x="492" y="21157"/>
                    <a:pt x="482" y="20685"/>
                    <a:pt x="470" y="20170"/>
                  </a:cubicBezTo>
                  <a:cubicBezTo>
                    <a:pt x="375" y="16033"/>
                    <a:pt x="215" y="9110"/>
                    <a:pt x="3641" y="3782"/>
                  </a:cubicBezTo>
                  <a:lnTo>
                    <a:pt x="3661" y="3751"/>
                  </a:lnTo>
                  <a:cubicBezTo>
                    <a:pt x="4587" y="2308"/>
                    <a:pt x="5388" y="1062"/>
                    <a:pt x="6426" y="163"/>
                  </a:cubicBezTo>
                  <a:lnTo>
                    <a:pt x="62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4586775" y="4535100"/>
              <a:ext cx="28000" cy="157825"/>
            </a:xfrm>
            <a:custGeom>
              <a:avLst/>
              <a:gdLst/>
              <a:ahLst/>
              <a:cxnLst/>
              <a:rect l="l" t="t" r="r" b="b"/>
              <a:pathLst>
                <a:path w="1120" h="6313" extrusionOk="0">
                  <a:moveTo>
                    <a:pt x="1120" y="1"/>
                  </a:moveTo>
                  <a:cubicBezTo>
                    <a:pt x="1120" y="1"/>
                    <a:pt x="0" y="3045"/>
                    <a:pt x="283" y="6313"/>
                  </a:cubicBezTo>
                  <a:lnTo>
                    <a:pt x="1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4584125" y="4534175"/>
              <a:ext cx="33150" cy="159000"/>
            </a:xfrm>
            <a:custGeom>
              <a:avLst/>
              <a:gdLst/>
              <a:ahLst/>
              <a:cxnLst/>
              <a:rect l="l" t="t" r="r" b="b"/>
              <a:pathLst>
                <a:path w="1326" h="6360" extrusionOk="0">
                  <a:moveTo>
                    <a:pt x="1125" y="1"/>
                  </a:moveTo>
                  <a:cubicBezTo>
                    <a:pt x="1114" y="32"/>
                    <a:pt x="1" y="3104"/>
                    <a:pt x="283" y="6360"/>
                  </a:cubicBezTo>
                  <a:lnTo>
                    <a:pt x="283" y="6358"/>
                  </a:lnTo>
                  <a:lnTo>
                    <a:pt x="496" y="6341"/>
                  </a:lnTo>
                  <a:cubicBezTo>
                    <a:pt x="218" y="3135"/>
                    <a:pt x="1314" y="105"/>
                    <a:pt x="1326" y="75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4464200" y="3949475"/>
              <a:ext cx="263825" cy="207725"/>
            </a:xfrm>
            <a:custGeom>
              <a:avLst/>
              <a:gdLst/>
              <a:ahLst/>
              <a:cxnLst/>
              <a:rect l="l" t="t" r="r" b="b"/>
              <a:pathLst>
                <a:path w="10553" h="8309" extrusionOk="0">
                  <a:moveTo>
                    <a:pt x="5278" y="0"/>
                  </a:moveTo>
                  <a:cubicBezTo>
                    <a:pt x="3998" y="0"/>
                    <a:pt x="2271" y="1305"/>
                    <a:pt x="1013" y="2453"/>
                  </a:cubicBezTo>
                  <a:cubicBezTo>
                    <a:pt x="73" y="3301"/>
                    <a:pt x="0" y="4752"/>
                    <a:pt x="850" y="5690"/>
                  </a:cubicBezTo>
                  <a:cubicBezTo>
                    <a:pt x="901" y="5748"/>
                    <a:pt x="956" y="5801"/>
                    <a:pt x="1013" y="5853"/>
                  </a:cubicBezTo>
                  <a:cubicBezTo>
                    <a:pt x="2278" y="7001"/>
                    <a:pt x="3998" y="8309"/>
                    <a:pt x="5278" y="8309"/>
                  </a:cubicBezTo>
                  <a:cubicBezTo>
                    <a:pt x="6557" y="8309"/>
                    <a:pt x="8279" y="7001"/>
                    <a:pt x="9543" y="5853"/>
                  </a:cubicBezTo>
                  <a:cubicBezTo>
                    <a:pt x="10482" y="5002"/>
                    <a:pt x="10552" y="3549"/>
                    <a:pt x="9701" y="2609"/>
                  </a:cubicBezTo>
                  <a:cubicBezTo>
                    <a:pt x="9650" y="2554"/>
                    <a:pt x="9598" y="2502"/>
                    <a:pt x="9543" y="2453"/>
                  </a:cubicBezTo>
                  <a:cubicBezTo>
                    <a:pt x="8279" y="1305"/>
                    <a:pt x="6557" y="0"/>
                    <a:pt x="52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4467250" y="3946800"/>
              <a:ext cx="257750" cy="213050"/>
            </a:xfrm>
            <a:custGeom>
              <a:avLst/>
              <a:gdLst/>
              <a:ahLst/>
              <a:cxnLst/>
              <a:rect l="l" t="t" r="r" b="b"/>
              <a:pathLst>
                <a:path w="10310" h="8522" extrusionOk="0">
                  <a:moveTo>
                    <a:pt x="5156" y="213"/>
                  </a:moveTo>
                  <a:cubicBezTo>
                    <a:pt x="6413" y="213"/>
                    <a:pt x="8130" y="1532"/>
                    <a:pt x="9349" y="2639"/>
                  </a:cubicBezTo>
                  <a:cubicBezTo>
                    <a:pt x="9401" y="2685"/>
                    <a:pt x="9452" y="2735"/>
                    <a:pt x="9500" y="2788"/>
                  </a:cubicBezTo>
                  <a:cubicBezTo>
                    <a:pt x="9893" y="3221"/>
                    <a:pt x="10094" y="3782"/>
                    <a:pt x="10065" y="4366"/>
                  </a:cubicBezTo>
                  <a:cubicBezTo>
                    <a:pt x="10037" y="4951"/>
                    <a:pt x="9783" y="5488"/>
                    <a:pt x="9349" y="5882"/>
                  </a:cubicBezTo>
                  <a:cubicBezTo>
                    <a:pt x="8130" y="6989"/>
                    <a:pt x="6412" y="8309"/>
                    <a:pt x="5156" y="8309"/>
                  </a:cubicBezTo>
                  <a:cubicBezTo>
                    <a:pt x="3901" y="8309"/>
                    <a:pt x="2183" y="6989"/>
                    <a:pt x="962" y="5882"/>
                  </a:cubicBezTo>
                  <a:cubicBezTo>
                    <a:pt x="909" y="5832"/>
                    <a:pt x="856" y="5780"/>
                    <a:pt x="807" y="5725"/>
                  </a:cubicBezTo>
                  <a:cubicBezTo>
                    <a:pt x="416" y="5292"/>
                    <a:pt x="216" y="4732"/>
                    <a:pt x="246" y="4150"/>
                  </a:cubicBezTo>
                  <a:cubicBezTo>
                    <a:pt x="274" y="3566"/>
                    <a:pt x="529" y="3030"/>
                    <a:pt x="964" y="2639"/>
                  </a:cubicBezTo>
                  <a:cubicBezTo>
                    <a:pt x="2677" y="1074"/>
                    <a:pt x="4166" y="213"/>
                    <a:pt x="5156" y="213"/>
                  </a:cubicBezTo>
                  <a:close/>
                  <a:moveTo>
                    <a:pt x="5156" y="0"/>
                  </a:moveTo>
                  <a:cubicBezTo>
                    <a:pt x="3819" y="0"/>
                    <a:pt x="2059" y="1349"/>
                    <a:pt x="819" y="2479"/>
                  </a:cubicBezTo>
                  <a:cubicBezTo>
                    <a:pt x="344" y="2910"/>
                    <a:pt x="64" y="3499"/>
                    <a:pt x="32" y="4140"/>
                  </a:cubicBezTo>
                  <a:cubicBezTo>
                    <a:pt x="0" y="4778"/>
                    <a:pt x="219" y="5393"/>
                    <a:pt x="648" y="5868"/>
                  </a:cubicBezTo>
                  <a:cubicBezTo>
                    <a:pt x="703" y="5929"/>
                    <a:pt x="760" y="5986"/>
                    <a:pt x="819" y="6039"/>
                  </a:cubicBezTo>
                  <a:cubicBezTo>
                    <a:pt x="2067" y="7172"/>
                    <a:pt x="3833" y="8521"/>
                    <a:pt x="5156" y="8521"/>
                  </a:cubicBezTo>
                  <a:cubicBezTo>
                    <a:pt x="6479" y="8521"/>
                    <a:pt x="8245" y="7172"/>
                    <a:pt x="9492" y="6039"/>
                  </a:cubicBezTo>
                  <a:cubicBezTo>
                    <a:pt x="9969" y="5608"/>
                    <a:pt x="10247" y="5018"/>
                    <a:pt x="10278" y="4376"/>
                  </a:cubicBezTo>
                  <a:cubicBezTo>
                    <a:pt x="10310" y="3735"/>
                    <a:pt x="10088" y="3120"/>
                    <a:pt x="9658" y="2645"/>
                  </a:cubicBezTo>
                  <a:cubicBezTo>
                    <a:pt x="9605" y="2588"/>
                    <a:pt x="9550" y="2533"/>
                    <a:pt x="9492" y="2481"/>
                  </a:cubicBezTo>
                  <a:cubicBezTo>
                    <a:pt x="8246" y="1349"/>
                    <a:pt x="6492" y="0"/>
                    <a:pt x="515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0"/>
            <p:cNvSpPr/>
            <p:nvPr/>
          </p:nvSpPr>
          <p:spPr>
            <a:xfrm>
              <a:off x="4611675" y="4269450"/>
              <a:ext cx="116725" cy="145425"/>
            </a:xfrm>
            <a:custGeom>
              <a:avLst/>
              <a:gdLst/>
              <a:ahLst/>
              <a:cxnLst/>
              <a:rect l="l" t="t" r="r" b="b"/>
              <a:pathLst>
                <a:path w="4669" h="5817" extrusionOk="0">
                  <a:moveTo>
                    <a:pt x="2630" y="0"/>
                  </a:moveTo>
                  <a:lnTo>
                    <a:pt x="2630" y="0"/>
                  </a:lnTo>
                  <a:cubicBezTo>
                    <a:pt x="2311" y="30"/>
                    <a:pt x="1708" y="228"/>
                    <a:pt x="1357" y="1376"/>
                  </a:cubicBezTo>
                  <a:cubicBezTo>
                    <a:pt x="864" y="2980"/>
                    <a:pt x="0" y="4213"/>
                    <a:pt x="740" y="4829"/>
                  </a:cubicBezTo>
                  <a:cubicBezTo>
                    <a:pt x="1480" y="5445"/>
                    <a:pt x="4668" y="5816"/>
                    <a:pt x="4668" y="5816"/>
                  </a:cubicBezTo>
                  <a:cubicBezTo>
                    <a:pt x="4668" y="5816"/>
                    <a:pt x="3090" y="1568"/>
                    <a:pt x="2728" y="597"/>
                  </a:cubicBezTo>
                  <a:cubicBezTo>
                    <a:pt x="2642" y="411"/>
                    <a:pt x="2607" y="204"/>
                    <a:pt x="26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0"/>
            <p:cNvSpPr/>
            <p:nvPr/>
          </p:nvSpPr>
          <p:spPr>
            <a:xfrm>
              <a:off x="4613575" y="4266800"/>
              <a:ext cx="117650" cy="150700"/>
            </a:xfrm>
            <a:custGeom>
              <a:avLst/>
              <a:gdLst/>
              <a:ahLst/>
              <a:cxnLst/>
              <a:rect l="l" t="t" r="r" b="b"/>
              <a:pathLst>
                <a:path w="4706" h="6028" extrusionOk="0">
                  <a:moveTo>
                    <a:pt x="2441" y="231"/>
                  </a:moveTo>
                  <a:cubicBezTo>
                    <a:pt x="2441" y="410"/>
                    <a:pt x="2479" y="584"/>
                    <a:pt x="2551" y="741"/>
                  </a:cubicBezTo>
                  <a:cubicBezTo>
                    <a:pt x="2871" y="1597"/>
                    <a:pt x="4137" y="5003"/>
                    <a:pt x="4431" y="5794"/>
                  </a:cubicBezTo>
                  <a:cubicBezTo>
                    <a:pt x="3760" y="5706"/>
                    <a:pt x="1342" y="5361"/>
                    <a:pt x="733" y="4853"/>
                  </a:cubicBezTo>
                  <a:cubicBezTo>
                    <a:pt x="256" y="4456"/>
                    <a:pt x="538" y="3744"/>
                    <a:pt x="928" y="2760"/>
                  </a:cubicBezTo>
                  <a:cubicBezTo>
                    <a:pt x="1077" y="2384"/>
                    <a:pt x="1245" y="1960"/>
                    <a:pt x="1382" y="1513"/>
                  </a:cubicBezTo>
                  <a:cubicBezTo>
                    <a:pt x="1659" y="610"/>
                    <a:pt x="2089" y="310"/>
                    <a:pt x="2441" y="231"/>
                  </a:cubicBezTo>
                  <a:close/>
                  <a:moveTo>
                    <a:pt x="2554" y="0"/>
                  </a:moveTo>
                  <a:cubicBezTo>
                    <a:pt x="2550" y="0"/>
                    <a:pt x="2547" y="0"/>
                    <a:pt x="2543" y="1"/>
                  </a:cubicBezTo>
                  <a:cubicBezTo>
                    <a:pt x="2189" y="33"/>
                    <a:pt x="1541" y="266"/>
                    <a:pt x="1178" y="1451"/>
                  </a:cubicBezTo>
                  <a:cubicBezTo>
                    <a:pt x="1044" y="1889"/>
                    <a:pt x="877" y="2308"/>
                    <a:pt x="730" y="2681"/>
                  </a:cubicBezTo>
                  <a:cubicBezTo>
                    <a:pt x="322" y="3708"/>
                    <a:pt x="0" y="4521"/>
                    <a:pt x="596" y="5015"/>
                  </a:cubicBezTo>
                  <a:cubicBezTo>
                    <a:pt x="1351" y="5645"/>
                    <a:pt x="4448" y="6013"/>
                    <a:pt x="4580" y="6028"/>
                  </a:cubicBezTo>
                  <a:lnTo>
                    <a:pt x="4592" y="6028"/>
                  </a:lnTo>
                  <a:cubicBezTo>
                    <a:pt x="4625" y="6028"/>
                    <a:pt x="4655" y="6014"/>
                    <a:pt x="4676" y="5988"/>
                  </a:cubicBezTo>
                  <a:cubicBezTo>
                    <a:pt x="4699" y="5958"/>
                    <a:pt x="4705" y="5919"/>
                    <a:pt x="4692" y="5885"/>
                  </a:cubicBezTo>
                  <a:cubicBezTo>
                    <a:pt x="4692" y="5885"/>
                    <a:pt x="3114" y="1637"/>
                    <a:pt x="2749" y="659"/>
                  </a:cubicBezTo>
                  <a:cubicBezTo>
                    <a:pt x="2670" y="489"/>
                    <a:pt x="2639" y="303"/>
                    <a:pt x="2660" y="118"/>
                  </a:cubicBezTo>
                  <a:cubicBezTo>
                    <a:pt x="2662" y="86"/>
                    <a:pt x="2652" y="54"/>
                    <a:pt x="2630" y="32"/>
                  </a:cubicBezTo>
                  <a:cubicBezTo>
                    <a:pt x="2609" y="11"/>
                    <a:pt x="2582" y="0"/>
                    <a:pt x="25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4614750" y="4484725"/>
              <a:ext cx="113650" cy="50400"/>
            </a:xfrm>
            <a:custGeom>
              <a:avLst/>
              <a:gdLst/>
              <a:ahLst/>
              <a:cxnLst/>
              <a:rect l="l" t="t" r="r" b="b"/>
              <a:pathLst>
                <a:path w="4546" h="2016" extrusionOk="0">
                  <a:moveTo>
                    <a:pt x="3308" y="0"/>
                  </a:moveTo>
                  <a:cubicBezTo>
                    <a:pt x="2622" y="0"/>
                    <a:pt x="1948" y="186"/>
                    <a:pt x="1357" y="536"/>
                  </a:cubicBezTo>
                  <a:cubicBezTo>
                    <a:pt x="775" y="892"/>
                    <a:pt x="305" y="1405"/>
                    <a:pt x="1" y="2016"/>
                  </a:cubicBezTo>
                  <a:lnTo>
                    <a:pt x="4545" y="2016"/>
                  </a:lnTo>
                  <a:lnTo>
                    <a:pt x="3454" y="3"/>
                  </a:lnTo>
                  <a:cubicBezTo>
                    <a:pt x="3405" y="1"/>
                    <a:pt x="3356" y="0"/>
                    <a:pt x="3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4611975" y="4482025"/>
              <a:ext cx="119200" cy="55800"/>
            </a:xfrm>
            <a:custGeom>
              <a:avLst/>
              <a:gdLst/>
              <a:ahLst/>
              <a:cxnLst/>
              <a:rect l="l" t="t" r="r" b="b"/>
              <a:pathLst>
                <a:path w="4768" h="2232" extrusionOk="0">
                  <a:moveTo>
                    <a:pt x="3412" y="214"/>
                  </a:moveTo>
                  <a:cubicBezTo>
                    <a:pt x="3441" y="214"/>
                    <a:pt x="3470" y="214"/>
                    <a:pt x="3499" y="215"/>
                  </a:cubicBezTo>
                  <a:lnTo>
                    <a:pt x="4476" y="2017"/>
                  </a:lnTo>
                  <a:lnTo>
                    <a:pt x="289" y="2017"/>
                  </a:lnTo>
                  <a:cubicBezTo>
                    <a:pt x="584" y="1491"/>
                    <a:pt x="1007" y="1050"/>
                    <a:pt x="1522" y="735"/>
                  </a:cubicBezTo>
                  <a:cubicBezTo>
                    <a:pt x="2096" y="394"/>
                    <a:pt x="2744" y="214"/>
                    <a:pt x="3412" y="214"/>
                  </a:cubicBezTo>
                  <a:close/>
                  <a:moveTo>
                    <a:pt x="3420" y="1"/>
                  </a:moveTo>
                  <a:cubicBezTo>
                    <a:pt x="2713" y="1"/>
                    <a:pt x="2023" y="190"/>
                    <a:pt x="1412" y="553"/>
                  </a:cubicBezTo>
                  <a:cubicBezTo>
                    <a:pt x="813" y="919"/>
                    <a:pt x="329" y="1446"/>
                    <a:pt x="17" y="2076"/>
                  </a:cubicBezTo>
                  <a:cubicBezTo>
                    <a:pt x="0" y="2109"/>
                    <a:pt x="2" y="2148"/>
                    <a:pt x="21" y="2179"/>
                  </a:cubicBezTo>
                  <a:cubicBezTo>
                    <a:pt x="40" y="2210"/>
                    <a:pt x="75" y="2230"/>
                    <a:pt x="112" y="2230"/>
                  </a:cubicBezTo>
                  <a:lnTo>
                    <a:pt x="4656" y="2230"/>
                  </a:lnTo>
                  <a:lnTo>
                    <a:pt x="4656" y="2231"/>
                  </a:lnTo>
                  <a:cubicBezTo>
                    <a:pt x="4693" y="2231"/>
                    <a:pt x="4729" y="2210"/>
                    <a:pt x="4748" y="2179"/>
                  </a:cubicBezTo>
                  <a:cubicBezTo>
                    <a:pt x="4766" y="2146"/>
                    <a:pt x="4768" y="2106"/>
                    <a:pt x="4750" y="2073"/>
                  </a:cubicBezTo>
                  <a:lnTo>
                    <a:pt x="3659" y="60"/>
                  </a:lnTo>
                  <a:cubicBezTo>
                    <a:pt x="3639" y="27"/>
                    <a:pt x="3606" y="5"/>
                    <a:pt x="3568" y="4"/>
                  </a:cubicBezTo>
                  <a:cubicBezTo>
                    <a:pt x="3518" y="2"/>
                    <a:pt x="3469" y="1"/>
                    <a:pt x="34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4614750" y="4535100"/>
              <a:ext cx="147000" cy="113525"/>
            </a:xfrm>
            <a:custGeom>
              <a:avLst/>
              <a:gdLst/>
              <a:ahLst/>
              <a:cxnLst/>
              <a:rect l="l" t="t" r="r" b="b"/>
              <a:pathLst>
                <a:path w="5880" h="4541" extrusionOk="0">
                  <a:moveTo>
                    <a:pt x="1" y="1"/>
                  </a:moveTo>
                  <a:cubicBezTo>
                    <a:pt x="1" y="1"/>
                    <a:pt x="1" y="1727"/>
                    <a:pt x="2221" y="2961"/>
                  </a:cubicBezTo>
                  <a:cubicBezTo>
                    <a:pt x="4441" y="4195"/>
                    <a:pt x="5879" y="4541"/>
                    <a:pt x="5879" y="4541"/>
                  </a:cubicBezTo>
                  <a:cubicBezTo>
                    <a:pt x="5227" y="4106"/>
                    <a:pt x="4687" y="3524"/>
                    <a:pt x="4302" y="2842"/>
                  </a:cubicBezTo>
                  <a:cubicBezTo>
                    <a:pt x="3574" y="1628"/>
                    <a:pt x="4545" y="171"/>
                    <a:pt x="4545" y="171"/>
                  </a:cubicBezTo>
                  <a:lnTo>
                    <a:pt x="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4612075" y="4532425"/>
              <a:ext cx="152650" cy="118875"/>
            </a:xfrm>
            <a:custGeom>
              <a:avLst/>
              <a:gdLst/>
              <a:ahLst/>
              <a:cxnLst/>
              <a:rect l="l" t="t" r="r" b="b"/>
              <a:pathLst>
                <a:path w="6106" h="4755" extrusionOk="0">
                  <a:moveTo>
                    <a:pt x="4499" y="215"/>
                  </a:moveTo>
                  <a:lnTo>
                    <a:pt x="4529" y="273"/>
                  </a:lnTo>
                  <a:cubicBezTo>
                    <a:pt x="4356" y="556"/>
                    <a:pt x="3635" y="1865"/>
                    <a:pt x="4316" y="3002"/>
                  </a:cubicBezTo>
                  <a:cubicBezTo>
                    <a:pt x="4607" y="3519"/>
                    <a:pt x="4992" y="3984"/>
                    <a:pt x="5443" y="4369"/>
                  </a:cubicBezTo>
                  <a:cubicBezTo>
                    <a:pt x="4828" y="4161"/>
                    <a:pt x="3750" y="3736"/>
                    <a:pt x="2379" y="2976"/>
                  </a:cubicBezTo>
                  <a:cubicBezTo>
                    <a:pt x="559" y="1962"/>
                    <a:pt x="269" y="602"/>
                    <a:pt x="223" y="215"/>
                  </a:cubicBezTo>
                  <a:close/>
                  <a:moveTo>
                    <a:pt x="108" y="1"/>
                  </a:moveTo>
                  <a:cubicBezTo>
                    <a:pt x="80" y="1"/>
                    <a:pt x="51" y="13"/>
                    <a:pt x="32" y="32"/>
                  </a:cubicBezTo>
                  <a:cubicBezTo>
                    <a:pt x="13" y="53"/>
                    <a:pt x="1" y="80"/>
                    <a:pt x="1" y="108"/>
                  </a:cubicBezTo>
                  <a:cubicBezTo>
                    <a:pt x="1" y="181"/>
                    <a:pt x="26" y="1910"/>
                    <a:pt x="2276" y="3160"/>
                  </a:cubicBezTo>
                  <a:cubicBezTo>
                    <a:pt x="4482" y="4389"/>
                    <a:pt x="5948" y="4747"/>
                    <a:pt x="5962" y="4752"/>
                  </a:cubicBezTo>
                  <a:cubicBezTo>
                    <a:pt x="5970" y="4753"/>
                    <a:pt x="5979" y="4755"/>
                    <a:pt x="5986" y="4755"/>
                  </a:cubicBezTo>
                  <a:lnTo>
                    <a:pt x="5988" y="4755"/>
                  </a:lnTo>
                  <a:cubicBezTo>
                    <a:pt x="6029" y="4755"/>
                    <a:pt x="6068" y="4730"/>
                    <a:pt x="6085" y="4691"/>
                  </a:cubicBezTo>
                  <a:cubicBezTo>
                    <a:pt x="6105" y="4643"/>
                    <a:pt x="6089" y="4588"/>
                    <a:pt x="6046" y="4558"/>
                  </a:cubicBezTo>
                  <a:cubicBezTo>
                    <a:pt x="5412" y="4135"/>
                    <a:pt x="4877" y="3561"/>
                    <a:pt x="4502" y="2895"/>
                  </a:cubicBezTo>
                  <a:cubicBezTo>
                    <a:pt x="4502" y="2895"/>
                    <a:pt x="4500" y="2894"/>
                    <a:pt x="4500" y="2894"/>
                  </a:cubicBezTo>
                  <a:cubicBezTo>
                    <a:pt x="3817" y="1753"/>
                    <a:pt x="4731" y="352"/>
                    <a:pt x="4741" y="337"/>
                  </a:cubicBezTo>
                  <a:cubicBezTo>
                    <a:pt x="4762" y="306"/>
                    <a:pt x="4764" y="264"/>
                    <a:pt x="4747" y="230"/>
                  </a:cubicBezTo>
                  <a:lnTo>
                    <a:pt x="4660" y="59"/>
                  </a:lnTo>
                  <a:cubicBezTo>
                    <a:pt x="4642" y="23"/>
                    <a:pt x="4605" y="1"/>
                    <a:pt x="45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4520100" y="3973450"/>
              <a:ext cx="121375" cy="159750"/>
            </a:xfrm>
            <a:custGeom>
              <a:avLst/>
              <a:gdLst/>
              <a:ahLst/>
              <a:cxnLst/>
              <a:rect l="l" t="t" r="r" b="b"/>
              <a:pathLst>
                <a:path w="4855" h="6390" extrusionOk="0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4517450" y="3970775"/>
              <a:ext cx="126700" cy="165100"/>
            </a:xfrm>
            <a:custGeom>
              <a:avLst/>
              <a:gdLst/>
              <a:ahLst/>
              <a:cxnLst/>
              <a:rect l="l" t="t" r="r" b="b"/>
              <a:pathLst>
                <a:path w="5068" h="6604" extrusionOk="0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4535250" y="3993400"/>
              <a:ext cx="91075" cy="119850"/>
            </a:xfrm>
            <a:custGeom>
              <a:avLst/>
              <a:gdLst/>
              <a:ahLst/>
              <a:cxnLst/>
              <a:rect l="l" t="t" r="r" b="b"/>
              <a:pathLst>
                <a:path w="3643" h="4794" extrusionOk="0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4532600" y="3990725"/>
              <a:ext cx="96400" cy="125200"/>
            </a:xfrm>
            <a:custGeom>
              <a:avLst/>
              <a:gdLst/>
              <a:ahLst/>
              <a:cxnLst/>
              <a:rect l="l" t="t" r="r" b="b"/>
              <a:pathLst>
                <a:path w="3856" h="5008" extrusionOk="0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4554025" y="4018325"/>
              <a:ext cx="53350" cy="69950"/>
            </a:xfrm>
            <a:custGeom>
              <a:avLst/>
              <a:gdLst/>
              <a:ahLst/>
              <a:cxnLst/>
              <a:rect l="l" t="t" r="r" b="b"/>
              <a:pathLst>
                <a:path w="2134" h="2798" extrusionOk="0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0"/>
            <p:cNvSpPr/>
            <p:nvPr/>
          </p:nvSpPr>
          <p:spPr>
            <a:xfrm>
              <a:off x="4551375" y="4015650"/>
              <a:ext cx="58650" cy="75250"/>
            </a:xfrm>
            <a:custGeom>
              <a:avLst/>
              <a:gdLst/>
              <a:ahLst/>
              <a:cxnLst/>
              <a:rect l="l" t="t" r="r" b="b"/>
              <a:pathLst>
                <a:path w="2346" h="3010" extrusionOk="0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0"/>
            <p:cNvSpPr/>
            <p:nvPr/>
          </p:nvSpPr>
          <p:spPr>
            <a:xfrm>
              <a:off x="5774075" y="3390525"/>
              <a:ext cx="463875" cy="237800"/>
            </a:xfrm>
            <a:custGeom>
              <a:avLst/>
              <a:gdLst/>
              <a:ahLst/>
              <a:cxnLst/>
              <a:rect l="l" t="t" r="r" b="b"/>
              <a:pathLst>
                <a:path w="18555" h="9512" extrusionOk="0">
                  <a:moveTo>
                    <a:pt x="9408" y="1"/>
                  </a:moveTo>
                  <a:cubicBezTo>
                    <a:pt x="9379" y="1"/>
                    <a:pt x="9353" y="11"/>
                    <a:pt x="9332" y="32"/>
                  </a:cubicBezTo>
                  <a:lnTo>
                    <a:pt x="1" y="9362"/>
                  </a:lnTo>
                  <a:lnTo>
                    <a:pt x="151" y="9512"/>
                  </a:lnTo>
                  <a:lnTo>
                    <a:pt x="9452" y="214"/>
                  </a:lnTo>
                  <a:lnTo>
                    <a:pt x="18554" y="214"/>
                  </a:lnTo>
                  <a:lnTo>
                    <a:pt x="1855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6218575" y="3371550"/>
              <a:ext cx="40000" cy="40000"/>
            </a:xfrm>
            <a:custGeom>
              <a:avLst/>
              <a:gdLst/>
              <a:ahLst/>
              <a:cxnLst/>
              <a:rect l="l" t="t" r="r" b="b"/>
              <a:pathLst>
                <a:path w="1600" h="1600" extrusionOk="0">
                  <a:moveTo>
                    <a:pt x="800" y="0"/>
                  </a:moveTo>
                  <a:cubicBezTo>
                    <a:pt x="359" y="0"/>
                    <a:pt x="0" y="358"/>
                    <a:pt x="0" y="800"/>
                  </a:cubicBezTo>
                  <a:cubicBezTo>
                    <a:pt x="0" y="1242"/>
                    <a:pt x="359" y="1599"/>
                    <a:pt x="800" y="1599"/>
                  </a:cubicBezTo>
                  <a:cubicBezTo>
                    <a:pt x="1242" y="1599"/>
                    <a:pt x="1599" y="1242"/>
                    <a:pt x="1599" y="800"/>
                  </a:cubicBezTo>
                  <a:cubicBezTo>
                    <a:pt x="1599" y="358"/>
                    <a:pt x="1242" y="0"/>
                    <a:pt x="8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6215875" y="3368875"/>
              <a:ext cx="45375" cy="45350"/>
            </a:xfrm>
            <a:custGeom>
              <a:avLst/>
              <a:gdLst/>
              <a:ahLst/>
              <a:cxnLst/>
              <a:rect l="l" t="t" r="r" b="b"/>
              <a:pathLst>
                <a:path w="1815" h="1814" extrusionOk="0">
                  <a:moveTo>
                    <a:pt x="908" y="213"/>
                  </a:moveTo>
                  <a:cubicBezTo>
                    <a:pt x="1290" y="213"/>
                    <a:pt x="1601" y="524"/>
                    <a:pt x="1601" y="907"/>
                  </a:cubicBezTo>
                  <a:cubicBezTo>
                    <a:pt x="1601" y="1289"/>
                    <a:pt x="1290" y="1599"/>
                    <a:pt x="908" y="1599"/>
                  </a:cubicBezTo>
                  <a:cubicBezTo>
                    <a:pt x="526" y="1599"/>
                    <a:pt x="215" y="1289"/>
                    <a:pt x="215" y="907"/>
                  </a:cubicBezTo>
                  <a:cubicBezTo>
                    <a:pt x="215" y="524"/>
                    <a:pt x="526" y="213"/>
                    <a:pt x="908" y="213"/>
                  </a:cubicBezTo>
                  <a:close/>
                  <a:moveTo>
                    <a:pt x="908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7"/>
                    <a:pt x="409" y="1814"/>
                    <a:pt x="908" y="1814"/>
                  </a:cubicBezTo>
                  <a:cubicBezTo>
                    <a:pt x="1408" y="1814"/>
                    <a:pt x="1814" y="1407"/>
                    <a:pt x="1814" y="907"/>
                  </a:cubicBezTo>
                  <a:cubicBezTo>
                    <a:pt x="1814" y="407"/>
                    <a:pt x="1408" y="0"/>
                    <a:pt x="9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6231700" y="344257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6231700" y="3474200"/>
              <a:ext cx="136625" cy="5400"/>
            </a:xfrm>
            <a:custGeom>
              <a:avLst/>
              <a:gdLst/>
              <a:ahLst/>
              <a:cxnLst/>
              <a:rect l="l" t="t" r="r" b="b"/>
              <a:pathLst>
                <a:path w="5465" h="216" extrusionOk="0">
                  <a:moveTo>
                    <a:pt x="1" y="1"/>
                  </a:moveTo>
                  <a:lnTo>
                    <a:pt x="1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6231700" y="3505850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6231700" y="353752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4124950" y="4398325"/>
              <a:ext cx="308925" cy="99800"/>
            </a:xfrm>
            <a:custGeom>
              <a:avLst/>
              <a:gdLst/>
              <a:ahLst/>
              <a:cxnLst/>
              <a:rect l="l" t="t" r="r" b="b"/>
              <a:pathLst>
                <a:path w="12357" h="3992" extrusionOk="0">
                  <a:moveTo>
                    <a:pt x="12160" y="0"/>
                  </a:moveTo>
                  <a:lnTo>
                    <a:pt x="10540" y="3779"/>
                  </a:lnTo>
                  <a:lnTo>
                    <a:pt x="0" y="3779"/>
                  </a:lnTo>
                  <a:lnTo>
                    <a:pt x="0" y="3992"/>
                  </a:lnTo>
                  <a:lnTo>
                    <a:pt x="10610" y="3992"/>
                  </a:lnTo>
                  <a:cubicBezTo>
                    <a:pt x="10653" y="3992"/>
                    <a:pt x="10691" y="3967"/>
                    <a:pt x="10708" y="3928"/>
                  </a:cubicBezTo>
                  <a:lnTo>
                    <a:pt x="12357" y="8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4104950" y="4475450"/>
              <a:ext cx="40050" cy="40000"/>
            </a:xfrm>
            <a:custGeom>
              <a:avLst/>
              <a:gdLst/>
              <a:ahLst/>
              <a:cxnLst/>
              <a:rect l="l" t="t" r="r" b="b"/>
              <a:pathLst>
                <a:path w="1602" h="1600" extrusionOk="0">
                  <a:moveTo>
                    <a:pt x="802" y="0"/>
                  </a:moveTo>
                  <a:cubicBezTo>
                    <a:pt x="359" y="0"/>
                    <a:pt x="1" y="359"/>
                    <a:pt x="1" y="800"/>
                  </a:cubicBezTo>
                  <a:cubicBezTo>
                    <a:pt x="1" y="1242"/>
                    <a:pt x="359" y="1599"/>
                    <a:pt x="802" y="1599"/>
                  </a:cubicBezTo>
                  <a:cubicBezTo>
                    <a:pt x="1242" y="1599"/>
                    <a:pt x="1601" y="1242"/>
                    <a:pt x="1601" y="800"/>
                  </a:cubicBezTo>
                  <a:cubicBezTo>
                    <a:pt x="1601" y="359"/>
                    <a:pt x="1242" y="0"/>
                    <a:pt x="8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4102300" y="4472750"/>
              <a:ext cx="45325" cy="45375"/>
            </a:xfrm>
            <a:custGeom>
              <a:avLst/>
              <a:gdLst/>
              <a:ahLst/>
              <a:cxnLst/>
              <a:rect l="l" t="t" r="r" b="b"/>
              <a:pathLst>
                <a:path w="1813" h="1815" extrusionOk="0">
                  <a:moveTo>
                    <a:pt x="906" y="215"/>
                  </a:moveTo>
                  <a:cubicBezTo>
                    <a:pt x="1289" y="215"/>
                    <a:pt x="1600" y="527"/>
                    <a:pt x="1600" y="908"/>
                  </a:cubicBezTo>
                  <a:cubicBezTo>
                    <a:pt x="1600" y="1290"/>
                    <a:pt x="1289" y="1602"/>
                    <a:pt x="906" y="1602"/>
                  </a:cubicBezTo>
                  <a:cubicBezTo>
                    <a:pt x="525" y="1602"/>
                    <a:pt x="214" y="1290"/>
                    <a:pt x="214" y="908"/>
                  </a:cubicBezTo>
                  <a:cubicBezTo>
                    <a:pt x="214" y="527"/>
                    <a:pt x="525" y="215"/>
                    <a:pt x="906" y="215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8"/>
                  </a:cubicBezTo>
                  <a:cubicBezTo>
                    <a:pt x="1" y="1408"/>
                    <a:pt x="407" y="1814"/>
                    <a:pt x="906" y="1814"/>
                  </a:cubicBezTo>
                  <a:cubicBezTo>
                    <a:pt x="1406" y="1814"/>
                    <a:pt x="1813" y="1408"/>
                    <a:pt x="1813" y="908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4061850" y="4551500"/>
              <a:ext cx="136625" cy="5325"/>
            </a:xfrm>
            <a:custGeom>
              <a:avLst/>
              <a:gdLst/>
              <a:ahLst/>
              <a:cxnLst/>
              <a:rect l="l" t="t" r="r" b="b"/>
              <a:pathLst>
                <a:path w="5465" h="213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4061850" y="4583125"/>
              <a:ext cx="136625" cy="5400"/>
            </a:xfrm>
            <a:custGeom>
              <a:avLst/>
              <a:gdLst/>
              <a:ahLst/>
              <a:cxnLst/>
              <a:rect l="l" t="t" r="r" b="b"/>
              <a:pathLst>
                <a:path w="5465" h="216" extrusionOk="0">
                  <a:moveTo>
                    <a:pt x="0" y="1"/>
                  </a:moveTo>
                  <a:lnTo>
                    <a:pt x="0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4061850" y="461477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4061850" y="4646450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4680275" y="5167725"/>
              <a:ext cx="5350" cy="173825"/>
            </a:xfrm>
            <a:custGeom>
              <a:avLst/>
              <a:gdLst/>
              <a:ahLst/>
              <a:cxnLst/>
              <a:rect l="l" t="t" r="r" b="b"/>
              <a:pathLst>
                <a:path w="214" h="6953" extrusionOk="0">
                  <a:moveTo>
                    <a:pt x="0" y="0"/>
                  </a:moveTo>
                  <a:lnTo>
                    <a:pt x="0" y="6952"/>
                  </a:lnTo>
                  <a:lnTo>
                    <a:pt x="213" y="69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4663900" y="5316800"/>
              <a:ext cx="40000" cy="40000"/>
            </a:xfrm>
            <a:custGeom>
              <a:avLst/>
              <a:gdLst/>
              <a:ahLst/>
              <a:cxnLst/>
              <a:rect l="l" t="t" r="r" b="b"/>
              <a:pathLst>
                <a:path w="1600" h="1600" extrusionOk="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599" y="1241"/>
                    <a:pt x="1599" y="800"/>
                  </a:cubicBezTo>
                  <a:cubicBezTo>
                    <a:pt x="1599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4661250" y="5314125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213"/>
                  </a:moveTo>
                  <a:cubicBezTo>
                    <a:pt x="1289" y="213"/>
                    <a:pt x="1600" y="524"/>
                    <a:pt x="1600" y="907"/>
                  </a:cubicBezTo>
                  <a:cubicBezTo>
                    <a:pt x="1600" y="1288"/>
                    <a:pt x="1289" y="1599"/>
                    <a:pt x="906" y="1599"/>
                  </a:cubicBezTo>
                  <a:cubicBezTo>
                    <a:pt x="525" y="1599"/>
                    <a:pt x="214" y="1288"/>
                    <a:pt x="214" y="907"/>
                  </a:cubicBezTo>
                  <a:cubicBezTo>
                    <a:pt x="214" y="524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6"/>
                    <a:pt x="407" y="1812"/>
                    <a:pt x="906" y="1812"/>
                  </a:cubicBezTo>
                  <a:cubicBezTo>
                    <a:pt x="1406" y="1812"/>
                    <a:pt x="1813" y="1406"/>
                    <a:pt x="1813" y="907"/>
                  </a:cubicBezTo>
                  <a:cubicBezTo>
                    <a:pt x="1813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4489200" y="5276500"/>
              <a:ext cx="136675" cy="5325"/>
            </a:xfrm>
            <a:custGeom>
              <a:avLst/>
              <a:gdLst/>
              <a:ahLst/>
              <a:cxnLst/>
              <a:rect l="l" t="t" r="r" b="b"/>
              <a:pathLst>
                <a:path w="5467" h="213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4489200" y="53081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4489200" y="5339800"/>
              <a:ext cx="136675" cy="5400"/>
            </a:xfrm>
            <a:custGeom>
              <a:avLst/>
              <a:gdLst/>
              <a:ahLst/>
              <a:cxnLst/>
              <a:rect l="l" t="t" r="r" b="b"/>
              <a:pathLst>
                <a:path w="5467" h="216" extrusionOk="0">
                  <a:moveTo>
                    <a:pt x="1" y="1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4489200" y="53714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5542150" y="5109875"/>
              <a:ext cx="297875" cy="147425"/>
            </a:xfrm>
            <a:custGeom>
              <a:avLst/>
              <a:gdLst/>
              <a:ahLst/>
              <a:cxnLst/>
              <a:rect l="l" t="t" r="r" b="b"/>
              <a:pathLst>
                <a:path w="11915" h="5897" extrusionOk="0">
                  <a:moveTo>
                    <a:pt x="0" y="1"/>
                  </a:moveTo>
                  <a:lnTo>
                    <a:pt x="0" y="213"/>
                  </a:lnTo>
                  <a:lnTo>
                    <a:pt x="4308" y="213"/>
                  </a:lnTo>
                  <a:lnTo>
                    <a:pt x="4308" y="5791"/>
                  </a:lnTo>
                  <a:cubicBezTo>
                    <a:pt x="4308" y="5849"/>
                    <a:pt x="4355" y="5897"/>
                    <a:pt x="4415" y="5897"/>
                  </a:cubicBezTo>
                  <a:lnTo>
                    <a:pt x="11915" y="5897"/>
                  </a:lnTo>
                  <a:lnTo>
                    <a:pt x="11915" y="5684"/>
                  </a:lnTo>
                  <a:lnTo>
                    <a:pt x="4521" y="5684"/>
                  </a:lnTo>
                  <a:lnTo>
                    <a:pt x="4521" y="108"/>
                  </a:lnTo>
                  <a:cubicBezTo>
                    <a:pt x="4521" y="48"/>
                    <a:pt x="4473" y="1"/>
                    <a:pt x="44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5824625" y="5234350"/>
              <a:ext cx="40000" cy="40050"/>
            </a:xfrm>
            <a:custGeom>
              <a:avLst/>
              <a:gdLst/>
              <a:ahLst/>
              <a:cxnLst/>
              <a:rect l="l" t="t" r="r" b="b"/>
              <a:pathLst>
                <a:path w="1600" h="1602" extrusionOk="0">
                  <a:moveTo>
                    <a:pt x="800" y="1"/>
                  </a:moveTo>
                  <a:cubicBezTo>
                    <a:pt x="359" y="1"/>
                    <a:pt x="1" y="359"/>
                    <a:pt x="1" y="800"/>
                  </a:cubicBezTo>
                  <a:cubicBezTo>
                    <a:pt x="1" y="1242"/>
                    <a:pt x="359" y="1601"/>
                    <a:pt x="800" y="1601"/>
                  </a:cubicBezTo>
                  <a:cubicBezTo>
                    <a:pt x="1242" y="1601"/>
                    <a:pt x="1600" y="1242"/>
                    <a:pt x="1600" y="800"/>
                  </a:cubicBezTo>
                  <a:cubicBezTo>
                    <a:pt x="1600" y="359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5821975" y="5231700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214"/>
                  </a:moveTo>
                  <a:cubicBezTo>
                    <a:pt x="1289" y="214"/>
                    <a:pt x="1600" y="525"/>
                    <a:pt x="1600" y="906"/>
                  </a:cubicBezTo>
                  <a:cubicBezTo>
                    <a:pt x="1600" y="1289"/>
                    <a:pt x="1289" y="1600"/>
                    <a:pt x="906" y="1600"/>
                  </a:cubicBezTo>
                  <a:cubicBezTo>
                    <a:pt x="525" y="1600"/>
                    <a:pt x="214" y="1289"/>
                    <a:pt x="214" y="906"/>
                  </a:cubicBezTo>
                  <a:cubicBezTo>
                    <a:pt x="214" y="525"/>
                    <a:pt x="525" y="214"/>
                    <a:pt x="906" y="214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6"/>
                  </a:cubicBezTo>
                  <a:cubicBezTo>
                    <a:pt x="1" y="1406"/>
                    <a:pt x="407" y="1813"/>
                    <a:pt x="906" y="1813"/>
                  </a:cubicBezTo>
                  <a:cubicBezTo>
                    <a:pt x="1406" y="1813"/>
                    <a:pt x="1813" y="1406"/>
                    <a:pt x="1813" y="906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5896650" y="5201850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5896650" y="5233500"/>
              <a:ext cx="136675" cy="5375"/>
            </a:xfrm>
            <a:custGeom>
              <a:avLst/>
              <a:gdLst/>
              <a:ahLst/>
              <a:cxnLst/>
              <a:rect l="l" t="t" r="r" b="b"/>
              <a:pathLst>
                <a:path w="5467" h="215" extrusionOk="0">
                  <a:moveTo>
                    <a:pt x="1" y="0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5896650" y="52651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5896650" y="5296850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0"/>
            <p:cNvSpPr/>
            <p:nvPr/>
          </p:nvSpPr>
          <p:spPr>
            <a:xfrm>
              <a:off x="5975800" y="4961625"/>
              <a:ext cx="297700" cy="5350"/>
            </a:xfrm>
            <a:custGeom>
              <a:avLst/>
              <a:gdLst/>
              <a:ahLst/>
              <a:cxnLst/>
              <a:rect l="l" t="t" r="r" b="b"/>
              <a:pathLst>
                <a:path w="11908" h="214" extrusionOk="0">
                  <a:moveTo>
                    <a:pt x="0" y="0"/>
                  </a:moveTo>
                  <a:lnTo>
                    <a:pt x="0" y="213"/>
                  </a:lnTo>
                  <a:lnTo>
                    <a:pt x="11907" y="213"/>
                  </a:lnTo>
                  <a:lnTo>
                    <a:pt x="11907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6122200" y="4816450"/>
              <a:ext cx="5350" cy="147825"/>
            </a:xfrm>
            <a:custGeom>
              <a:avLst/>
              <a:gdLst/>
              <a:ahLst/>
              <a:cxnLst/>
              <a:rect l="l" t="t" r="r" b="b"/>
              <a:pathLst>
                <a:path w="214" h="5913" extrusionOk="0">
                  <a:moveTo>
                    <a:pt x="0" y="0"/>
                  </a:moveTo>
                  <a:lnTo>
                    <a:pt x="0" y="5913"/>
                  </a:lnTo>
                  <a:lnTo>
                    <a:pt x="213" y="591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5921100" y="4909775"/>
              <a:ext cx="109325" cy="109300"/>
            </a:xfrm>
            <a:custGeom>
              <a:avLst/>
              <a:gdLst/>
              <a:ahLst/>
              <a:cxnLst/>
              <a:rect l="l" t="t" r="r" b="b"/>
              <a:pathLst>
                <a:path w="4373" h="4372" extrusionOk="0">
                  <a:moveTo>
                    <a:pt x="2187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7" y="4372"/>
                  </a:cubicBezTo>
                  <a:cubicBezTo>
                    <a:pt x="3393" y="4372"/>
                    <a:pt x="4372" y="3393"/>
                    <a:pt x="4372" y="2186"/>
                  </a:cubicBezTo>
                  <a:cubicBezTo>
                    <a:pt x="4372" y="978"/>
                    <a:pt x="3393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5910725" y="4907075"/>
              <a:ext cx="123875" cy="114675"/>
            </a:xfrm>
            <a:custGeom>
              <a:avLst/>
              <a:gdLst/>
              <a:ahLst/>
              <a:cxnLst/>
              <a:rect l="l" t="t" r="r" b="b"/>
              <a:pathLst>
                <a:path w="4955" h="4587" extrusionOk="0">
                  <a:moveTo>
                    <a:pt x="2600" y="213"/>
                  </a:moveTo>
                  <a:cubicBezTo>
                    <a:pt x="2872" y="213"/>
                    <a:pt x="3143" y="267"/>
                    <a:pt x="3401" y="375"/>
                  </a:cubicBezTo>
                  <a:cubicBezTo>
                    <a:pt x="3915" y="589"/>
                    <a:pt x="4312" y="990"/>
                    <a:pt x="4524" y="1503"/>
                  </a:cubicBezTo>
                  <a:cubicBezTo>
                    <a:pt x="4735" y="2017"/>
                    <a:pt x="4734" y="2583"/>
                    <a:pt x="4519" y="3095"/>
                  </a:cubicBezTo>
                  <a:cubicBezTo>
                    <a:pt x="4307" y="3607"/>
                    <a:pt x="3906" y="4006"/>
                    <a:pt x="3392" y="4218"/>
                  </a:cubicBezTo>
                  <a:cubicBezTo>
                    <a:pt x="3135" y="4324"/>
                    <a:pt x="2868" y="4374"/>
                    <a:pt x="2605" y="4374"/>
                  </a:cubicBezTo>
                  <a:cubicBezTo>
                    <a:pt x="1786" y="4374"/>
                    <a:pt x="1008" y="3887"/>
                    <a:pt x="678" y="3084"/>
                  </a:cubicBezTo>
                  <a:cubicBezTo>
                    <a:pt x="242" y="2024"/>
                    <a:pt x="749" y="806"/>
                    <a:pt x="1811" y="372"/>
                  </a:cubicBezTo>
                  <a:lnTo>
                    <a:pt x="1810" y="372"/>
                  </a:lnTo>
                  <a:cubicBezTo>
                    <a:pt x="2065" y="266"/>
                    <a:pt x="2333" y="213"/>
                    <a:pt x="2600" y="213"/>
                  </a:cubicBezTo>
                  <a:close/>
                  <a:moveTo>
                    <a:pt x="2602" y="0"/>
                  </a:moveTo>
                  <a:cubicBezTo>
                    <a:pt x="2306" y="0"/>
                    <a:pt x="2011" y="58"/>
                    <a:pt x="1729" y="174"/>
                  </a:cubicBezTo>
                  <a:cubicBezTo>
                    <a:pt x="560" y="654"/>
                    <a:pt x="1" y="1996"/>
                    <a:pt x="480" y="3166"/>
                  </a:cubicBezTo>
                  <a:cubicBezTo>
                    <a:pt x="845" y="4051"/>
                    <a:pt x="1702" y="4587"/>
                    <a:pt x="2605" y="4587"/>
                  </a:cubicBezTo>
                  <a:cubicBezTo>
                    <a:pt x="2894" y="4587"/>
                    <a:pt x="3188" y="4532"/>
                    <a:pt x="3473" y="4414"/>
                  </a:cubicBezTo>
                  <a:cubicBezTo>
                    <a:pt x="4039" y="4182"/>
                    <a:pt x="4481" y="3743"/>
                    <a:pt x="4716" y="3177"/>
                  </a:cubicBezTo>
                  <a:cubicBezTo>
                    <a:pt x="4953" y="2611"/>
                    <a:pt x="4954" y="1989"/>
                    <a:pt x="4722" y="1423"/>
                  </a:cubicBezTo>
                  <a:cubicBezTo>
                    <a:pt x="4488" y="856"/>
                    <a:pt x="4049" y="415"/>
                    <a:pt x="3483" y="178"/>
                  </a:cubicBezTo>
                  <a:cubicBezTo>
                    <a:pt x="3199" y="60"/>
                    <a:pt x="2901" y="0"/>
                    <a:pt x="260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5920325" y="4909700"/>
              <a:ext cx="98900" cy="109275"/>
            </a:xfrm>
            <a:custGeom>
              <a:avLst/>
              <a:gdLst/>
              <a:ahLst/>
              <a:cxnLst/>
              <a:rect l="l" t="t" r="r" b="b"/>
              <a:pathLst>
                <a:path w="3956" h="4371" extrusionOk="0">
                  <a:moveTo>
                    <a:pt x="2161" y="0"/>
                  </a:moveTo>
                  <a:cubicBezTo>
                    <a:pt x="955" y="30"/>
                    <a:pt x="1" y="1032"/>
                    <a:pt x="29" y="2239"/>
                  </a:cubicBezTo>
                  <a:cubicBezTo>
                    <a:pt x="58" y="3427"/>
                    <a:pt x="1031" y="4371"/>
                    <a:pt x="2213" y="4371"/>
                  </a:cubicBezTo>
                  <a:cubicBezTo>
                    <a:pt x="2232" y="4371"/>
                    <a:pt x="2250" y="4371"/>
                    <a:pt x="2268" y="4370"/>
                  </a:cubicBezTo>
                  <a:cubicBezTo>
                    <a:pt x="2932" y="4354"/>
                    <a:pt x="3553" y="4037"/>
                    <a:pt x="3955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5917975" y="4906925"/>
              <a:ext cx="105200" cy="114725"/>
            </a:xfrm>
            <a:custGeom>
              <a:avLst/>
              <a:gdLst/>
              <a:ahLst/>
              <a:cxnLst/>
              <a:rect l="l" t="t" r="r" b="b"/>
              <a:pathLst>
                <a:path w="4208" h="4589" extrusionOk="0">
                  <a:moveTo>
                    <a:pt x="2149" y="223"/>
                  </a:moveTo>
                  <a:lnTo>
                    <a:pt x="2149" y="2665"/>
                  </a:lnTo>
                  <a:lnTo>
                    <a:pt x="3887" y="3650"/>
                  </a:lnTo>
                  <a:cubicBezTo>
                    <a:pt x="3503" y="4098"/>
                    <a:pt x="2953" y="4361"/>
                    <a:pt x="2359" y="4375"/>
                  </a:cubicBezTo>
                  <a:cubicBezTo>
                    <a:pt x="2344" y="4376"/>
                    <a:pt x="2329" y="4376"/>
                    <a:pt x="2313" y="4376"/>
                  </a:cubicBezTo>
                  <a:cubicBezTo>
                    <a:pt x="1778" y="4376"/>
                    <a:pt x="1266" y="4174"/>
                    <a:pt x="875" y="3802"/>
                  </a:cubicBezTo>
                  <a:cubicBezTo>
                    <a:pt x="473" y="3419"/>
                    <a:pt x="244" y="2903"/>
                    <a:pt x="230" y="2347"/>
                  </a:cubicBezTo>
                  <a:cubicBezTo>
                    <a:pt x="217" y="1792"/>
                    <a:pt x="419" y="1265"/>
                    <a:pt x="803" y="863"/>
                  </a:cubicBezTo>
                  <a:cubicBezTo>
                    <a:pt x="1161" y="486"/>
                    <a:pt x="1636" y="261"/>
                    <a:pt x="2149" y="223"/>
                  </a:cubicBezTo>
                  <a:close/>
                  <a:moveTo>
                    <a:pt x="2362" y="1"/>
                  </a:moveTo>
                  <a:lnTo>
                    <a:pt x="2252" y="4"/>
                  </a:lnTo>
                  <a:cubicBezTo>
                    <a:pt x="1640" y="20"/>
                    <a:pt x="1070" y="272"/>
                    <a:pt x="649" y="716"/>
                  </a:cubicBezTo>
                  <a:cubicBezTo>
                    <a:pt x="226" y="1159"/>
                    <a:pt x="1" y="1740"/>
                    <a:pt x="17" y="2352"/>
                  </a:cubicBezTo>
                  <a:cubicBezTo>
                    <a:pt x="32" y="2964"/>
                    <a:pt x="284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4" y="4588"/>
                  </a:lnTo>
                  <a:cubicBezTo>
                    <a:pt x="3065" y="4570"/>
                    <a:pt x="3710" y="4241"/>
                    <a:pt x="4134" y="3683"/>
                  </a:cubicBezTo>
                  <a:lnTo>
                    <a:pt x="4207" y="3586"/>
                  </a:lnTo>
                  <a:lnTo>
                    <a:pt x="2362" y="2540"/>
                  </a:lnTo>
                  <a:lnTo>
                    <a:pt x="2362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5943850" y="4932275"/>
              <a:ext cx="64025" cy="64025"/>
            </a:xfrm>
            <a:custGeom>
              <a:avLst/>
              <a:gdLst/>
              <a:ahLst/>
              <a:cxnLst/>
              <a:rect l="l" t="t" r="r" b="b"/>
              <a:pathLst>
                <a:path w="2561" h="2561" extrusionOk="0">
                  <a:moveTo>
                    <a:pt x="1280" y="1"/>
                  </a:moveTo>
                  <a:cubicBezTo>
                    <a:pt x="574" y="1"/>
                    <a:pt x="1" y="574"/>
                    <a:pt x="1" y="1281"/>
                  </a:cubicBezTo>
                  <a:cubicBezTo>
                    <a:pt x="1" y="1987"/>
                    <a:pt x="574" y="2560"/>
                    <a:pt x="1280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5941175" y="4929650"/>
              <a:ext cx="69325" cy="69300"/>
            </a:xfrm>
            <a:custGeom>
              <a:avLst/>
              <a:gdLst/>
              <a:ahLst/>
              <a:cxnLst/>
              <a:rect l="l" t="t" r="r" b="b"/>
              <a:pathLst>
                <a:path w="2773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0" y="2558"/>
                    <a:pt x="213" y="2033"/>
                    <a:pt x="213" y="1386"/>
                  </a:cubicBezTo>
                  <a:cubicBezTo>
                    <a:pt x="213" y="739"/>
                    <a:pt x="740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0" y="621"/>
                    <a:pt x="0" y="1386"/>
                  </a:cubicBezTo>
                  <a:cubicBezTo>
                    <a:pt x="0" y="2150"/>
                    <a:pt x="623" y="2771"/>
                    <a:pt x="1387" y="2771"/>
                  </a:cubicBezTo>
                  <a:cubicBezTo>
                    <a:pt x="2152" y="2771"/>
                    <a:pt x="2773" y="2150"/>
                    <a:pt x="2773" y="1386"/>
                  </a:cubicBezTo>
                  <a:cubicBezTo>
                    <a:pt x="2773" y="621"/>
                    <a:pt x="2152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6070150" y="4909775"/>
              <a:ext cx="109325" cy="109300"/>
            </a:xfrm>
            <a:custGeom>
              <a:avLst/>
              <a:gdLst/>
              <a:ahLst/>
              <a:cxnLst/>
              <a:rect l="l" t="t" r="r" b="b"/>
              <a:pathLst>
                <a:path w="4373" h="4372" extrusionOk="0">
                  <a:moveTo>
                    <a:pt x="2186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6" y="4372"/>
                  </a:cubicBezTo>
                  <a:cubicBezTo>
                    <a:pt x="3394" y="4372"/>
                    <a:pt x="4372" y="3393"/>
                    <a:pt x="4372" y="2186"/>
                  </a:cubicBezTo>
                  <a:cubicBezTo>
                    <a:pt x="4372" y="978"/>
                    <a:pt x="3394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6065975" y="4907100"/>
              <a:ext cx="123875" cy="114650"/>
            </a:xfrm>
            <a:custGeom>
              <a:avLst/>
              <a:gdLst/>
              <a:ahLst/>
              <a:cxnLst/>
              <a:rect l="l" t="t" r="r" b="b"/>
              <a:pathLst>
                <a:path w="4955" h="4586" extrusionOk="0">
                  <a:moveTo>
                    <a:pt x="2351" y="213"/>
                  </a:moveTo>
                  <a:cubicBezTo>
                    <a:pt x="3170" y="213"/>
                    <a:pt x="3947" y="700"/>
                    <a:pt x="4277" y="1502"/>
                  </a:cubicBezTo>
                  <a:cubicBezTo>
                    <a:pt x="4713" y="2562"/>
                    <a:pt x="4204" y="3779"/>
                    <a:pt x="3144" y="4215"/>
                  </a:cubicBezTo>
                  <a:cubicBezTo>
                    <a:pt x="2889" y="4320"/>
                    <a:pt x="2621" y="4373"/>
                    <a:pt x="2352" y="4373"/>
                  </a:cubicBezTo>
                  <a:cubicBezTo>
                    <a:pt x="2082" y="4373"/>
                    <a:pt x="1811" y="4319"/>
                    <a:pt x="1552" y="4212"/>
                  </a:cubicBezTo>
                  <a:cubicBezTo>
                    <a:pt x="1040" y="3998"/>
                    <a:pt x="643" y="3597"/>
                    <a:pt x="431" y="3083"/>
                  </a:cubicBezTo>
                  <a:cubicBezTo>
                    <a:pt x="220" y="2570"/>
                    <a:pt x="221" y="2004"/>
                    <a:pt x="434" y="1492"/>
                  </a:cubicBezTo>
                  <a:cubicBezTo>
                    <a:pt x="649" y="980"/>
                    <a:pt x="1049" y="581"/>
                    <a:pt x="1563" y="369"/>
                  </a:cubicBezTo>
                  <a:cubicBezTo>
                    <a:pt x="1821" y="263"/>
                    <a:pt x="2088" y="213"/>
                    <a:pt x="2351" y="213"/>
                  </a:cubicBezTo>
                  <a:close/>
                  <a:moveTo>
                    <a:pt x="2351" y="0"/>
                  </a:moveTo>
                  <a:cubicBezTo>
                    <a:pt x="2061" y="0"/>
                    <a:pt x="1767" y="56"/>
                    <a:pt x="1482" y="173"/>
                  </a:cubicBezTo>
                  <a:cubicBezTo>
                    <a:pt x="915" y="405"/>
                    <a:pt x="474" y="844"/>
                    <a:pt x="238" y="1410"/>
                  </a:cubicBezTo>
                  <a:cubicBezTo>
                    <a:pt x="2" y="1976"/>
                    <a:pt x="1" y="2598"/>
                    <a:pt x="233" y="3164"/>
                  </a:cubicBezTo>
                  <a:cubicBezTo>
                    <a:pt x="465" y="3731"/>
                    <a:pt x="906" y="4172"/>
                    <a:pt x="1470" y="4409"/>
                  </a:cubicBezTo>
                  <a:cubicBezTo>
                    <a:pt x="1755" y="4526"/>
                    <a:pt x="2054" y="4586"/>
                    <a:pt x="2353" y="4586"/>
                  </a:cubicBezTo>
                  <a:cubicBezTo>
                    <a:pt x="2648" y="4586"/>
                    <a:pt x="2944" y="4528"/>
                    <a:pt x="3226" y="4413"/>
                  </a:cubicBezTo>
                  <a:cubicBezTo>
                    <a:pt x="4395" y="3932"/>
                    <a:pt x="4955" y="2591"/>
                    <a:pt x="4474" y="1420"/>
                  </a:cubicBezTo>
                  <a:cubicBezTo>
                    <a:pt x="4110" y="536"/>
                    <a:pt x="3253" y="0"/>
                    <a:pt x="23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6069325" y="4909700"/>
              <a:ext cx="98925" cy="109275"/>
            </a:xfrm>
            <a:custGeom>
              <a:avLst/>
              <a:gdLst/>
              <a:ahLst/>
              <a:cxnLst/>
              <a:rect l="l" t="t" r="r" b="b"/>
              <a:pathLst>
                <a:path w="3957" h="4371" extrusionOk="0">
                  <a:moveTo>
                    <a:pt x="2161" y="0"/>
                  </a:moveTo>
                  <a:cubicBezTo>
                    <a:pt x="955" y="31"/>
                    <a:pt x="1" y="1033"/>
                    <a:pt x="32" y="2241"/>
                  </a:cubicBezTo>
                  <a:cubicBezTo>
                    <a:pt x="63" y="3428"/>
                    <a:pt x="1034" y="4371"/>
                    <a:pt x="2215" y="4371"/>
                  </a:cubicBezTo>
                  <a:cubicBezTo>
                    <a:pt x="2235" y="4371"/>
                    <a:pt x="2254" y="4371"/>
                    <a:pt x="2273" y="4370"/>
                  </a:cubicBezTo>
                  <a:cubicBezTo>
                    <a:pt x="2936" y="4354"/>
                    <a:pt x="3556" y="4037"/>
                    <a:pt x="3957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6067075" y="4906925"/>
              <a:ext cx="105175" cy="114725"/>
            </a:xfrm>
            <a:custGeom>
              <a:avLst/>
              <a:gdLst/>
              <a:ahLst/>
              <a:cxnLst/>
              <a:rect l="l" t="t" r="r" b="b"/>
              <a:pathLst>
                <a:path w="4207" h="4589" extrusionOk="0">
                  <a:moveTo>
                    <a:pt x="2146" y="223"/>
                  </a:moveTo>
                  <a:lnTo>
                    <a:pt x="2144" y="2663"/>
                  </a:lnTo>
                  <a:lnTo>
                    <a:pt x="3885" y="3650"/>
                  </a:lnTo>
                  <a:cubicBezTo>
                    <a:pt x="3502" y="4097"/>
                    <a:pt x="2953" y="4359"/>
                    <a:pt x="2360" y="4374"/>
                  </a:cubicBezTo>
                  <a:cubicBezTo>
                    <a:pt x="2342" y="4375"/>
                    <a:pt x="2324" y="4375"/>
                    <a:pt x="2306" y="4375"/>
                  </a:cubicBezTo>
                  <a:cubicBezTo>
                    <a:pt x="1184" y="4375"/>
                    <a:pt x="258" y="3478"/>
                    <a:pt x="228" y="2349"/>
                  </a:cubicBezTo>
                  <a:cubicBezTo>
                    <a:pt x="201" y="1240"/>
                    <a:pt x="1051" y="308"/>
                    <a:pt x="2146" y="223"/>
                  </a:cubicBezTo>
                  <a:close/>
                  <a:moveTo>
                    <a:pt x="2359" y="1"/>
                  </a:moveTo>
                  <a:lnTo>
                    <a:pt x="2248" y="4"/>
                  </a:lnTo>
                  <a:cubicBezTo>
                    <a:pt x="1636" y="20"/>
                    <a:pt x="1068" y="273"/>
                    <a:pt x="645" y="717"/>
                  </a:cubicBezTo>
                  <a:cubicBezTo>
                    <a:pt x="223" y="1161"/>
                    <a:pt x="0" y="1741"/>
                    <a:pt x="15" y="2355"/>
                  </a:cubicBezTo>
                  <a:cubicBezTo>
                    <a:pt x="46" y="3598"/>
                    <a:pt x="1069" y="4588"/>
                    <a:pt x="2306" y="4588"/>
                  </a:cubicBezTo>
                  <a:lnTo>
                    <a:pt x="2364" y="4588"/>
                  </a:lnTo>
                  <a:cubicBezTo>
                    <a:pt x="3064" y="4570"/>
                    <a:pt x="3709" y="4240"/>
                    <a:pt x="4132" y="3683"/>
                  </a:cubicBezTo>
                  <a:lnTo>
                    <a:pt x="4206" y="3586"/>
                  </a:lnTo>
                  <a:lnTo>
                    <a:pt x="2359" y="2540"/>
                  </a:lnTo>
                  <a:lnTo>
                    <a:pt x="2359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6092900" y="4932275"/>
              <a:ext cx="64000" cy="64025"/>
            </a:xfrm>
            <a:custGeom>
              <a:avLst/>
              <a:gdLst/>
              <a:ahLst/>
              <a:cxnLst/>
              <a:rect l="l" t="t" r="r" b="b"/>
              <a:pathLst>
                <a:path w="2560" h="2561" extrusionOk="0">
                  <a:moveTo>
                    <a:pt x="1281" y="1"/>
                  </a:moveTo>
                  <a:cubicBezTo>
                    <a:pt x="574" y="1"/>
                    <a:pt x="0" y="574"/>
                    <a:pt x="0" y="1281"/>
                  </a:cubicBezTo>
                  <a:cubicBezTo>
                    <a:pt x="0" y="1987"/>
                    <a:pt x="574" y="2560"/>
                    <a:pt x="1281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6090250" y="4929650"/>
              <a:ext cx="69350" cy="69300"/>
            </a:xfrm>
            <a:custGeom>
              <a:avLst/>
              <a:gdLst/>
              <a:ahLst/>
              <a:cxnLst/>
              <a:rect l="l" t="t" r="r" b="b"/>
              <a:pathLst>
                <a:path w="2774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2" y="0"/>
                    <a:pt x="1" y="621"/>
                    <a:pt x="1" y="1386"/>
                  </a:cubicBezTo>
                  <a:cubicBezTo>
                    <a:pt x="1" y="2150"/>
                    <a:pt x="622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6219075" y="4909475"/>
              <a:ext cx="109325" cy="109350"/>
            </a:xfrm>
            <a:custGeom>
              <a:avLst/>
              <a:gdLst/>
              <a:ahLst/>
              <a:cxnLst/>
              <a:rect l="l" t="t" r="r" b="b"/>
              <a:pathLst>
                <a:path w="4373" h="4374" extrusionOk="0">
                  <a:moveTo>
                    <a:pt x="2187" y="0"/>
                  </a:moveTo>
                  <a:cubicBezTo>
                    <a:pt x="979" y="0"/>
                    <a:pt x="1" y="980"/>
                    <a:pt x="1" y="2187"/>
                  </a:cubicBezTo>
                  <a:cubicBezTo>
                    <a:pt x="1" y="3393"/>
                    <a:pt x="979" y="4373"/>
                    <a:pt x="2187" y="4373"/>
                  </a:cubicBezTo>
                  <a:cubicBezTo>
                    <a:pt x="3394" y="4373"/>
                    <a:pt x="4372" y="3393"/>
                    <a:pt x="4372" y="2187"/>
                  </a:cubicBezTo>
                  <a:cubicBezTo>
                    <a:pt x="4372" y="980"/>
                    <a:pt x="3394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6211050" y="4906800"/>
              <a:ext cx="125375" cy="114700"/>
            </a:xfrm>
            <a:custGeom>
              <a:avLst/>
              <a:gdLst/>
              <a:ahLst/>
              <a:cxnLst/>
              <a:rect l="l" t="t" r="r" b="b"/>
              <a:pathLst>
                <a:path w="5015" h="4588" extrusionOk="0">
                  <a:moveTo>
                    <a:pt x="2505" y="214"/>
                  </a:moveTo>
                  <a:cubicBezTo>
                    <a:pt x="2651" y="214"/>
                    <a:pt x="2798" y="229"/>
                    <a:pt x="2945" y="261"/>
                  </a:cubicBezTo>
                  <a:cubicBezTo>
                    <a:pt x="4067" y="502"/>
                    <a:pt x="4781" y="1609"/>
                    <a:pt x="4540" y="2731"/>
                  </a:cubicBezTo>
                  <a:cubicBezTo>
                    <a:pt x="4424" y="3274"/>
                    <a:pt x="4102" y="3739"/>
                    <a:pt x="3636" y="4041"/>
                  </a:cubicBezTo>
                  <a:cubicBezTo>
                    <a:pt x="3296" y="4260"/>
                    <a:pt x="2908" y="4374"/>
                    <a:pt x="2512" y="4374"/>
                  </a:cubicBezTo>
                  <a:cubicBezTo>
                    <a:pt x="2365" y="4374"/>
                    <a:pt x="2218" y="4358"/>
                    <a:pt x="2071" y="4327"/>
                  </a:cubicBezTo>
                  <a:cubicBezTo>
                    <a:pt x="950" y="4086"/>
                    <a:pt x="234" y="2976"/>
                    <a:pt x="475" y="1857"/>
                  </a:cubicBezTo>
                  <a:cubicBezTo>
                    <a:pt x="591" y="1313"/>
                    <a:pt x="913" y="849"/>
                    <a:pt x="1380" y="546"/>
                  </a:cubicBezTo>
                  <a:cubicBezTo>
                    <a:pt x="1720" y="328"/>
                    <a:pt x="2109" y="214"/>
                    <a:pt x="2505" y="214"/>
                  </a:cubicBezTo>
                  <a:close/>
                  <a:moveTo>
                    <a:pt x="2504" y="0"/>
                  </a:moveTo>
                  <a:cubicBezTo>
                    <a:pt x="2068" y="0"/>
                    <a:pt x="1640" y="125"/>
                    <a:pt x="1264" y="368"/>
                  </a:cubicBezTo>
                  <a:cubicBezTo>
                    <a:pt x="749" y="700"/>
                    <a:pt x="396" y="1213"/>
                    <a:pt x="267" y="1812"/>
                  </a:cubicBezTo>
                  <a:cubicBezTo>
                    <a:pt x="0" y="3048"/>
                    <a:pt x="789" y="4269"/>
                    <a:pt x="2025" y="4535"/>
                  </a:cubicBezTo>
                  <a:cubicBezTo>
                    <a:pt x="2187" y="4569"/>
                    <a:pt x="2351" y="4587"/>
                    <a:pt x="2512" y="4587"/>
                  </a:cubicBezTo>
                  <a:cubicBezTo>
                    <a:pt x="2948" y="4587"/>
                    <a:pt x="3377" y="4462"/>
                    <a:pt x="3752" y="4220"/>
                  </a:cubicBezTo>
                  <a:cubicBezTo>
                    <a:pt x="4266" y="3888"/>
                    <a:pt x="4620" y="3374"/>
                    <a:pt x="4750" y="2775"/>
                  </a:cubicBezTo>
                  <a:cubicBezTo>
                    <a:pt x="5015" y="1540"/>
                    <a:pt x="4226" y="319"/>
                    <a:pt x="2990" y="52"/>
                  </a:cubicBezTo>
                  <a:cubicBezTo>
                    <a:pt x="2828" y="17"/>
                    <a:pt x="2666" y="0"/>
                    <a:pt x="250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6218375" y="4909700"/>
              <a:ext cx="98900" cy="109275"/>
            </a:xfrm>
            <a:custGeom>
              <a:avLst/>
              <a:gdLst/>
              <a:ahLst/>
              <a:cxnLst/>
              <a:rect l="l" t="t" r="r" b="b"/>
              <a:pathLst>
                <a:path w="3956" h="4371" extrusionOk="0">
                  <a:moveTo>
                    <a:pt x="2162" y="0"/>
                  </a:moveTo>
                  <a:cubicBezTo>
                    <a:pt x="955" y="30"/>
                    <a:pt x="1" y="1032"/>
                    <a:pt x="30" y="2239"/>
                  </a:cubicBezTo>
                  <a:cubicBezTo>
                    <a:pt x="60" y="3427"/>
                    <a:pt x="1032" y="4371"/>
                    <a:pt x="2215" y="4371"/>
                  </a:cubicBezTo>
                  <a:cubicBezTo>
                    <a:pt x="2233" y="4371"/>
                    <a:pt x="2251" y="4371"/>
                    <a:pt x="2270" y="4370"/>
                  </a:cubicBezTo>
                  <a:cubicBezTo>
                    <a:pt x="2934" y="4354"/>
                    <a:pt x="3555" y="4037"/>
                    <a:pt x="3955" y="3508"/>
                  </a:cubicBezTo>
                  <a:lnTo>
                    <a:pt x="2162" y="249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6216075" y="4906925"/>
              <a:ext cx="105175" cy="114725"/>
            </a:xfrm>
            <a:custGeom>
              <a:avLst/>
              <a:gdLst/>
              <a:ahLst/>
              <a:cxnLst/>
              <a:rect l="l" t="t" r="r" b="b"/>
              <a:pathLst>
                <a:path w="4207" h="4589" extrusionOk="0">
                  <a:moveTo>
                    <a:pt x="2147" y="223"/>
                  </a:moveTo>
                  <a:lnTo>
                    <a:pt x="2147" y="2665"/>
                  </a:lnTo>
                  <a:lnTo>
                    <a:pt x="3886" y="3650"/>
                  </a:lnTo>
                  <a:cubicBezTo>
                    <a:pt x="3502" y="4098"/>
                    <a:pt x="2953" y="4361"/>
                    <a:pt x="2359" y="4375"/>
                  </a:cubicBezTo>
                  <a:cubicBezTo>
                    <a:pt x="2343" y="4376"/>
                    <a:pt x="2328" y="4376"/>
                    <a:pt x="2313" y="4376"/>
                  </a:cubicBezTo>
                  <a:cubicBezTo>
                    <a:pt x="1777" y="4376"/>
                    <a:pt x="1265" y="4174"/>
                    <a:pt x="874" y="3802"/>
                  </a:cubicBezTo>
                  <a:cubicBezTo>
                    <a:pt x="471" y="3419"/>
                    <a:pt x="243" y="2903"/>
                    <a:pt x="230" y="2347"/>
                  </a:cubicBezTo>
                  <a:cubicBezTo>
                    <a:pt x="216" y="1792"/>
                    <a:pt x="419" y="1265"/>
                    <a:pt x="801" y="863"/>
                  </a:cubicBezTo>
                  <a:cubicBezTo>
                    <a:pt x="1160" y="486"/>
                    <a:pt x="1634" y="261"/>
                    <a:pt x="2147" y="223"/>
                  </a:cubicBezTo>
                  <a:close/>
                  <a:moveTo>
                    <a:pt x="2360" y="1"/>
                  </a:moveTo>
                  <a:lnTo>
                    <a:pt x="2252" y="4"/>
                  </a:lnTo>
                  <a:cubicBezTo>
                    <a:pt x="1640" y="20"/>
                    <a:pt x="1069" y="272"/>
                    <a:pt x="648" y="716"/>
                  </a:cubicBezTo>
                  <a:cubicBezTo>
                    <a:pt x="225" y="1159"/>
                    <a:pt x="0" y="1740"/>
                    <a:pt x="17" y="2352"/>
                  </a:cubicBezTo>
                  <a:cubicBezTo>
                    <a:pt x="32" y="2964"/>
                    <a:pt x="283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3" y="4588"/>
                  </a:lnTo>
                  <a:cubicBezTo>
                    <a:pt x="3064" y="4570"/>
                    <a:pt x="3709" y="4241"/>
                    <a:pt x="4132" y="3683"/>
                  </a:cubicBezTo>
                  <a:lnTo>
                    <a:pt x="4206" y="3586"/>
                  </a:lnTo>
                  <a:lnTo>
                    <a:pt x="2360" y="2540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6241950" y="4932275"/>
              <a:ext cx="63975" cy="64025"/>
            </a:xfrm>
            <a:custGeom>
              <a:avLst/>
              <a:gdLst/>
              <a:ahLst/>
              <a:cxnLst/>
              <a:rect l="l" t="t" r="r" b="b"/>
              <a:pathLst>
                <a:path w="2559" h="2561" extrusionOk="0">
                  <a:moveTo>
                    <a:pt x="1279" y="1"/>
                  </a:moveTo>
                  <a:cubicBezTo>
                    <a:pt x="572" y="1"/>
                    <a:pt x="0" y="574"/>
                    <a:pt x="0" y="1281"/>
                  </a:cubicBezTo>
                  <a:cubicBezTo>
                    <a:pt x="0" y="1987"/>
                    <a:pt x="572" y="2560"/>
                    <a:pt x="1279" y="2560"/>
                  </a:cubicBezTo>
                  <a:cubicBezTo>
                    <a:pt x="1986" y="2560"/>
                    <a:pt x="2558" y="1987"/>
                    <a:pt x="2558" y="1281"/>
                  </a:cubicBezTo>
                  <a:cubicBezTo>
                    <a:pt x="2558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6239250" y="4929650"/>
              <a:ext cx="69350" cy="69300"/>
            </a:xfrm>
            <a:custGeom>
              <a:avLst/>
              <a:gdLst/>
              <a:ahLst/>
              <a:cxnLst/>
              <a:rect l="l" t="t" r="r" b="b"/>
              <a:pathLst>
                <a:path w="2774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5965775" y="4680325"/>
              <a:ext cx="95425" cy="133650"/>
            </a:xfrm>
            <a:custGeom>
              <a:avLst/>
              <a:gdLst/>
              <a:ahLst/>
              <a:cxnLst/>
              <a:rect l="l" t="t" r="r" b="b"/>
              <a:pathLst>
                <a:path w="3817" h="5346" extrusionOk="0">
                  <a:moveTo>
                    <a:pt x="1004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7" y="5346"/>
                  </a:lnTo>
                  <a:lnTo>
                    <a:pt x="3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5963100" y="4677675"/>
              <a:ext cx="100775" cy="138950"/>
            </a:xfrm>
            <a:custGeom>
              <a:avLst/>
              <a:gdLst/>
              <a:ahLst/>
              <a:cxnLst/>
              <a:rect l="l" t="t" r="r" b="b"/>
              <a:pathLst>
                <a:path w="4031" h="5558" extrusionOk="0">
                  <a:moveTo>
                    <a:pt x="3818" y="213"/>
                  </a:moveTo>
                  <a:lnTo>
                    <a:pt x="3818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8" y="11"/>
                    <a:pt x="1038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8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5965775" y="4680325"/>
              <a:ext cx="25925" cy="24175"/>
            </a:xfrm>
            <a:custGeom>
              <a:avLst/>
              <a:gdLst/>
              <a:ahLst/>
              <a:cxnLst/>
              <a:rect l="l" t="t" r="r" b="b"/>
              <a:pathLst>
                <a:path w="1037" h="967" extrusionOk="0">
                  <a:moveTo>
                    <a:pt x="1037" y="0"/>
                  </a:moveTo>
                  <a:lnTo>
                    <a:pt x="1" y="967"/>
                  </a:lnTo>
                  <a:lnTo>
                    <a:pt x="1037" y="96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5962875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4" y="996"/>
                  </a:lnTo>
                  <a:cubicBezTo>
                    <a:pt x="11" y="1026"/>
                    <a:pt x="1" y="1072"/>
                    <a:pt x="17" y="1112"/>
                  </a:cubicBezTo>
                  <a:cubicBezTo>
                    <a:pt x="33" y="1154"/>
                    <a:pt x="72" y="1181"/>
                    <a:pt x="117" y="1181"/>
                  </a:cubicBezTo>
                  <a:lnTo>
                    <a:pt x="1153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6070075" y="4680325"/>
              <a:ext cx="95475" cy="133650"/>
            </a:xfrm>
            <a:custGeom>
              <a:avLst/>
              <a:gdLst/>
              <a:ahLst/>
              <a:cxnLst/>
              <a:rect l="l" t="t" r="r" b="b"/>
              <a:pathLst>
                <a:path w="3819" h="5346" extrusionOk="0">
                  <a:moveTo>
                    <a:pt x="1006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6067425" y="4677675"/>
              <a:ext cx="100800" cy="138950"/>
            </a:xfrm>
            <a:custGeom>
              <a:avLst/>
              <a:gdLst/>
              <a:ahLst/>
              <a:cxnLst/>
              <a:rect l="l" t="t" r="r" b="b"/>
              <a:pathLst>
                <a:path w="4032" h="5558" extrusionOk="0">
                  <a:moveTo>
                    <a:pt x="3817" y="213"/>
                  </a:moveTo>
                  <a:lnTo>
                    <a:pt x="3817" y="5344"/>
                  </a:lnTo>
                  <a:lnTo>
                    <a:pt x="214" y="5344"/>
                  </a:lnTo>
                  <a:lnTo>
                    <a:pt x="214" y="1119"/>
                  </a:lnTo>
                  <a:lnTo>
                    <a:pt x="1155" y="213"/>
                  </a:lnTo>
                  <a:close/>
                  <a:moveTo>
                    <a:pt x="1112" y="1"/>
                  </a:moveTo>
                  <a:cubicBezTo>
                    <a:pt x="1085" y="1"/>
                    <a:pt x="1058" y="11"/>
                    <a:pt x="1039" y="30"/>
                  </a:cubicBezTo>
                  <a:lnTo>
                    <a:pt x="34" y="997"/>
                  </a:lnTo>
                  <a:cubicBezTo>
                    <a:pt x="13" y="1016"/>
                    <a:pt x="1" y="1044"/>
                    <a:pt x="1" y="1073"/>
                  </a:cubicBezTo>
                  <a:lnTo>
                    <a:pt x="1" y="5452"/>
                  </a:lnTo>
                  <a:cubicBezTo>
                    <a:pt x="1" y="5510"/>
                    <a:pt x="49" y="5557"/>
                    <a:pt x="108" y="5557"/>
                  </a:cubicBezTo>
                  <a:lnTo>
                    <a:pt x="3924" y="5557"/>
                  </a:lnTo>
                  <a:cubicBezTo>
                    <a:pt x="3984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4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6070075" y="4680325"/>
              <a:ext cx="25975" cy="24175"/>
            </a:xfrm>
            <a:custGeom>
              <a:avLst/>
              <a:gdLst/>
              <a:ahLst/>
              <a:cxnLst/>
              <a:rect l="l" t="t" r="r" b="b"/>
              <a:pathLst>
                <a:path w="1039" h="967" extrusionOk="0">
                  <a:moveTo>
                    <a:pt x="1038" y="0"/>
                  </a:moveTo>
                  <a:lnTo>
                    <a:pt x="1" y="967"/>
                  </a:lnTo>
                  <a:lnTo>
                    <a:pt x="1038" y="967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6067225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5" y="353"/>
                  </a:moveTo>
                  <a:lnTo>
                    <a:pt x="1045" y="968"/>
                  </a:lnTo>
                  <a:lnTo>
                    <a:pt x="386" y="968"/>
                  </a:lnTo>
                  <a:lnTo>
                    <a:pt x="1045" y="353"/>
                  </a:lnTo>
                  <a:close/>
                  <a:moveTo>
                    <a:pt x="1151" y="1"/>
                  </a:moveTo>
                  <a:cubicBezTo>
                    <a:pt x="1125" y="1"/>
                    <a:pt x="1099" y="11"/>
                    <a:pt x="1079" y="30"/>
                  </a:cubicBezTo>
                  <a:lnTo>
                    <a:pt x="43" y="996"/>
                  </a:lnTo>
                  <a:cubicBezTo>
                    <a:pt x="10" y="1026"/>
                    <a:pt x="0" y="1072"/>
                    <a:pt x="16" y="1112"/>
                  </a:cubicBezTo>
                  <a:cubicBezTo>
                    <a:pt x="33" y="1154"/>
                    <a:pt x="71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8" y="1133"/>
                    <a:pt x="1258" y="1074"/>
                  </a:cubicBezTo>
                  <a:lnTo>
                    <a:pt x="1258" y="107"/>
                  </a:lnTo>
                  <a:cubicBezTo>
                    <a:pt x="1258" y="66"/>
                    <a:pt x="1233" y="27"/>
                    <a:pt x="1194" y="10"/>
                  </a:cubicBezTo>
                  <a:cubicBezTo>
                    <a:pt x="1180" y="4"/>
                    <a:pt x="1165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6174425" y="4680325"/>
              <a:ext cx="95450" cy="133650"/>
            </a:xfrm>
            <a:custGeom>
              <a:avLst/>
              <a:gdLst/>
              <a:ahLst/>
              <a:cxnLst/>
              <a:rect l="l" t="t" r="r" b="b"/>
              <a:pathLst>
                <a:path w="3818" h="5346" extrusionOk="0">
                  <a:moveTo>
                    <a:pt x="1005" y="0"/>
                  </a:moveTo>
                  <a:lnTo>
                    <a:pt x="0" y="967"/>
                  </a:lnTo>
                  <a:lnTo>
                    <a:pt x="0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6171775" y="4677675"/>
              <a:ext cx="100775" cy="138950"/>
            </a:xfrm>
            <a:custGeom>
              <a:avLst/>
              <a:gdLst/>
              <a:ahLst/>
              <a:cxnLst/>
              <a:rect l="l" t="t" r="r" b="b"/>
              <a:pathLst>
                <a:path w="4031" h="5558" extrusionOk="0">
                  <a:moveTo>
                    <a:pt x="3817" y="213"/>
                  </a:moveTo>
                  <a:lnTo>
                    <a:pt x="3817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6" y="11"/>
                    <a:pt x="1037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6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6174425" y="4680325"/>
              <a:ext cx="25925" cy="24175"/>
            </a:xfrm>
            <a:custGeom>
              <a:avLst/>
              <a:gdLst/>
              <a:ahLst/>
              <a:cxnLst/>
              <a:rect l="l" t="t" r="r" b="b"/>
              <a:pathLst>
                <a:path w="1037" h="967" extrusionOk="0">
                  <a:moveTo>
                    <a:pt x="1036" y="0"/>
                  </a:moveTo>
                  <a:lnTo>
                    <a:pt x="0" y="967"/>
                  </a:lnTo>
                  <a:lnTo>
                    <a:pt x="1036" y="967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6171550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2" y="996"/>
                  </a:lnTo>
                  <a:cubicBezTo>
                    <a:pt x="11" y="1026"/>
                    <a:pt x="0" y="1072"/>
                    <a:pt x="17" y="1112"/>
                  </a:cubicBezTo>
                  <a:cubicBezTo>
                    <a:pt x="33" y="1154"/>
                    <a:pt x="72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6120900" y="4362800"/>
              <a:ext cx="5325" cy="246975"/>
            </a:xfrm>
            <a:custGeom>
              <a:avLst/>
              <a:gdLst/>
              <a:ahLst/>
              <a:cxnLst/>
              <a:rect l="l" t="t" r="r" b="b"/>
              <a:pathLst>
                <a:path w="213" h="9879" extrusionOk="0">
                  <a:moveTo>
                    <a:pt x="0" y="1"/>
                  </a:moveTo>
                  <a:lnTo>
                    <a:pt x="0" y="9878"/>
                  </a:lnTo>
                  <a:lnTo>
                    <a:pt x="213" y="987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6102025" y="4588000"/>
              <a:ext cx="40025" cy="40000"/>
            </a:xfrm>
            <a:custGeom>
              <a:avLst/>
              <a:gdLst/>
              <a:ahLst/>
              <a:cxnLst/>
              <a:rect l="l" t="t" r="r" b="b"/>
              <a:pathLst>
                <a:path w="1601" h="1600" extrusionOk="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601" y="1241"/>
                    <a:pt x="1601" y="800"/>
                  </a:cubicBezTo>
                  <a:cubicBezTo>
                    <a:pt x="1601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6099375" y="4585325"/>
              <a:ext cx="45325" cy="45350"/>
            </a:xfrm>
            <a:custGeom>
              <a:avLst/>
              <a:gdLst/>
              <a:ahLst/>
              <a:cxnLst/>
              <a:rect l="l" t="t" r="r" b="b"/>
              <a:pathLst>
                <a:path w="1813" h="1814" extrusionOk="0">
                  <a:moveTo>
                    <a:pt x="906" y="213"/>
                  </a:moveTo>
                  <a:cubicBezTo>
                    <a:pt x="1288" y="213"/>
                    <a:pt x="1600" y="525"/>
                    <a:pt x="1600" y="907"/>
                  </a:cubicBezTo>
                  <a:cubicBezTo>
                    <a:pt x="1600" y="1288"/>
                    <a:pt x="1288" y="1600"/>
                    <a:pt x="906" y="1600"/>
                  </a:cubicBezTo>
                  <a:cubicBezTo>
                    <a:pt x="525" y="1600"/>
                    <a:pt x="213" y="1288"/>
                    <a:pt x="213" y="907"/>
                  </a:cubicBezTo>
                  <a:cubicBezTo>
                    <a:pt x="213" y="525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7"/>
                    <a:pt x="0" y="907"/>
                  </a:cubicBezTo>
                  <a:cubicBezTo>
                    <a:pt x="0" y="1408"/>
                    <a:pt x="407" y="1814"/>
                    <a:pt x="906" y="1814"/>
                  </a:cubicBezTo>
                  <a:cubicBezTo>
                    <a:pt x="1406" y="1814"/>
                    <a:pt x="1812" y="1408"/>
                    <a:pt x="1812" y="907"/>
                  </a:cubicBezTo>
                  <a:cubicBezTo>
                    <a:pt x="1812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4179400" y="3196150"/>
              <a:ext cx="311575" cy="195400"/>
            </a:xfrm>
            <a:custGeom>
              <a:avLst/>
              <a:gdLst/>
              <a:ahLst/>
              <a:cxnLst/>
              <a:rect l="l" t="t" r="r" b="b"/>
              <a:pathLst>
                <a:path w="12463" h="7816" extrusionOk="0">
                  <a:moveTo>
                    <a:pt x="1168" y="38"/>
                  </a:moveTo>
                  <a:cubicBezTo>
                    <a:pt x="1160" y="38"/>
                    <a:pt x="1152" y="38"/>
                    <a:pt x="1144" y="39"/>
                  </a:cubicBezTo>
                  <a:lnTo>
                    <a:pt x="227" y="39"/>
                  </a:lnTo>
                  <a:cubicBezTo>
                    <a:pt x="118" y="48"/>
                    <a:pt x="33" y="134"/>
                    <a:pt x="23" y="242"/>
                  </a:cubicBezTo>
                  <a:cubicBezTo>
                    <a:pt x="11" y="365"/>
                    <a:pt x="102" y="477"/>
                    <a:pt x="227" y="489"/>
                  </a:cubicBezTo>
                  <a:lnTo>
                    <a:pt x="1144" y="489"/>
                  </a:lnTo>
                  <a:cubicBezTo>
                    <a:pt x="1151" y="489"/>
                    <a:pt x="1158" y="490"/>
                    <a:pt x="1165" y="490"/>
                  </a:cubicBezTo>
                  <a:cubicBezTo>
                    <a:pt x="1172" y="490"/>
                    <a:pt x="1180" y="489"/>
                    <a:pt x="1187" y="489"/>
                  </a:cubicBezTo>
                  <a:cubicBezTo>
                    <a:pt x="1312" y="477"/>
                    <a:pt x="1403" y="365"/>
                    <a:pt x="1390" y="242"/>
                  </a:cubicBezTo>
                  <a:cubicBezTo>
                    <a:pt x="1378" y="125"/>
                    <a:pt x="1282" y="38"/>
                    <a:pt x="1168" y="38"/>
                  </a:cubicBezTo>
                  <a:close/>
                  <a:moveTo>
                    <a:pt x="2143" y="48"/>
                  </a:moveTo>
                  <a:cubicBezTo>
                    <a:pt x="2028" y="48"/>
                    <a:pt x="1929" y="136"/>
                    <a:pt x="1918" y="252"/>
                  </a:cubicBezTo>
                  <a:cubicBezTo>
                    <a:pt x="1906" y="377"/>
                    <a:pt x="1997" y="487"/>
                    <a:pt x="2121" y="499"/>
                  </a:cubicBezTo>
                  <a:cubicBezTo>
                    <a:pt x="2128" y="500"/>
                    <a:pt x="2136" y="500"/>
                    <a:pt x="2143" y="500"/>
                  </a:cubicBezTo>
                  <a:cubicBezTo>
                    <a:pt x="2150" y="500"/>
                    <a:pt x="2158" y="500"/>
                    <a:pt x="2165" y="499"/>
                  </a:cubicBezTo>
                  <a:lnTo>
                    <a:pt x="4568" y="499"/>
                  </a:lnTo>
                  <a:cubicBezTo>
                    <a:pt x="4569" y="499"/>
                    <a:pt x="4570" y="499"/>
                    <a:pt x="4571" y="499"/>
                  </a:cubicBezTo>
                  <a:cubicBezTo>
                    <a:pt x="4694" y="499"/>
                    <a:pt x="4793" y="400"/>
                    <a:pt x="4795" y="277"/>
                  </a:cubicBezTo>
                  <a:cubicBezTo>
                    <a:pt x="4795" y="273"/>
                    <a:pt x="4795" y="267"/>
                    <a:pt x="4793" y="262"/>
                  </a:cubicBezTo>
                  <a:lnTo>
                    <a:pt x="4795" y="262"/>
                  </a:lnTo>
                  <a:cubicBezTo>
                    <a:pt x="4789" y="143"/>
                    <a:pt x="4691" y="49"/>
                    <a:pt x="4571" y="49"/>
                  </a:cubicBezTo>
                  <a:cubicBezTo>
                    <a:pt x="4570" y="49"/>
                    <a:pt x="4569" y="49"/>
                    <a:pt x="4568" y="49"/>
                  </a:cubicBezTo>
                  <a:lnTo>
                    <a:pt x="2165" y="49"/>
                  </a:lnTo>
                  <a:cubicBezTo>
                    <a:pt x="2158" y="49"/>
                    <a:pt x="2151" y="48"/>
                    <a:pt x="2143" y="48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7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8"/>
                    <a:pt x="5852" y="264"/>
                  </a:cubicBezTo>
                  <a:lnTo>
                    <a:pt x="5852" y="262"/>
                  </a:ln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7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4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7"/>
                    <a:pt x="7016" y="524"/>
                    <a:pt x="7162" y="524"/>
                  </a:cubicBezTo>
                  <a:cubicBezTo>
                    <a:pt x="7307" y="524"/>
                    <a:pt x="7424" y="407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7"/>
                    <a:pt x="7801" y="524"/>
                    <a:pt x="7947" y="524"/>
                  </a:cubicBezTo>
                  <a:cubicBezTo>
                    <a:pt x="8091" y="524"/>
                    <a:pt x="8209" y="407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7"/>
                    <a:pt x="8587" y="524"/>
                    <a:pt x="8731" y="524"/>
                  </a:cubicBezTo>
                  <a:cubicBezTo>
                    <a:pt x="8876" y="524"/>
                    <a:pt x="8994" y="407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7"/>
                    <a:pt x="9372" y="524"/>
                    <a:pt x="9516" y="524"/>
                  </a:cubicBezTo>
                  <a:cubicBezTo>
                    <a:pt x="9661" y="524"/>
                    <a:pt x="9778" y="407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3"/>
                  </a:moveTo>
                  <a:cubicBezTo>
                    <a:pt x="102" y="1083"/>
                    <a:pt x="0" y="1184"/>
                    <a:pt x="0" y="1309"/>
                  </a:cubicBezTo>
                  <a:cubicBezTo>
                    <a:pt x="0" y="1434"/>
                    <a:pt x="102" y="1535"/>
                    <a:pt x="227" y="1535"/>
                  </a:cubicBezTo>
                  <a:lnTo>
                    <a:pt x="1144" y="1535"/>
                  </a:lnTo>
                  <a:cubicBezTo>
                    <a:pt x="1267" y="1535"/>
                    <a:pt x="1369" y="1434"/>
                    <a:pt x="1369" y="1309"/>
                  </a:cubicBezTo>
                  <a:cubicBezTo>
                    <a:pt x="1369" y="1186"/>
                    <a:pt x="1267" y="1084"/>
                    <a:pt x="1144" y="1083"/>
                  </a:cubicBezTo>
                  <a:close/>
                  <a:moveTo>
                    <a:pt x="2165" y="1083"/>
                  </a:moveTo>
                  <a:cubicBezTo>
                    <a:pt x="2040" y="1083"/>
                    <a:pt x="1939" y="1184"/>
                    <a:pt x="1939" y="1309"/>
                  </a:cubicBezTo>
                  <a:cubicBezTo>
                    <a:pt x="1939" y="1434"/>
                    <a:pt x="2040" y="1535"/>
                    <a:pt x="2164" y="1535"/>
                  </a:cubicBezTo>
                  <a:lnTo>
                    <a:pt x="4568" y="1535"/>
                  </a:lnTo>
                  <a:cubicBezTo>
                    <a:pt x="4569" y="1535"/>
                    <a:pt x="4570" y="1535"/>
                    <a:pt x="4571" y="1535"/>
                  </a:cubicBezTo>
                  <a:cubicBezTo>
                    <a:pt x="4694" y="1535"/>
                    <a:pt x="4793" y="1436"/>
                    <a:pt x="4795" y="1314"/>
                  </a:cubicBezTo>
                  <a:lnTo>
                    <a:pt x="4795" y="1309"/>
                  </a:lnTo>
                  <a:cubicBezTo>
                    <a:pt x="4795" y="1184"/>
                    <a:pt x="4694" y="1083"/>
                    <a:pt x="4568" y="1083"/>
                  </a:cubicBezTo>
                  <a:close/>
                  <a:moveTo>
                    <a:pt x="227" y="2131"/>
                  </a:moveTo>
                  <a:cubicBezTo>
                    <a:pt x="102" y="2131"/>
                    <a:pt x="0" y="2232"/>
                    <a:pt x="0" y="2356"/>
                  </a:cubicBezTo>
                  <a:cubicBezTo>
                    <a:pt x="0" y="2481"/>
                    <a:pt x="102" y="2582"/>
                    <a:pt x="227" y="2582"/>
                  </a:cubicBezTo>
                  <a:lnTo>
                    <a:pt x="1144" y="2582"/>
                  </a:lnTo>
                  <a:cubicBezTo>
                    <a:pt x="1267" y="2582"/>
                    <a:pt x="1369" y="2481"/>
                    <a:pt x="1369" y="2356"/>
                  </a:cubicBezTo>
                  <a:cubicBezTo>
                    <a:pt x="1369" y="2232"/>
                    <a:pt x="1267" y="2131"/>
                    <a:pt x="1144" y="2131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6"/>
                  </a:cubicBezTo>
                  <a:cubicBezTo>
                    <a:pt x="1939" y="2481"/>
                    <a:pt x="2040" y="2582"/>
                    <a:pt x="2165" y="2582"/>
                  </a:cubicBezTo>
                  <a:lnTo>
                    <a:pt x="4568" y="2582"/>
                  </a:lnTo>
                  <a:cubicBezTo>
                    <a:pt x="4569" y="2582"/>
                    <a:pt x="4570" y="2582"/>
                    <a:pt x="4571" y="2582"/>
                  </a:cubicBezTo>
                  <a:cubicBezTo>
                    <a:pt x="4694" y="2582"/>
                    <a:pt x="4793" y="2483"/>
                    <a:pt x="4795" y="2360"/>
                  </a:cubicBezTo>
                  <a:lnTo>
                    <a:pt x="4795" y="2356"/>
                  </a:lnTo>
                  <a:cubicBezTo>
                    <a:pt x="4795" y="2232"/>
                    <a:pt x="4696" y="2131"/>
                    <a:pt x="4573" y="2131"/>
                  </a:cubicBezTo>
                  <a:close/>
                  <a:moveTo>
                    <a:pt x="5590" y="2094"/>
                  </a:moveTo>
                  <a:cubicBezTo>
                    <a:pt x="5445" y="2094"/>
                    <a:pt x="5328" y="2211"/>
                    <a:pt x="5328" y="2356"/>
                  </a:cubicBezTo>
                  <a:cubicBezTo>
                    <a:pt x="5328" y="2502"/>
                    <a:pt x="5445" y="2619"/>
                    <a:pt x="5590" y="2619"/>
                  </a:cubicBezTo>
                  <a:lnTo>
                    <a:pt x="5593" y="2619"/>
                  </a:lnTo>
                  <a:cubicBezTo>
                    <a:pt x="5736" y="2618"/>
                    <a:pt x="5852" y="2500"/>
                    <a:pt x="5852" y="2356"/>
                  </a:cubicBezTo>
                  <a:cubicBezTo>
                    <a:pt x="5852" y="2211"/>
                    <a:pt x="5734" y="2094"/>
                    <a:pt x="5590" y="2094"/>
                  </a:cubicBezTo>
                  <a:close/>
                  <a:moveTo>
                    <a:pt x="6375" y="2094"/>
                  </a:moveTo>
                  <a:cubicBezTo>
                    <a:pt x="6230" y="2094"/>
                    <a:pt x="6112" y="2211"/>
                    <a:pt x="6112" y="2356"/>
                  </a:cubicBezTo>
                  <a:cubicBezTo>
                    <a:pt x="6112" y="2502"/>
                    <a:pt x="6230" y="2619"/>
                    <a:pt x="6375" y="2619"/>
                  </a:cubicBezTo>
                  <a:lnTo>
                    <a:pt x="6377" y="2619"/>
                  </a:lnTo>
                  <a:cubicBezTo>
                    <a:pt x="6520" y="2619"/>
                    <a:pt x="6637" y="2502"/>
                    <a:pt x="6637" y="2359"/>
                  </a:cubicBezTo>
                  <a:lnTo>
                    <a:pt x="6637" y="2356"/>
                  </a:lnTo>
                  <a:cubicBezTo>
                    <a:pt x="6637" y="2211"/>
                    <a:pt x="6520" y="2094"/>
                    <a:pt x="6375" y="2094"/>
                  </a:cubicBezTo>
                  <a:close/>
                  <a:moveTo>
                    <a:pt x="7162" y="2094"/>
                  </a:moveTo>
                  <a:cubicBezTo>
                    <a:pt x="7018" y="2094"/>
                    <a:pt x="6900" y="2211"/>
                    <a:pt x="6900" y="2356"/>
                  </a:cubicBezTo>
                  <a:cubicBezTo>
                    <a:pt x="6900" y="2502"/>
                    <a:pt x="7018" y="2619"/>
                    <a:pt x="7162" y="2619"/>
                  </a:cubicBezTo>
                  <a:cubicBezTo>
                    <a:pt x="7307" y="2619"/>
                    <a:pt x="7424" y="2502"/>
                    <a:pt x="7424" y="2356"/>
                  </a:cubicBezTo>
                  <a:cubicBezTo>
                    <a:pt x="7424" y="2211"/>
                    <a:pt x="7307" y="2094"/>
                    <a:pt x="7162" y="2094"/>
                  </a:cubicBezTo>
                  <a:close/>
                  <a:moveTo>
                    <a:pt x="7947" y="2094"/>
                  </a:moveTo>
                  <a:cubicBezTo>
                    <a:pt x="7802" y="2094"/>
                    <a:pt x="7685" y="2211"/>
                    <a:pt x="7685" y="2356"/>
                  </a:cubicBezTo>
                  <a:cubicBezTo>
                    <a:pt x="7685" y="2502"/>
                    <a:pt x="7802" y="2619"/>
                    <a:pt x="7947" y="2619"/>
                  </a:cubicBezTo>
                  <a:cubicBezTo>
                    <a:pt x="8091" y="2619"/>
                    <a:pt x="8209" y="2502"/>
                    <a:pt x="8209" y="2356"/>
                  </a:cubicBezTo>
                  <a:cubicBezTo>
                    <a:pt x="8209" y="2211"/>
                    <a:pt x="8091" y="2094"/>
                    <a:pt x="7947" y="2094"/>
                  </a:cubicBezTo>
                  <a:close/>
                  <a:moveTo>
                    <a:pt x="8731" y="2094"/>
                  </a:moveTo>
                  <a:cubicBezTo>
                    <a:pt x="8587" y="2094"/>
                    <a:pt x="8469" y="2211"/>
                    <a:pt x="8469" y="2356"/>
                  </a:cubicBezTo>
                  <a:cubicBezTo>
                    <a:pt x="8469" y="2502"/>
                    <a:pt x="8587" y="2619"/>
                    <a:pt x="8731" y="2619"/>
                  </a:cubicBezTo>
                  <a:cubicBezTo>
                    <a:pt x="8876" y="2619"/>
                    <a:pt x="8994" y="2502"/>
                    <a:pt x="8994" y="2356"/>
                  </a:cubicBezTo>
                  <a:cubicBezTo>
                    <a:pt x="8994" y="2211"/>
                    <a:pt x="8876" y="2094"/>
                    <a:pt x="8731" y="2094"/>
                  </a:cubicBezTo>
                  <a:close/>
                  <a:moveTo>
                    <a:pt x="9516" y="2094"/>
                  </a:moveTo>
                  <a:cubicBezTo>
                    <a:pt x="9372" y="2094"/>
                    <a:pt x="9254" y="2211"/>
                    <a:pt x="9254" y="2356"/>
                  </a:cubicBezTo>
                  <a:cubicBezTo>
                    <a:pt x="9254" y="2502"/>
                    <a:pt x="9372" y="2619"/>
                    <a:pt x="9516" y="2619"/>
                  </a:cubicBezTo>
                  <a:cubicBezTo>
                    <a:pt x="9661" y="2619"/>
                    <a:pt x="9778" y="2502"/>
                    <a:pt x="9778" y="2356"/>
                  </a:cubicBezTo>
                  <a:cubicBezTo>
                    <a:pt x="9778" y="2211"/>
                    <a:pt x="9661" y="2094"/>
                    <a:pt x="9516" y="2094"/>
                  </a:cubicBezTo>
                  <a:close/>
                  <a:moveTo>
                    <a:pt x="227" y="3178"/>
                  </a:moveTo>
                  <a:cubicBezTo>
                    <a:pt x="102" y="3178"/>
                    <a:pt x="0" y="3279"/>
                    <a:pt x="0" y="3404"/>
                  </a:cubicBezTo>
                  <a:cubicBezTo>
                    <a:pt x="0" y="3529"/>
                    <a:pt x="102" y="3630"/>
                    <a:pt x="227" y="3630"/>
                  </a:cubicBezTo>
                  <a:lnTo>
                    <a:pt x="1144" y="3630"/>
                  </a:lnTo>
                  <a:cubicBezTo>
                    <a:pt x="1267" y="3629"/>
                    <a:pt x="1369" y="3528"/>
                    <a:pt x="1369" y="3404"/>
                  </a:cubicBezTo>
                  <a:cubicBezTo>
                    <a:pt x="1369" y="3279"/>
                    <a:pt x="1267" y="3178"/>
                    <a:pt x="1144" y="3178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694" y="3630"/>
                    <a:pt x="4795" y="3529"/>
                    <a:pt x="4795" y="3404"/>
                  </a:cubicBez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4224"/>
                  </a:moveTo>
                  <a:cubicBezTo>
                    <a:pt x="102" y="4236"/>
                    <a:pt x="11" y="4347"/>
                    <a:pt x="23" y="4472"/>
                  </a:cubicBezTo>
                  <a:cubicBezTo>
                    <a:pt x="33" y="4579"/>
                    <a:pt x="118" y="4664"/>
                    <a:pt x="227" y="4674"/>
                  </a:cubicBezTo>
                  <a:lnTo>
                    <a:pt x="1144" y="4674"/>
                  </a:lnTo>
                  <a:cubicBezTo>
                    <a:pt x="1267" y="4674"/>
                    <a:pt x="1369" y="4574"/>
                    <a:pt x="1369" y="4451"/>
                  </a:cubicBezTo>
                  <a:cubicBezTo>
                    <a:pt x="1369" y="4326"/>
                    <a:pt x="1267" y="4224"/>
                    <a:pt x="1144" y="4224"/>
                  </a:cubicBezTo>
                  <a:close/>
                  <a:moveTo>
                    <a:pt x="2143" y="4223"/>
                  </a:moveTo>
                  <a:cubicBezTo>
                    <a:pt x="2028" y="4223"/>
                    <a:pt x="1929" y="4311"/>
                    <a:pt x="1918" y="4427"/>
                  </a:cubicBezTo>
                  <a:cubicBezTo>
                    <a:pt x="1906" y="4552"/>
                    <a:pt x="1997" y="4662"/>
                    <a:pt x="2121" y="4674"/>
                  </a:cubicBezTo>
                  <a:cubicBezTo>
                    <a:pt x="2128" y="4675"/>
                    <a:pt x="2136" y="4675"/>
                    <a:pt x="2143" y="4675"/>
                  </a:cubicBezTo>
                  <a:cubicBezTo>
                    <a:pt x="2150" y="4675"/>
                    <a:pt x="2158" y="4675"/>
                    <a:pt x="2165" y="4674"/>
                  </a:cubicBezTo>
                  <a:lnTo>
                    <a:pt x="4568" y="4674"/>
                  </a:lnTo>
                  <a:cubicBezTo>
                    <a:pt x="4569" y="4674"/>
                    <a:pt x="4570" y="4674"/>
                    <a:pt x="4571" y="4674"/>
                  </a:cubicBezTo>
                  <a:cubicBezTo>
                    <a:pt x="4694" y="4674"/>
                    <a:pt x="4793" y="4575"/>
                    <a:pt x="4795" y="4452"/>
                  </a:cubicBezTo>
                  <a:lnTo>
                    <a:pt x="4795" y="4451"/>
                  </a:lnTo>
                  <a:cubicBezTo>
                    <a:pt x="4795" y="4327"/>
                    <a:pt x="4696" y="4226"/>
                    <a:pt x="4573" y="4224"/>
                  </a:cubicBezTo>
                  <a:lnTo>
                    <a:pt x="2165" y="4224"/>
                  </a:lnTo>
                  <a:cubicBezTo>
                    <a:pt x="2158" y="4224"/>
                    <a:pt x="2151" y="4223"/>
                    <a:pt x="2143" y="4223"/>
                  </a:cubicBezTo>
                  <a:close/>
                  <a:moveTo>
                    <a:pt x="8273" y="5103"/>
                  </a:moveTo>
                  <a:cubicBezTo>
                    <a:pt x="8128" y="5103"/>
                    <a:pt x="8011" y="5221"/>
                    <a:pt x="8011" y="5365"/>
                  </a:cubicBezTo>
                  <a:cubicBezTo>
                    <a:pt x="8011" y="5511"/>
                    <a:pt x="8128" y="5627"/>
                    <a:pt x="8273" y="5627"/>
                  </a:cubicBezTo>
                  <a:cubicBezTo>
                    <a:pt x="8417" y="5627"/>
                    <a:pt x="8535" y="5511"/>
                    <a:pt x="8535" y="5365"/>
                  </a:cubicBezTo>
                  <a:cubicBezTo>
                    <a:pt x="8535" y="5221"/>
                    <a:pt x="8417" y="5103"/>
                    <a:pt x="8273" y="5103"/>
                  </a:cubicBezTo>
                  <a:close/>
                  <a:moveTo>
                    <a:pt x="9842" y="5103"/>
                  </a:moveTo>
                  <a:cubicBezTo>
                    <a:pt x="9698" y="5103"/>
                    <a:pt x="9580" y="5221"/>
                    <a:pt x="9580" y="5365"/>
                  </a:cubicBezTo>
                  <a:cubicBezTo>
                    <a:pt x="9580" y="5511"/>
                    <a:pt x="9698" y="5627"/>
                    <a:pt x="9842" y="5627"/>
                  </a:cubicBezTo>
                  <a:lnTo>
                    <a:pt x="9845" y="5627"/>
                  </a:lnTo>
                  <a:cubicBezTo>
                    <a:pt x="9990" y="5627"/>
                    <a:pt x="10106" y="5509"/>
                    <a:pt x="10106" y="5365"/>
                  </a:cubicBezTo>
                  <a:cubicBezTo>
                    <a:pt x="10106" y="5221"/>
                    <a:pt x="9988" y="5103"/>
                    <a:pt x="9842" y="5103"/>
                  </a:cubicBezTo>
                  <a:close/>
                  <a:moveTo>
                    <a:pt x="10628" y="5103"/>
                  </a:moveTo>
                  <a:cubicBezTo>
                    <a:pt x="10482" y="5103"/>
                    <a:pt x="10365" y="5221"/>
                    <a:pt x="10365" y="5365"/>
                  </a:cubicBezTo>
                  <a:cubicBezTo>
                    <a:pt x="10365" y="5511"/>
                    <a:pt x="10482" y="5627"/>
                    <a:pt x="10628" y="5627"/>
                  </a:cubicBezTo>
                  <a:lnTo>
                    <a:pt x="10630" y="5627"/>
                  </a:lnTo>
                  <a:cubicBezTo>
                    <a:pt x="10774" y="5627"/>
                    <a:pt x="10890" y="5509"/>
                    <a:pt x="10890" y="5365"/>
                  </a:cubicBezTo>
                  <a:cubicBezTo>
                    <a:pt x="10890" y="5221"/>
                    <a:pt x="10773" y="5103"/>
                    <a:pt x="10628" y="5103"/>
                  </a:cubicBezTo>
                  <a:close/>
                  <a:moveTo>
                    <a:pt x="11413" y="5103"/>
                  </a:moveTo>
                  <a:cubicBezTo>
                    <a:pt x="11267" y="5103"/>
                    <a:pt x="11151" y="5221"/>
                    <a:pt x="11151" y="5365"/>
                  </a:cubicBezTo>
                  <a:cubicBezTo>
                    <a:pt x="11151" y="5511"/>
                    <a:pt x="11267" y="5627"/>
                    <a:pt x="11413" y="5627"/>
                  </a:cubicBezTo>
                  <a:lnTo>
                    <a:pt x="11415" y="5627"/>
                  </a:lnTo>
                  <a:cubicBezTo>
                    <a:pt x="11559" y="5627"/>
                    <a:pt x="11675" y="5509"/>
                    <a:pt x="11675" y="5365"/>
                  </a:cubicBezTo>
                  <a:cubicBezTo>
                    <a:pt x="11675" y="5221"/>
                    <a:pt x="11557" y="5103"/>
                    <a:pt x="11413" y="5103"/>
                  </a:cubicBezTo>
                  <a:close/>
                  <a:moveTo>
                    <a:pt x="12199" y="5103"/>
                  </a:moveTo>
                  <a:cubicBezTo>
                    <a:pt x="12055" y="5103"/>
                    <a:pt x="11937" y="5221"/>
                    <a:pt x="11937" y="5365"/>
                  </a:cubicBezTo>
                  <a:cubicBezTo>
                    <a:pt x="11937" y="5511"/>
                    <a:pt x="12055" y="5627"/>
                    <a:pt x="12199" y="5627"/>
                  </a:cubicBezTo>
                  <a:cubicBezTo>
                    <a:pt x="12344" y="5627"/>
                    <a:pt x="12461" y="5511"/>
                    <a:pt x="12461" y="5365"/>
                  </a:cubicBezTo>
                  <a:cubicBezTo>
                    <a:pt x="12461" y="5221"/>
                    <a:pt x="12344" y="5103"/>
                    <a:pt x="12199" y="5103"/>
                  </a:cubicBezTo>
                  <a:close/>
                  <a:moveTo>
                    <a:pt x="9058" y="5103"/>
                  </a:moveTo>
                  <a:cubicBezTo>
                    <a:pt x="8913" y="5103"/>
                    <a:pt x="8796" y="5221"/>
                    <a:pt x="8796" y="5365"/>
                  </a:cubicBezTo>
                  <a:cubicBezTo>
                    <a:pt x="8796" y="5511"/>
                    <a:pt x="8913" y="5627"/>
                    <a:pt x="9058" y="5627"/>
                  </a:cubicBezTo>
                  <a:cubicBezTo>
                    <a:pt x="9061" y="5627"/>
                    <a:pt x="9065" y="5627"/>
                    <a:pt x="9068" y="5627"/>
                  </a:cubicBezTo>
                  <a:cubicBezTo>
                    <a:pt x="9209" y="5627"/>
                    <a:pt x="9324" y="5515"/>
                    <a:pt x="9329" y="5374"/>
                  </a:cubicBezTo>
                  <a:lnTo>
                    <a:pt x="9329" y="5365"/>
                  </a:lnTo>
                  <a:lnTo>
                    <a:pt x="9320" y="5365"/>
                  </a:lnTo>
                  <a:cubicBezTo>
                    <a:pt x="9320" y="5221"/>
                    <a:pt x="9203" y="5103"/>
                    <a:pt x="9058" y="5103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2"/>
                    <a:pt x="1369" y="5621"/>
                    <a:pt x="1369" y="5496"/>
                  </a:cubicBezTo>
                  <a:cubicBezTo>
                    <a:pt x="1369" y="5371"/>
                    <a:pt x="1267" y="5271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7" y="5371"/>
                    <a:pt x="4817" y="5496"/>
                  </a:cubicBezTo>
                  <a:cubicBezTo>
                    <a:pt x="4817" y="5621"/>
                    <a:pt x="4918" y="5722"/>
                    <a:pt x="5043" y="5722"/>
                  </a:cubicBezTo>
                  <a:lnTo>
                    <a:pt x="7447" y="5722"/>
                  </a:lnTo>
                  <a:cubicBezTo>
                    <a:pt x="7570" y="5722"/>
                    <a:pt x="7671" y="5624"/>
                    <a:pt x="7673" y="5500"/>
                  </a:cubicBezTo>
                  <a:lnTo>
                    <a:pt x="7673" y="5496"/>
                  </a:lnTo>
                  <a:cubicBezTo>
                    <a:pt x="7673" y="5371"/>
                    <a:pt x="7572" y="5270"/>
                    <a:pt x="7447" y="5270"/>
                  </a:cubicBezTo>
                  <a:close/>
                  <a:moveTo>
                    <a:pt x="227" y="6310"/>
                  </a:moveTo>
                  <a:cubicBezTo>
                    <a:pt x="102" y="6310"/>
                    <a:pt x="0" y="6412"/>
                    <a:pt x="0" y="6537"/>
                  </a:cubicBezTo>
                  <a:cubicBezTo>
                    <a:pt x="0" y="6662"/>
                    <a:pt x="102" y="6763"/>
                    <a:pt x="227" y="6763"/>
                  </a:cubicBezTo>
                  <a:lnTo>
                    <a:pt x="1144" y="6763"/>
                  </a:lnTo>
                  <a:cubicBezTo>
                    <a:pt x="1266" y="6763"/>
                    <a:pt x="1366" y="6665"/>
                    <a:pt x="1369" y="6543"/>
                  </a:cubicBezTo>
                  <a:cubicBezTo>
                    <a:pt x="1372" y="6416"/>
                    <a:pt x="1272" y="6312"/>
                    <a:pt x="1145" y="6310"/>
                  </a:cubicBezTo>
                  <a:close/>
                  <a:moveTo>
                    <a:pt x="5043" y="6310"/>
                  </a:moveTo>
                  <a:cubicBezTo>
                    <a:pt x="4918" y="6310"/>
                    <a:pt x="4817" y="6412"/>
                    <a:pt x="4817" y="6537"/>
                  </a:cubicBezTo>
                  <a:cubicBezTo>
                    <a:pt x="4817" y="6662"/>
                    <a:pt x="4918" y="6763"/>
                    <a:pt x="5043" y="6763"/>
                  </a:cubicBezTo>
                  <a:lnTo>
                    <a:pt x="7447" y="6763"/>
                  </a:lnTo>
                  <a:cubicBezTo>
                    <a:pt x="7570" y="6763"/>
                    <a:pt x="7671" y="6666"/>
                    <a:pt x="7673" y="6543"/>
                  </a:cubicBezTo>
                  <a:cubicBezTo>
                    <a:pt x="7677" y="6418"/>
                    <a:pt x="7579" y="6313"/>
                    <a:pt x="7454" y="6310"/>
                  </a:cubicBezTo>
                  <a:close/>
                  <a:moveTo>
                    <a:pt x="9844" y="7262"/>
                  </a:moveTo>
                  <a:cubicBezTo>
                    <a:pt x="9698" y="7262"/>
                    <a:pt x="9582" y="7380"/>
                    <a:pt x="9582" y="7524"/>
                  </a:cubicBezTo>
                  <a:cubicBezTo>
                    <a:pt x="9582" y="7668"/>
                    <a:pt x="9698" y="7786"/>
                    <a:pt x="9844" y="7786"/>
                  </a:cubicBezTo>
                  <a:lnTo>
                    <a:pt x="9845" y="7786"/>
                  </a:lnTo>
                  <a:cubicBezTo>
                    <a:pt x="9990" y="7786"/>
                    <a:pt x="10106" y="7670"/>
                    <a:pt x="10106" y="7525"/>
                  </a:cubicBezTo>
                  <a:lnTo>
                    <a:pt x="10106" y="7524"/>
                  </a:lnTo>
                  <a:cubicBezTo>
                    <a:pt x="10106" y="7380"/>
                    <a:pt x="9988" y="7262"/>
                    <a:pt x="9844" y="7262"/>
                  </a:cubicBezTo>
                  <a:close/>
                  <a:moveTo>
                    <a:pt x="10628" y="7262"/>
                  </a:moveTo>
                  <a:cubicBezTo>
                    <a:pt x="10484" y="7262"/>
                    <a:pt x="10366" y="7380"/>
                    <a:pt x="10366" y="7524"/>
                  </a:cubicBezTo>
                  <a:cubicBezTo>
                    <a:pt x="10366" y="7668"/>
                    <a:pt x="10484" y="7786"/>
                    <a:pt x="10628" y="7786"/>
                  </a:cubicBezTo>
                  <a:lnTo>
                    <a:pt x="10630" y="7786"/>
                  </a:lnTo>
                  <a:cubicBezTo>
                    <a:pt x="10774" y="7786"/>
                    <a:pt x="10890" y="7670"/>
                    <a:pt x="10890" y="7525"/>
                  </a:cubicBezTo>
                  <a:lnTo>
                    <a:pt x="10890" y="7524"/>
                  </a:lnTo>
                  <a:cubicBezTo>
                    <a:pt x="10890" y="7380"/>
                    <a:pt x="10773" y="7262"/>
                    <a:pt x="10628" y="7262"/>
                  </a:cubicBezTo>
                  <a:close/>
                  <a:moveTo>
                    <a:pt x="11413" y="7262"/>
                  </a:moveTo>
                  <a:cubicBezTo>
                    <a:pt x="11269" y="7262"/>
                    <a:pt x="11151" y="7380"/>
                    <a:pt x="11151" y="7524"/>
                  </a:cubicBezTo>
                  <a:cubicBezTo>
                    <a:pt x="11151" y="7668"/>
                    <a:pt x="11269" y="7786"/>
                    <a:pt x="11413" y="7786"/>
                  </a:cubicBezTo>
                  <a:lnTo>
                    <a:pt x="11415" y="7786"/>
                  </a:lnTo>
                  <a:cubicBezTo>
                    <a:pt x="11559" y="7786"/>
                    <a:pt x="11675" y="7670"/>
                    <a:pt x="11675" y="7525"/>
                  </a:cubicBezTo>
                  <a:lnTo>
                    <a:pt x="11675" y="7524"/>
                  </a:lnTo>
                  <a:cubicBezTo>
                    <a:pt x="11675" y="7380"/>
                    <a:pt x="11557" y="7262"/>
                    <a:pt x="11413" y="7262"/>
                  </a:cubicBezTo>
                  <a:close/>
                  <a:moveTo>
                    <a:pt x="8273" y="7262"/>
                  </a:moveTo>
                  <a:cubicBezTo>
                    <a:pt x="8128" y="7262"/>
                    <a:pt x="8011" y="7380"/>
                    <a:pt x="8011" y="7524"/>
                  </a:cubicBezTo>
                  <a:cubicBezTo>
                    <a:pt x="8011" y="7668"/>
                    <a:pt x="8128" y="7786"/>
                    <a:pt x="8273" y="7786"/>
                  </a:cubicBezTo>
                  <a:cubicBezTo>
                    <a:pt x="8274" y="7786"/>
                    <a:pt x="8275" y="7786"/>
                    <a:pt x="8276" y="7786"/>
                  </a:cubicBezTo>
                  <a:cubicBezTo>
                    <a:pt x="8419" y="7786"/>
                    <a:pt x="8535" y="7670"/>
                    <a:pt x="8536" y="7528"/>
                  </a:cubicBezTo>
                  <a:lnTo>
                    <a:pt x="8536" y="7524"/>
                  </a:lnTo>
                  <a:cubicBezTo>
                    <a:pt x="8536" y="7380"/>
                    <a:pt x="8419" y="7262"/>
                    <a:pt x="8273" y="7262"/>
                  </a:cubicBezTo>
                  <a:close/>
                  <a:moveTo>
                    <a:pt x="12199" y="7262"/>
                  </a:moveTo>
                  <a:cubicBezTo>
                    <a:pt x="12055" y="7262"/>
                    <a:pt x="11937" y="7380"/>
                    <a:pt x="11937" y="7524"/>
                  </a:cubicBezTo>
                  <a:cubicBezTo>
                    <a:pt x="11937" y="7668"/>
                    <a:pt x="12055" y="7786"/>
                    <a:pt x="12199" y="7786"/>
                  </a:cubicBezTo>
                  <a:cubicBezTo>
                    <a:pt x="12200" y="7786"/>
                    <a:pt x="12201" y="7786"/>
                    <a:pt x="12202" y="7786"/>
                  </a:cubicBezTo>
                  <a:cubicBezTo>
                    <a:pt x="12345" y="7786"/>
                    <a:pt x="12461" y="7670"/>
                    <a:pt x="12463" y="7528"/>
                  </a:cubicBezTo>
                  <a:lnTo>
                    <a:pt x="12463" y="7524"/>
                  </a:lnTo>
                  <a:cubicBezTo>
                    <a:pt x="12463" y="7380"/>
                    <a:pt x="12345" y="7262"/>
                    <a:pt x="12199" y="7262"/>
                  </a:cubicBezTo>
                  <a:close/>
                  <a:moveTo>
                    <a:pt x="9059" y="7262"/>
                  </a:moveTo>
                  <a:cubicBezTo>
                    <a:pt x="8913" y="7262"/>
                    <a:pt x="8796" y="7380"/>
                    <a:pt x="8796" y="7524"/>
                  </a:cubicBezTo>
                  <a:cubicBezTo>
                    <a:pt x="8796" y="7668"/>
                    <a:pt x="8913" y="7786"/>
                    <a:pt x="9059" y="7786"/>
                  </a:cubicBezTo>
                  <a:cubicBezTo>
                    <a:pt x="9063" y="7786"/>
                    <a:pt x="9066" y="7786"/>
                    <a:pt x="9070" y="7786"/>
                  </a:cubicBezTo>
                  <a:cubicBezTo>
                    <a:pt x="9208" y="7786"/>
                    <a:pt x="9323" y="7677"/>
                    <a:pt x="9329" y="7537"/>
                  </a:cubicBezTo>
                  <a:cubicBezTo>
                    <a:pt x="9329" y="7533"/>
                    <a:pt x="9329" y="7528"/>
                    <a:pt x="9329" y="7524"/>
                  </a:cubicBezTo>
                  <a:lnTo>
                    <a:pt x="9321" y="7524"/>
                  </a:lnTo>
                  <a:cubicBezTo>
                    <a:pt x="9321" y="7380"/>
                    <a:pt x="9203" y="7262"/>
                    <a:pt x="9059" y="7262"/>
                  </a:cubicBezTo>
                  <a:close/>
                  <a:moveTo>
                    <a:pt x="227" y="7363"/>
                  </a:moveTo>
                  <a:cubicBezTo>
                    <a:pt x="102" y="7363"/>
                    <a:pt x="0" y="7464"/>
                    <a:pt x="0" y="7589"/>
                  </a:cubicBezTo>
                  <a:cubicBezTo>
                    <a:pt x="0" y="7715"/>
                    <a:pt x="102" y="7816"/>
                    <a:pt x="227" y="7816"/>
                  </a:cubicBezTo>
                  <a:lnTo>
                    <a:pt x="1144" y="7816"/>
                  </a:lnTo>
                  <a:cubicBezTo>
                    <a:pt x="1267" y="7814"/>
                    <a:pt x="1369" y="7715"/>
                    <a:pt x="1369" y="7589"/>
                  </a:cubicBezTo>
                  <a:cubicBezTo>
                    <a:pt x="1369" y="7464"/>
                    <a:pt x="1267" y="7363"/>
                    <a:pt x="1144" y="7363"/>
                  </a:cubicBezTo>
                  <a:close/>
                  <a:moveTo>
                    <a:pt x="5043" y="7363"/>
                  </a:moveTo>
                  <a:cubicBezTo>
                    <a:pt x="4918" y="7363"/>
                    <a:pt x="4817" y="7464"/>
                    <a:pt x="4817" y="7589"/>
                  </a:cubicBezTo>
                  <a:cubicBezTo>
                    <a:pt x="4817" y="7715"/>
                    <a:pt x="4918" y="7816"/>
                    <a:pt x="5043" y="7816"/>
                  </a:cubicBezTo>
                  <a:lnTo>
                    <a:pt x="7447" y="7816"/>
                  </a:lnTo>
                  <a:cubicBezTo>
                    <a:pt x="7572" y="7816"/>
                    <a:pt x="7673" y="7715"/>
                    <a:pt x="7673" y="7589"/>
                  </a:cubicBezTo>
                  <a:cubicBezTo>
                    <a:pt x="7674" y="7466"/>
                    <a:pt x="7575" y="7365"/>
                    <a:pt x="7451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4179400" y="3405500"/>
              <a:ext cx="311800" cy="195525"/>
            </a:xfrm>
            <a:custGeom>
              <a:avLst/>
              <a:gdLst/>
              <a:ahLst/>
              <a:cxnLst/>
              <a:rect l="l" t="t" r="r" b="b"/>
              <a:pathLst>
                <a:path w="12472" h="7821" extrusionOk="0">
                  <a:moveTo>
                    <a:pt x="2165" y="39"/>
                  </a:moveTo>
                  <a:cubicBezTo>
                    <a:pt x="2040" y="39"/>
                    <a:pt x="1939" y="140"/>
                    <a:pt x="1939" y="265"/>
                  </a:cubicBezTo>
                  <a:cubicBezTo>
                    <a:pt x="1939" y="390"/>
                    <a:pt x="2040" y="491"/>
                    <a:pt x="2165" y="491"/>
                  </a:cubicBezTo>
                  <a:lnTo>
                    <a:pt x="4568" y="491"/>
                  </a:lnTo>
                  <a:cubicBezTo>
                    <a:pt x="4694" y="491"/>
                    <a:pt x="4795" y="390"/>
                    <a:pt x="4795" y="265"/>
                  </a:cubicBezTo>
                  <a:cubicBezTo>
                    <a:pt x="4795" y="142"/>
                    <a:pt x="4696" y="40"/>
                    <a:pt x="4573" y="39"/>
                  </a:cubicBezTo>
                  <a:close/>
                  <a:moveTo>
                    <a:pt x="227" y="43"/>
                  </a:moveTo>
                  <a:cubicBezTo>
                    <a:pt x="102" y="43"/>
                    <a:pt x="0" y="145"/>
                    <a:pt x="0" y="270"/>
                  </a:cubicBezTo>
                  <a:cubicBezTo>
                    <a:pt x="0" y="395"/>
                    <a:pt x="102" y="496"/>
                    <a:pt x="227" y="496"/>
                  </a:cubicBezTo>
                  <a:lnTo>
                    <a:pt x="1144" y="496"/>
                  </a:lnTo>
                  <a:cubicBezTo>
                    <a:pt x="1267" y="496"/>
                    <a:pt x="1369" y="395"/>
                    <a:pt x="1369" y="270"/>
                  </a:cubicBezTo>
                  <a:cubicBezTo>
                    <a:pt x="1369" y="145"/>
                    <a:pt x="1267" y="43"/>
                    <a:pt x="1144" y="43"/>
                  </a:cubicBezTo>
                  <a:close/>
                  <a:moveTo>
                    <a:pt x="5591" y="0"/>
                  </a:moveTo>
                  <a:cubicBezTo>
                    <a:pt x="5447" y="0"/>
                    <a:pt x="5329" y="116"/>
                    <a:pt x="5328" y="261"/>
                  </a:cubicBezTo>
                  <a:cubicBezTo>
                    <a:pt x="5326" y="405"/>
                    <a:pt x="5442" y="524"/>
                    <a:pt x="5587" y="526"/>
                  </a:cubicBezTo>
                  <a:lnTo>
                    <a:pt x="5591" y="526"/>
                  </a:lnTo>
                  <a:cubicBezTo>
                    <a:pt x="5734" y="524"/>
                    <a:pt x="5850" y="408"/>
                    <a:pt x="5852" y="265"/>
                  </a:cubicBezTo>
                  <a:cubicBezTo>
                    <a:pt x="5853" y="121"/>
                    <a:pt x="5737" y="2"/>
                    <a:pt x="5591" y="0"/>
                  </a:cubicBezTo>
                  <a:close/>
                  <a:moveTo>
                    <a:pt x="6376" y="0"/>
                  </a:moveTo>
                  <a:cubicBezTo>
                    <a:pt x="6232" y="0"/>
                    <a:pt x="6114" y="116"/>
                    <a:pt x="6112" y="261"/>
                  </a:cubicBezTo>
                  <a:cubicBezTo>
                    <a:pt x="6111" y="405"/>
                    <a:pt x="6227" y="524"/>
                    <a:pt x="6373" y="526"/>
                  </a:cubicBezTo>
                  <a:lnTo>
                    <a:pt x="6376" y="526"/>
                  </a:lnTo>
                  <a:cubicBezTo>
                    <a:pt x="6520" y="526"/>
                    <a:pt x="6637" y="408"/>
                    <a:pt x="6637" y="265"/>
                  </a:cubicBezTo>
                  <a:cubicBezTo>
                    <a:pt x="6638" y="121"/>
                    <a:pt x="6522" y="2"/>
                    <a:pt x="6376" y="0"/>
                  </a:cubicBezTo>
                  <a:close/>
                  <a:moveTo>
                    <a:pt x="7164" y="0"/>
                  </a:moveTo>
                  <a:cubicBezTo>
                    <a:pt x="7019" y="0"/>
                    <a:pt x="6900" y="116"/>
                    <a:pt x="6899" y="261"/>
                  </a:cubicBezTo>
                  <a:cubicBezTo>
                    <a:pt x="6899" y="405"/>
                    <a:pt x="7015" y="524"/>
                    <a:pt x="7159" y="526"/>
                  </a:cubicBezTo>
                  <a:lnTo>
                    <a:pt x="7161" y="526"/>
                  </a:lnTo>
                  <a:cubicBezTo>
                    <a:pt x="7305" y="526"/>
                    <a:pt x="7423" y="410"/>
                    <a:pt x="7424" y="265"/>
                  </a:cubicBezTo>
                  <a:cubicBezTo>
                    <a:pt x="7424" y="121"/>
                    <a:pt x="7308" y="2"/>
                    <a:pt x="7164" y="0"/>
                  </a:cubicBezTo>
                  <a:close/>
                  <a:moveTo>
                    <a:pt x="7948" y="0"/>
                  </a:moveTo>
                  <a:cubicBezTo>
                    <a:pt x="7804" y="0"/>
                    <a:pt x="7685" y="116"/>
                    <a:pt x="7683" y="261"/>
                  </a:cubicBezTo>
                  <a:cubicBezTo>
                    <a:pt x="7683" y="405"/>
                    <a:pt x="7799" y="524"/>
                    <a:pt x="7944" y="526"/>
                  </a:cubicBezTo>
                  <a:lnTo>
                    <a:pt x="7947" y="526"/>
                  </a:lnTo>
                  <a:cubicBezTo>
                    <a:pt x="8090" y="526"/>
                    <a:pt x="8207" y="410"/>
                    <a:pt x="8209" y="265"/>
                  </a:cubicBezTo>
                  <a:cubicBezTo>
                    <a:pt x="8210" y="121"/>
                    <a:pt x="8093" y="2"/>
                    <a:pt x="7948" y="0"/>
                  </a:cubicBezTo>
                  <a:close/>
                  <a:moveTo>
                    <a:pt x="8733" y="0"/>
                  </a:moveTo>
                  <a:cubicBezTo>
                    <a:pt x="8589" y="0"/>
                    <a:pt x="8469" y="116"/>
                    <a:pt x="8469" y="261"/>
                  </a:cubicBezTo>
                  <a:cubicBezTo>
                    <a:pt x="8468" y="405"/>
                    <a:pt x="8584" y="524"/>
                    <a:pt x="8729" y="526"/>
                  </a:cubicBezTo>
                  <a:lnTo>
                    <a:pt x="8731" y="526"/>
                  </a:lnTo>
                  <a:cubicBezTo>
                    <a:pt x="8874" y="526"/>
                    <a:pt x="8992" y="410"/>
                    <a:pt x="8994" y="265"/>
                  </a:cubicBezTo>
                  <a:cubicBezTo>
                    <a:pt x="8995" y="121"/>
                    <a:pt x="8877" y="2"/>
                    <a:pt x="8733" y="0"/>
                  </a:cubicBezTo>
                  <a:close/>
                  <a:moveTo>
                    <a:pt x="9518" y="0"/>
                  </a:moveTo>
                  <a:cubicBezTo>
                    <a:pt x="9373" y="0"/>
                    <a:pt x="9256" y="116"/>
                    <a:pt x="9254" y="261"/>
                  </a:cubicBezTo>
                  <a:cubicBezTo>
                    <a:pt x="9253" y="405"/>
                    <a:pt x="9369" y="524"/>
                    <a:pt x="9513" y="526"/>
                  </a:cubicBezTo>
                  <a:lnTo>
                    <a:pt x="9516" y="526"/>
                  </a:lnTo>
                  <a:cubicBezTo>
                    <a:pt x="9659" y="526"/>
                    <a:pt x="9777" y="410"/>
                    <a:pt x="9778" y="265"/>
                  </a:cubicBezTo>
                  <a:cubicBezTo>
                    <a:pt x="9780" y="121"/>
                    <a:pt x="9664" y="2"/>
                    <a:pt x="9518" y="0"/>
                  </a:cubicBezTo>
                  <a:close/>
                  <a:moveTo>
                    <a:pt x="2143" y="1095"/>
                  </a:moveTo>
                  <a:cubicBezTo>
                    <a:pt x="2028" y="1095"/>
                    <a:pt x="1929" y="1182"/>
                    <a:pt x="1918" y="1300"/>
                  </a:cubicBezTo>
                  <a:cubicBezTo>
                    <a:pt x="1906" y="1424"/>
                    <a:pt x="1997" y="1535"/>
                    <a:pt x="2121" y="1547"/>
                  </a:cubicBezTo>
                  <a:cubicBezTo>
                    <a:pt x="2128" y="1548"/>
                    <a:pt x="2136" y="1548"/>
                    <a:pt x="2143" y="1548"/>
                  </a:cubicBezTo>
                  <a:cubicBezTo>
                    <a:pt x="2150" y="1548"/>
                    <a:pt x="2158" y="1548"/>
                    <a:pt x="2165" y="1547"/>
                  </a:cubicBezTo>
                  <a:lnTo>
                    <a:pt x="4568" y="1547"/>
                  </a:lnTo>
                  <a:cubicBezTo>
                    <a:pt x="4569" y="1547"/>
                    <a:pt x="4570" y="1547"/>
                    <a:pt x="4571" y="1547"/>
                  </a:cubicBezTo>
                  <a:cubicBezTo>
                    <a:pt x="4694" y="1547"/>
                    <a:pt x="4793" y="1448"/>
                    <a:pt x="4795" y="1325"/>
                  </a:cubicBezTo>
                  <a:cubicBezTo>
                    <a:pt x="4795" y="1321"/>
                    <a:pt x="4795" y="1315"/>
                    <a:pt x="4793" y="1310"/>
                  </a:cubicBezTo>
                  <a:lnTo>
                    <a:pt x="4795" y="1310"/>
                  </a:lnTo>
                  <a:cubicBezTo>
                    <a:pt x="4789" y="1190"/>
                    <a:pt x="4689" y="1096"/>
                    <a:pt x="4568" y="1096"/>
                  </a:cubicBezTo>
                  <a:lnTo>
                    <a:pt x="2165" y="1096"/>
                  </a:lnTo>
                  <a:cubicBezTo>
                    <a:pt x="2158" y="1095"/>
                    <a:pt x="2151" y="1095"/>
                    <a:pt x="2143" y="1095"/>
                  </a:cubicBezTo>
                  <a:close/>
                  <a:moveTo>
                    <a:pt x="227" y="1100"/>
                  </a:moveTo>
                  <a:cubicBezTo>
                    <a:pt x="102" y="1112"/>
                    <a:pt x="11" y="1224"/>
                    <a:pt x="23" y="1348"/>
                  </a:cubicBezTo>
                  <a:cubicBezTo>
                    <a:pt x="33" y="1455"/>
                    <a:pt x="118" y="1541"/>
                    <a:pt x="227" y="1552"/>
                  </a:cubicBezTo>
                  <a:lnTo>
                    <a:pt x="1144" y="1552"/>
                  </a:lnTo>
                  <a:cubicBezTo>
                    <a:pt x="1267" y="1552"/>
                    <a:pt x="1370" y="1450"/>
                    <a:pt x="1370" y="1325"/>
                  </a:cubicBezTo>
                  <a:cubicBezTo>
                    <a:pt x="1370" y="1321"/>
                    <a:pt x="1370" y="1315"/>
                    <a:pt x="1369" y="1310"/>
                  </a:cubicBezTo>
                  <a:lnTo>
                    <a:pt x="1369" y="1315"/>
                  </a:lnTo>
                  <a:cubicBezTo>
                    <a:pt x="1363" y="1194"/>
                    <a:pt x="1263" y="1100"/>
                    <a:pt x="1144" y="1100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7"/>
                  </a:cubicBezTo>
                  <a:cubicBezTo>
                    <a:pt x="1939" y="2482"/>
                    <a:pt x="2040" y="2583"/>
                    <a:pt x="2165" y="2583"/>
                  </a:cubicBezTo>
                  <a:lnTo>
                    <a:pt x="4568" y="2583"/>
                  </a:lnTo>
                  <a:cubicBezTo>
                    <a:pt x="4569" y="2583"/>
                    <a:pt x="4570" y="2583"/>
                    <a:pt x="4571" y="2583"/>
                  </a:cubicBezTo>
                  <a:cubicBezTo>
                    <a:pt x="4694" y="2583"/>
                    <a:pt x="4793" y="2484"/>
                    <a:pt x="4795" y="2362"/>
                  </a:cubicBezTo>
                  <a:lnTo>
                    <a:pt x="4795" y="2357"/>
                  </a:lnTo>
                  <a:cubicBezTo>
                    <a:pt x="4795" y="2232"/>
                    <a:pt x="4694" y="2131"/>
                    <a:pt x="4568" y="2131"/>
                  </a:cubicBezTo>
                  <a:close/>
                  <a:moveTo>
                    <a:pt x="227" y="2135"/>
                  </a:moveTo>
                  <a:cubicBezTo>
                    <a:pt x="102" y="2135"/>
                    <a:pt x="0" y="2237"/>
                    <a:pt x="0" y="2362"/>
                  </a:cubicBezTo>
                  <a:cubicBezTo>
                    <a:pt x="0" y="2487"/>
                    <a:pt x="102" y="2588"/>
                    <a:pt x="227" y="2588"/>
                  </a:cubicBezTo>
                  <a:lnTo>
                    <a:pt x="1144" y="2588"/>
                  </a:lnTo>
                  <a:cubicBezTo>
                    <a:pt x="1267" y="2588"/>
                    <a:pt x="1369" y="2487"/>
                    <a:pt x="1369" y="2362"/>
                  </a:cubicBezTo>
                  <a:cubicBezTo>
                    <a:pt x="1369" y="2237"/>
                    <a:pt x="1267" y="2137"/>
                    <a:pt x="1144" y="2135"/>
                  </a:cubicBezTo>
                  <a:close/>
                  <a:moveTo>
                    <a:pt x="5593" y="2104"/>
                  </a:moveTo>
                  <a:cubicBezTo>
                    <a:pt x="5590" y="2104"/>
                    <a:pt x="5586" y="2104"/>
                    <a:pt x="5582" y="2104"/>
                  </a:cubicBezTo>
                  <a:cubicBezTo>
                    <a:pt x="5436" y="2108"/>
                    <a:pt x="5323" y="2229"/>
                    <a:pt x="5328" y="2374"/>
                  </a:cubicBezTo>
                  <a:cubicBezTo>
                    <a:pt x="5332" y="2516"/>
                    <a:pt x="5450" y="2628"/>
                    <a:pt x="5593" y="2628"/>
                  </a:cubicBezTo>
                  <a:cubicBezTo>
                    <a:pt x="5736" y="2628"/>
                    <a:pt x="5852" y="2512"/>
                    <a:pt x="5852" y="2368"/>
                  </a:cubicBezTo>
                  <a:cubicBezTo>
                    <a:pt x="5852" y="2365"/>
                    <a:pt x="5852" y="2360"/>
                    <a:pt x="5852" y="2357"/>
                  </a:cubicBezTo>
                  <a:cubicBezTo>
                    <a:pt x="5848" y="2216"/>
                    <a:pt x="5733" y="2104"/>
                    <a:pt x="5593" y="2104"/>
                  </a:cubicBezTo>
                  <a:close/>
                  <a:moveTo>
                    <a:pt x="6378" y="2104"/>
                  </a:moveTo>
                  <a:cubicBezTo>
                    <a:pt x="6374" y="2104"/>
                    <a:pt x="6371" y="2104"/>
                    <a:pt x="6367" y="2104"/>
                  </a:cubicBezTo>
                  <a:cubicBezTo>
                    <a:pt x="6221" y="2108"/>
                    <a:pt x="6108" y="2229"/>
                    <a:pt x="6112" y="2374"/>
                  </a:cubicBezTo>
                  <a:cubicBezTo>
                    <a:pt x="6117" y="2516"/>
                    <a:pt x="6235" y="2628"/>
                    <a:pt x="6377" y="2628"/>
                  </a:cubicBezTo>
                  <a:cubicBezTo>
                    <a:pt x="6520" y="2628"/>
                    <a:pt x="6637" y="2512"/>
                    <a:pt x="6638" y="2368"/>
                  </a:cubicBezTo>
                  <a:cubicBezTo>
                    <a:pt x="6638" y="2365"/>
                    <a:pt x="6638" y="2360"/>
                    <a:pt x="6637" y="2357"/>
                  </a:cubicBezTo>
                  <a:cubicBezTo>
                    <a:pt x="6632" y="2216"/>
                    <a:pt x="6517" y="2104"/>
                    <a:pt x="6378" y="2104"/>
                  </a:cubicBezTo>
                  <a:close/>
                  <a:moveTo>
                    <a:pt x="7164" y="2104"/>
                  </a:moveTo>
                  <a:cubicBezTo>
                    <a:pt x="7160" y="2104"/>
                    <a:pt x="7157" y="2104"/>
                    <a:pt x="7153" y="2104"/>
                  </a:cubicBezTo>
                  <a:cubicBezTo>
                    <a:pt x="7009" y="2108"/>
                    <a:pt x="6896" y="2229"/>
                    <a:pt x="6900" y="2374"/>
                  </a:cubicBezTo>
                  <a:cubicBezTo>
                    <a:pt x="6905" y="2515"/>
                    <a:pt x="7021" y="2628"/>
                    <a:pt x="7162" y="2628"/>
                  </a:cubicBezTo>
                  <a:cubicBezTo>
                    <a:pt x="7307" y="2628"/>
                    <a:pt x="7424" y="2510"/>
                    <a:pt x="7424" y="2366"/>
                  </a:cubicBezTo>
                  <a:lnTo>
                    <a:pt x="7424" y="2357"/>
                  </a:lnTo>
                  <a:cubicBezTo>
                    <a:pt x="7420" y="2216"/>
                    <a:pt x="7304" y="2104"/>
                    <a:pt x="7164" y="2104"/>
                  </a:cubicBezTo>
                  <a:close/>
                  <a:moveTo>
                    <a:pt x="7949" y="2104"/>
                  </a:moveTo>
                  <a:cubicBezTo>
                    <a:pt x="7945" y="2104"/>
                    <a:pt x="7942" y="2104"/>
                    <a:pt x="7938" y="2104"/>
                  </a:cubicBezTo>
                  <a:cubicBezTo>
                    <a:pt x="7793" y="2108"/>
                    <a:pt x="7680" y="2229"/>
                    <a:pt x="7685" y="2374"/>
                  </a:cubicBezTo>
                  <a:cubicBezTo>
                    <a:pt x="7689" y="2515"/>
                    <a:pt x="7805" y="2628"/>
                    <a:pt x="7947" y="2628"/>
                  </a:cubicBezTo>
                  <a:cubicBezTo>
                    <a:pt x="8091" y="2628"/>
                    <a:pt x="8209" y="2510"/>
                    <a:pt x="8209" y="2366"/>
                  </a:cubicBezTo>
                  <a:lnTo>
                    <a:pt x="8209" y="2357"/>
                  </a:lnTo>
                  <a:cubicBezTo>
                    <a:pt x="8205" y="2216"/>
                    <a:pt x="8090" y="2104"/>
                    <a:pt x="7949" y="2104"/>
                  </a:cubicBezTo>
                  <a:close/>
                  <a:moveTo>
                    <a:pt x="8733" y="2104"/>
                  </a:moveTo>
                  <a:cubicBezTo>
                    <a:pt x="8730" y="2104"/>
                    <a:pt x="8726" y="2104"/>
                    <a:pt x="8723" y="2104"/>
                  </a:cubicBezTo>
                  <a:cubicBezTo>
                    <a:pt x="8578" y="2108"/>
                    <a:pt x="8465" y="2229"/>
                    <a:pt x="8469" y="2374"/>
                  </a:cubicBezTo>
                  <a:cubicBezTo>
                    <a:pt x="8474" y="2515"/>
                    <a:pt x="8590" y="2628"/>
                    <a:pt x="8731" y="2628"/>
                  </a:cubicBezTo>
                  <a:cubicBezTo>
                    <a:pt x="8876" y="2628"/>
                    <a:pt x="8994" y="2510"/>
                    <a:pt x="8994" y="2366"/>
                  </a:cubicBezTo>
                  <a:lnTo>
                    <a:pt x="8994" y="2357"/>
                  </a:lnTo>
                  <a:cubicBezTo>
                    <a:pt x="8989" y="2216"/>
                    <a:pt x="8874" y="2104"/>
                    <a:pt x="8733" y="2104"/>
                  </a:cubicBezTo>
                  <a:close/>
                  <a:moveTo>
                    <a:pt x="9519" y="2104"/>
                  </a:moveTo>
                  <a:cubicBezTo>
                    <a:pt x="9516" y="2104"/>
                    <a:pt x="9512" y="2104"/>
                    <a:pt x="9509" y="2104"/>
                  </a:cubicBezTo>
                  <a:cubicBezTo>
                    <a:pt x="9363" y="2108"/>
                    <a:pt x="9250" y="2229"/>
                    <a:pt x="9254" y="2374"/>
                  </a:cubicBezTo>
                  <a:cubicBezTo>
                    <a:pt x="9259" y="2515"/>
                    <a:pt x="9375" y="2628"/>
                    <a:pt x="9516" y="2628"/>
                  </a:cubicBezTo>
                  <a:cubicBezTo>
                    <a:pt x="9661" y="2628"/>
                    <a:pt x="9778" y="2510"/>
                    <a:pt x="9778" y="2366"/>
                  </a:cubicBezTo>
                  <a:lnTo>
                    <a:pt x="9778" y="2357"/>
                  </a:lnTo>
                  <a:cubicBezTo>
                    <a:pt x="9774" y="2216"/>
                    <a:pt x="9659" y="2104"/>
                    <a:pt x="9519" y="2104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569" y="3630"/>
                    <a:pt x="4570" y="3630"/>
                    <a:pt x="4571" y="3630"/>
                  </a:cubicBezTo>
                  <a:cubicBezTo>
                    <a:pt x="4694" y="3630"/>
                    <a:pt x="4793" y="3531"/>
                    <a:pt x="4795" y="3408"/>
                  </a:cubicBezTo>
                  <a:lnTo>
                    <a:pt x="4795" y="3404"/>
                  </a:ln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3182"/>
                  </a:moveTo>
                  <a:cubicBezTo>
                    <a:pt x="102" y="3182"/>
                    <a:pt x="0" y="3283"/>
                    <a:pt x="0" y="3408"/>
                  </a:cubicBezTo>
                  <a:cubicBezTo>
                    <a:pt x="0" y="3533"/>
                    <a:pt x="102" y="3635"/>
                    <a:pt x="227" y="3635"/>
                  </a:cubicBezTo>
                  <a:lnTo>
                    <a:pt x="1144" y="3635"/>
                  </a:lnTo>
                  <a:cubicBezTo>
                    <a:pt x="1267" y="3635"/>
                    <a:pt x="1369" y="3533"/>
                    <a:pt x="1369" y="3408"/>
                  </a:cubicBezTo>
                  <a:cubicBezTo>
                    <a:pt x="1369" y="3283"/>
                    <a:pt x="1267" y="3182"/>
                    <a:pt x="1144" y="3182"/>
                  </a:cubicBezTo>
                  <a:close/>
                  <a:moveTo>
                    <a:pt x="2165" y="4226"/>
                  </a:moveTo>
                  <a:cubicBezTo>
                    <a:pt x="2040" y="4226"/>
                    <a:pt x="1939" y="4327"/>
                    <a:pt x="1939" y="4451"/>
                  </a:cubicBezTo>
                  <a:cubicBezTo>
                    <a:pt x="1939" y="4576"/>
                    <a:pt x="2040" y="4677"/>
                    <a:pt x="2165" y="4677"/>
                  </a:cubicBezTo>
                  <a:lnTo>
                    <a:pt x="4568" y="4677"/>
                  </a:lnTo>
                  <a:cubicBezTo>
                    <a:pt x="4694" y="4677"/>
                    <a:pt x="4795" y="4576"/>
                    <a:pt x="4795" y="4451"/>
                  </a:cubicBezTo>
                  <a:cubicBezTo>
                    <a:pt x="4795" y="4327"/>
                    <a:pt x="4696" y="4226"/>
                    <a:pt x="4573" y="4226"/>
                  </a:cubicBezTo>
                  <a:close/>
                  <a:moveTo>
                    <a:pt x="227" y="4229"/>
                  </a:moveTo>
                  <a:cubicBezTo>
                    <a:pt x="102" y="4229"/>
                    <a:pt x="0" y="4330"/>
                    <a:pt x="0" y="4455"/>
                  </a:cubicBezTo>
                  <a:cubicBezTo>
                    <a:pt x="0" y="4580"/>
                    <a:pt x="102" y="4681"/>
                    <a:pt x="227" y="4681"/>
                  </a:cubicBezTo>
                  <a:lnTo>
                    <a:pt x="1144" y="4681"/>
                  </a:lnTo>
                  <a:cubicBezTo>
                    <a:pt x="1269" y="4680"/>
                    <a:pt x="1370" y="4577"/>
                    <a:pt x="1369" y="4452"/>
                  </a:cubicBezTo>
                  <a:lnTo>
                    <a:pt x="1369" y="4452"/>
                  </a:lnTo>
                  <a:lnTo>
                    <a:pt x="1369" y="4455"/>
                  </a:lnTo>
                  <a:cubicBezTo>
                    <a:pt x="1369" y="4330"/>
                    <a:pt x="1267" y="4229"/>
                    <a:pt x="1144" y="4229"/>
                  </a:cubicBezTo>
                  <a:close/>
                  <a:moveTo>
                    <a:pt x="8273" y="5104"/>
                  </a:moveTo>
                  <a:cubicBezTo>
                    <a:pt x="8128" y="5104"/>
                    <a:pt x="8011" y="5222"/>
                    <a:pt x="8011" y="5366"/>
                  </a:cubicBezTo>
                  <a:cubicBezTo>
                    <a:pt x="8011" y="5511"/>
                    <a:pt x="8128" y="5628"/>
                    <a:pt x="8273" y="5628"/>
                  </a:cubicBezTo>
                  <a:cubicBezTo>
                    <a:pt x="8417" y="5628"/>
                    <a:pt x="8535" y="5511"/>
                    <a:pt x="8535" y="5366"/>
                  </a:cubicBezTo>
                  <a:cubicBezTo>
                    <a:pt x="8535" y="5222"/>
                    <a:pt x="8417" y="5104"/>
                    <a:pt x="8273" y="5104"/>
                  </a:cubicBezTo>
                  <a:close/>
                  <a:moveTo>
                    <a:pt x="9842" y="5104"/>
                  </a:moveTo>
                  <a:cubicBezTo>
                    <a:pt x="9698" y="5104"/>
                    <a:pt x="9580" y="5222"/>
                    <a:pt x="9580" y="5366"/>
                  </a:cubicBezTo>
                  <a:cubicBezTo>
                    <a:pt x="9580" y="5511"/>
                    <a:pt x="9698" y="5628"/>
                    <a:pt x="9842" y="5628"/>
                  </a:cubicBezTo>
                  <a:lnTo>
                    <a:pt x="9845" y="5628"/>
                  </a:lnTo>
                  <a:cubicBezTo>
                    <a:pt x="9988" y="5628"/>
                    <a:pt x="10106" y="5512"/>
                    <a:pt x="10106" y="5368"/>
                  </a:cubicBezTo>
                  <a:lnTo>
                    <a:pt x="10106" y="5366"/>
                  </a:lnTo>
                  <a:cubicBezTo>
                    <a:pt x="10106" y="5222"/>
                    <a:pt x="9988" y="5104"/>
                    <a:pt x="9842" y="5104"/>
                  </a:cubicBezTo>
                  <a:close/>
                  <a:moveTo>
                    <a:pt x="10628" y="5104"/>
                  </a:moveTo>
                  <a:cubicBezTo>
                    <a:pt x="10482" y="5104"/>
                    <a:pt x="10365" y="5222"/>
                    <a:pt x="10365" y="5366"/>
                  </a:cubicBezTo>
                  <a:cubicBezTo>
                    <a:pt x="10365" y="5511"/>
                    <a:pt x="10482" y="5628"/>
                    <a:pt x="10628" y="5628"/>
                  </a:cubicBezTo>
                  <a:lnTo>
                    <a:pt x="10630" y="5628"/>
                  </a:lnTo>
                  <a:cubicBezTo>
                    <a:pt x="10773" y="5628"/>
                    <a:pt x="10890" y="5512"/>
                    <a:pt x="10890" y="5368"/>
                  </a:cubicBezTo>
                  <a:lnTo>
                    <a:pt x="10890" y="5366"/>
                  </a:lnTo>
                  <a:cubicBezTo>
                    <a:pt x="10890" y="5222"/>
                    <a:pt x="10773" y="5104"/>
                    <a:pt x="10628" y="5104"/>
                  </a:cubicBezTo>
                  <a:close/>
                  <a:moveTo>
                    <a:pt x="11413" y="5104"/>
                  </a:moveTo>
                  <a:cubicBezTo>
                    <a:pt x="11267" y="5104"/>
                    <a:pt x="11151" y="5222"/>
                    <a:pt x="11151" y="5366"/>
                  </a:cubicBezTo>
                  <a:cubicBezTo>
                    <a:pt x="11151" y="5511"/>
                    <a:pt x="11267" y="5628"/>
                    <a:pt x="11413" y="5628"/>
                  </a:cubicBezTo>
                  <a:lnTo>
                    <a:pt x="11415" y="5628"/>
                  </a:lnTo>
                  <a:cubicBezTo>
                    <a:pt x="11559" y="5628"/>
                    <a:pt x="11675" y="5512"/>
                    <a:pt x="11675" y="5368"/>
                  </a:cubicBezTo>
                  <a:lnTo>
                    <a:pt x="11675" y="5366"/>
                  </a:lnTo>
                  <a:cubicBezTo>
                    <a:pt x="11675" y="5222"/>
                    <a:pt x="11557" y="5104"/>
                    <a:pt x="11413" y="5104"/>
                  </a:cubicBezTo>
                  <a:close/>
                  <a:moveTo>
                    <a:pt x="12199" y="5104"/>
                  </a:moveTo>
                  <a:cubicBezTo>
                    <a:pt x="12055" y="5104"/>
                    <a:pt x="11937" y="5222"/>
                    <a:pt x="11937" y="5366"/>
                  </a:cubicBezTo>
                  <a:cubicBezTo>
                    <a:pt x="11937" y="5511"/>
                    <a:pt x="12055" y="5628"/>
                    <a:pt x="12199" y="5628"/>
                  </a:cubicBezTo>
                  <a:cubicBezTo>
                    <a:pt x="12344" y="5628"/>
                    <a:pt x="12461" y="5511"/>
                    <a:pt x="12461" y="5366"/>
                  </a:cubicBezTo>
                  <a:cubicBezTo>
                    <a:pt x="12461" y="5222"/>
                    <a:pt x="12344" y="5104"/>
                    <a:pt x="12199" y="5104"/>
                  </a:cubicBezTo>
                  <a:close/>
                  <a:moveTo>
                    <a:pt x="9058" y="5104"/>
                  </a:moveTo>
                  <a:cubicBezTo>
                    <a:pt x="8913" y="5104"/>
                    <a:pt x="8796" y="5222"/>
                    <a:pt x="8796" y="5366"/>
                  </a:cubicBezTo>
                  <a:cubicBezTo>
                    <a:pt x="8796" y="5511"/>
                    <a:pt x="8913" y="5628"/>
                    <a:pt x="9058" y="5628"/>
                  </a:cubicBezTo>
                  <a:cubicBezTo>
                    <a:pt x="9060" y="5628"/>
                    <a:pt x="9063" y="5628"/>
                    <a:pt x="9066" y="5628"/>
                  </a:cubicBezTo>
                  <a:cubicBezTo>
                    <a:pt x="9208" y="5628"/>
                    <a:pt x="9324" y="5517"/>
                    <a:pt x="9329" y="5375"/>
                  </a:cubicBezTo>
                  <a:lnTo>
                    <a:pt x="9329" y="5366"/>
                  </a:lnTo>
                  <a:lnTo>
                    <a:pt x="9320" y="5366"/>
                  </a:lnTo>
                  <a:cubicBezTo>
                    <a:pt x="9320" y="5222"/>
                    <a:pt x="9203" y="5104"/>
                    <a:pt x="9058" y="5104"/>
                  </a:cubicBezTo>
                  <a:close/>
                  <a:moveTo>
                    <a:pt x="5043" y="5272"/>
                  </a:moveTo>
                  <a:cubicBezTo>
                    <a:pt x="4918" y="5272"/>
                    <a:pt x="4817" y="5374"/>
                    <a:pt x="4817" y="5499"/>
                  </a:cubicBezTo>
                  <a:cubicBezTo>
                    <a:pt x="4817" y="5624"/>
                    <a:pt x="4918" y="5725"/>
                    <a:pt x="5043" y="5725"/>
                  </a:cubicBezTo>
                  <a:lnTo>
                    <a:pt x="7447" y="5725"/>
                  </a:lnTo>
                  <a:cubicBezTo>
                    <a:pt x="7572" y="5725"/>
                    <a:pt x="7673" y="5624"/>
                    <a:pt x="7673" y="5499"/>
                  </a:cubicBezTo>
                  <a:cubicBezTo>
                    <a:pt x="7674" y="5375"/>
                    <a:pt x="7575" y="5274"/>
                    <a:pt x="7451" y="5272"/>
                  </a:cubicBezTo>
                  <a:close/>
                  <a:moveTo>
                    <a:pt x="227" y="5277"/>
                  </a:moveTo>
                  <a:cubicBezTo>
                    <a:pt x="102" y="5277"/>
                    <a:pt x="0" y="5378"/>
                    <a:pt x="0" y="5503"/>
                  </a:cubicBezTo>
                  <a:cubicBezTo>
                    <a:pt x="0" y="5627"/>
                    <a:pt x="102" y="5728"/>
                    <a:pt x="227" y="5728"/>
                  </a:cubicBezTo>
                  <a:lnTo>
                    <a:pt x="1144" y="5728"/>
                  </a:lnTo>
                  <a:cubicBezTo>
                    <a:pt x="1269" y="5728"/>
                    <a:pt x="1370" y="5624"/>
                    <a:pt x="1369" y="5499"/>
                  </a:cubicBezTo>
                  <a:lnTo>
                    <a:pt x="1369" y="5499"/>
                  </a:lnTo>
                  <a:lnTo>
                    <a:pt x="1369" y="5503"/>
                  </a:lnTo>
                  <a:cubicBezTo>
                    <a:pt x="1369" y="5378"/>
                    <a:pt x="1267" y="5277"/>
                    <a:pt x="1144" y="5277"/>
                  </a:cubicBezTo>
                  <a:close/>
                  <a:moveTo>
                    <a:pt x="5022" y="6318"/>
                  </a:moveTo>
                  <a:cubicBezTo>
                    <a:pt x="4907" y="6318"/>
                    <a:pt x="4807" y="6405"/>
                    <a:pt x="4796" y="6522"/>
                  </a:cubicBezTo>
                  <a:cubicBezTo>
                    <a:pt x="4784" y="6647"/>
                    <a:pt x="4875" y="6757"/>
                    <a:pt x="5000" y="6769"/>
                  </a:cubicBezTo>
                  <a:cubicBezTo>
                    <a:pt x="5007" y="6770"/>
                    <a:pt x="5014" y="6770"/>
                    <a:pt x="5021" y="6770"/>
                  </a:cubicBezTo>
                  <a:cubicBezTo>
                    <a:pt x="5029" y="6770"/>
                    <a:pt x="5036" y="6770"/>
                    <a:pt x="5043" y="6769"/>
                  </a:cubicBezTo>
                  <a:lnTo>
                    <a:pt x="7447" y="6769"/>
                  </a:lnTo>
                  <a:cubicBezTo>
                    <a:pt x="7447" y="6769"/>
                    <a:pt x="7448" y="6769"/>
                    <a:pt x="7449" y="6769"/>
                  </a:cubicBezTo>
                  <a:cubicBezTo>
                    <a:pt x="7572" y="6769"/>
                    <a:pt x="7671" y="6670"/>
                    <a:pt x="7673" y="6547"/>
                  </a:cubicBezTo>
                  <a:lnTo>
                    <a:pt x="7673" y="6543"/>
                  </a:lnTo>
                  <a:cubicBezTo>
                    <a:pt x="7673" y="6419"/>
                    <a:pt x="7573" y="6319"/>
                    <a:pt x="7450" y="6319"/>
                  </a:cubicBezTo>
                  <a:lnTo>
                    <a:pt x="5043" y="6319"/>
                  </a:lnTo>
                  <a:cubicBezTo>
                    <a:pt x="5036" y="6318"/>
                    <a:pt x="5029" y="6318"/>
                    <a:pt x="5022" y="6318"/>
                  </a:cubicBezTo>
                  <a:close/>
                  <a:moveTo>
                    <a:pt x="227" y="6324"/>
                  </a:moveTo>
                  <a:cubicBezTo>
                    <a:pt x="102" y="6336"/>
                    <a:pt x="11" y="6446"/>
                    <a:pt x="23" y="6571"/>
                  </a:cubicBezTo>
                  <a:cubicBezTo>
                    <a:pt x="33" y="6678"/>
                    <a:pt x="118" y="6763"/>
                    <a:pt x="227" y="6773"/>
                  </a:cubicBezTo>
                  <a:lnTo>
                    <a:pt x="1144" y="6773"/>
                  </a:lnTo>
                  <a:cubicBezTo>
                    <a:pt x="1267" y="6773"/>
                    <a:pt x="1369" y="6672"/>
                    <a:pt x="1369" y="6547"/>
                  </a:cubicBezTo>
                  <a:cubicBezTo>
                    <a:pt x="1369" y="6423"/>
                    <a:pt x="1267" y="6324"/>
                    <a:pt x="1144" y="6324"/>
                  </a:cubicBezTo>
                  <a:close/>
                  <a:moveTo>
                    <a:pt x="8276" y="7268"/>
                  </a:moveTo>
                  <a:cubicBezTo>
                    <a:pt x="8131" y="7268"/>
                    <a:pt x="8012" y="7384"/>
                    <a:pt x="8011" y="7528"/>
                  </a:cubicBezTo>
                  <a:cubicBezTo>
                    <a:pt x="8009" y="7673"/>
                    <a:pt x="8127" y="7792"/>
                    <a:pt x="8271" y="7793"/>
                  </a:cubicBezTo>
                  <a:lnTo>
                    <a:pt x="8273" y="7793"/>
                  </a:lnTo>
                  <a:cubicBezTo>
                    <a:pt x="8417" y="7793"/>
                    <a:pt x="8535" y="7677"/>
                    <a:pt x="8535" y="7533"/>
                  </a:cubicBezTo>
                  <a:lnTo>
                    <a:pt x="8536" y="7533"/>
                  </a:lnTo>
                  <a:cubicBezTo>
                    <a:pt x="8536" y="7388"/>
                    <a:pt x="8420" y="7269"/>
                    <a:pt x="8276" y="7268"/>
                  </a:cubicBezTo>
                  <a:close/>
                  <a:moveTo>
                    <a:pt x="9069" y="7268"/>
                  </a:moveTo>
                  <a:cubicBezTo>
                    <a:pt x="8924" y="7268"/>
                    <a:pt x="8806" y="7384"/>
                    <a:pt x="8804" y="7528"/>
                  </a:cubicBezTo>
                  <a:cubicBezTo>
                    <a:pt x="8803" y="7673"/>
                    <a:pt x="8919" y="7792"/>
                    <a:pt x="9065" y="7793"/>
                  </a:cubicBezTo>
                  <a:lnTo>
                    <a:pt x="9067" y="7793"/>
                  </a:lnTo>
                  <a:cubicBezTo>
                    <a:pt x="9211" y="7793"/>
                    <a:pt x="9327" y="7677"/>
                    <a:pt x="9329" y="7533"/>
                  </a:cubicBezTo>
                  <a:cubicBezTo>
                    <a:pt x="9330" y="7388"/>
                    <a:pt x="9214" y="7269"/>
                    <a:pt x="9069" y="7268"/>
                  </a:cubicBezTo>
                  <a:close/>
                  <a:moveTo>
                    <a:pt x="9854" y="7268"/>
                  </a:moveTo>
                  <a:cubicBezTo>
                    <a:pt x="9708" y="7268"/>
                    <a:pt x="9591" y="7384"/>
                    <a:pt x="9589" y="7528"/>
                  </a:cubicBezTo>
                  <a:cubicBezTo>
                    <a:pt x="9588" y="7673"/>
                    <a:pt x="9705" y="7792"/>
                    <a:pt x="9850" y="7793"/>
                  </a:cubicBezTo>
                  <a:lnTo>
                    <a:pt x="9854" y="7793"/>
                  </a:lnTo>
                  <a:cubicBezTo>
                    <a:pt x="9994" y="7787"/>
                    <a:pt x="10104" y="7673"/>
                    <a:pt x="10106" y="7533"/>
                  </a:cubicBezTo>
                  <a:lnTo>
                    <a:pt x="10113" y="7533"/>
                  </a:lnTo>
                  <a:cubicBezTo>
                    <a:pt x="10115" y="7388"/>
                    <a:pt x="9999" y="7269"/>
                    <a:pt x="9854" y="7268"/>
                  </a:cubicBezTo>
                  <a:close/>
                  <a:moveTo>
                    <a:pt x="10639" y="7268"/>
                  </a:moveTo>
                  <a:cubicBezTo>
                    <a:pt x="10494" y="7268"/>
                    <a:pt x="10375" y="7384"/>
                    <a:pt x="10374" y="7528"/>
                  </a:cubicBezTo>
                  <a:cubicBezTo>
                    <a:pt x="10372" y="7673"/>
                    <a:pt x="10490" y="7792"/>
                    <a:pt x="10634" y="7793"/>
                  </a:cubicBezTo>
                  <a:lnTo>
                    <a:pt x="10639" y="7793"/>
                  </a:lnTo>
                  <a:cubicBezTo>
                    <a:pt x="10779" y="7787"/>
                    <a:pt x="10889" y="7673"/>
                    <a:pt x="10890" y="7533"/>
                  </a:cubicBezTo>
                  <a:lnTo>
                    <a:pt x="10899" y="7533"/>
                  </a:lnTo>
                  <a:cubicBezTo>
                    <a:pt x="10899" y="7388"/>
                    <a:pt x="10783" y="7269"/>
                    <a:pt x="10639" y="7268"/>
                  </a:cubicBezTo>
                  <a:close/>
                  <a:moveTo>
                    <a:pt x="11423" y="7268"/>
                  </a:moveTo>
                  <a:cubicBezTo>
                    <a:pt x="11279" y="7268"/>
                    <a:pt x="11160" y="7384"/>
                    <a:pt x="11158" y="7528"/>
                  </a:cubicBezTo>
                  <a:cubicBezTo>
                    <a:pt x="11158" y="7673"/>
                    <a:pt x="11275" y="7792"/>
                    <a:pt x="11419" y="7793"/>
                  </a:cubicBezTo>
                  <a:lnTo>
                    <a:pt x="11423" y="7793"/>
                  </a:lnTo>
                  <a:cubicBezTo>
                    <a:pt x="11563" y="7787"/>
                    <a:pt x="11674" y="7673"/>
                    <a:pt x="11675" y="7533"/>
                  </a:cubicBezTo>
                  <a:lnTo>
                    <a:pt x="11684" y="7533"/>
                  </a:lnTo>
                  <a:cubicBezTo>
                    <a:pt x="11684" y="7388"/>
                    <a:pt x="11568" y="7269"/>
                    <a:pt x="11423" y="7268"/>
                  </a:cubicBezTo>
                  <a:close/>
                  <a:moveTo>
                    <a:pt x="12210" y="7268"/>
                  </a:moveTo>
                  <a:cubicBezTo>
                    <a:pt x="12065" y="7268"/>
                    <a:pt x="11948" y="7384"/>
                    <a:pt x="11946" y="7528"/>
                  </a:cubicBezTo>
                  <a:cubicBezTo>
                    <a:pt x="11945" y="7673"/>
                    <a:pt x="12061" y="7792"/>
                    <a:pt x="12207" y="7793"/>
                  </a:cubicBezTo>
                  <a:lnTo>
                    <a:pt x="12208" y="7793"/>
                  </a:lnTo>
                  <a:cubicBezTo>
                    <a:pt x="12348" y="7789"/>
                    <a:pt x="12461" y="7673"/>
                    <a:pt x="12461" y="7533"/>
                  </a:cubicBezTo>
                  <a:lnTo>
                    <a:pt x="12470" y="7533"/>
                  </a:lnTo>
                  <a:cubicBezTo>
                    <a:pt x="12472" y="7388"/>
                    <a:pt x="12356" y="7269"/>
                    <a:pt x="12210" y="7268"/>
                  </a:cubicBezTo>
                  <a:close/>
                  <a:moveTo>
                    <a:pt x="5043" y="7364"/>
                  </a:moveTo>
                  <a:cubicBezTo>
                    <a:pt x="4918" y="7364"/>
                    <a:pt x="4819" y="7466"/>
                    <a:pt x="4819" y="7591"/>
                  </a:cubicBezTo>
                  <a:cubicBezTo>
                    <a:pt x="4819" y="7716"/>
                    <a:pt x="4920" y="7816"/>
                    <a:pt x="5043" y="7816"/>
                  </a:cubicBezTo>
                  <a:lnTo>
                    <a:pt x="7447" y="7816"/>
                  </a:lnTo>
                  <a:cubicBezTo>
                    <a:pt x="7447" y="7816"/>
                    <a:pt x="7448" y="7816"/>
                    <a:pt x="7449" y="7816"/>
                  </a:cubicBezTo>
                  <a:cubicBezTo>
                    <a:pt x="7572" y="7816"/>
                    <a:pt x="7671" y="7718"/>
                    <a:pt x="7673" y="7594"/>
                  </a:cubicBezTo>
                  <a:lnTo>
                    <a:pt x="7673" y="7591"/>
                  </a:lnTo>
                  <a:cubicBezTo>
                    <a:pt x="7673" y="7466"/>
                    <a:pt x="7572" y="7364"/>
                    <a:pt x="7447" y="7364"/>
                  </a:cubicBezTo>
                  <a:close/>
                  <a:moveTo>
                    <a:pt x="227" y="7369"/>
                  </a:moveTo>
                  <a:cubicBezTo>
                    <a:pt x="102" y="7369"/>
                    <a:pt x="0" y="7470"/>
                    <a:pt x="0" y="7595"/>
                  </a:cubicBezTo>
                  <a:cubicBezTo>
                    <a:pt x="0" y="7719"/>
                    <a:pt x="102" y="7820"/>
                    <a:pt x="227" y="7820"/>
                  </a:cubicBezTo>
                  <a:lnTo>
                    <a:pt x="1144" y="7820"/>
                  </a:lnTo>
                  <a:cubicBezTo>
                    <a:pt x="1267" y="7820"/>
                    <a:pt x="1369" y="7719"/>
                    <a:pt x="1369" y="7595"/>
                  </a:cubicBezTo>
                  <a:cubicBezTo>
                    <a:pt x="1369" y="7470"/>
                    <a:pt x="1267" y="7370"/>
                    <a:pt x="1144" y="7369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4179400" y="3619975"/>
              <a:ext cx="311575" cy="195375"/>
            </a:xfrm>
            <a:custGeom>
              <a:avLst/>
              <a:gdLst/>
              <a:ahLst/>
              <a:cxnLst/>
              <a:rect l="l" t="t" r="r" b="b"/>
              <a:pathLst>
                <a:path w="12463" h="7815" extrusionOk="0">
                  <a:moveTo>
                    <a:pt x="227" y="38"/>
                  </a:moveTo>
                  <a:cubicBezTo>
                    <a:pt x="102" y="38"/>
                    <a:pt x="0" y="137"/>
                    <a:pt x="0" y="262"/>
                  </a:cubicBezTo>
                  <a:cubicBezTo>
                    <a:pt x="0" y="388"/>
                    <a:pt x="102" y="489"/>
                    <a:pt x="227" y="489"/>
                  </a:cubicBezTo>
                  <a:lnTo>
                    <a:pt x="1144" y="489"/>
                  </a:lnTo>
                  <a:cubicBezTo>
                    <a:pt x="1267" y="489"/>
                    <a:pt x="1369" y="388"/>
                    <a:pt x="1369" y="264"/>
                  </a:cubicBezTo>
                  <a:cubicBezTo>
                    <a:pt x="1369" y="139"/>
                    <a:pt x="1267" y="38"/>
                    <a:pt x="1144" y="38"/>
                  </a:cubicBezTo>
                  <a:close/>
                  <a:moveTo>
                    <a:pt x="2165" y="36"/>
                  </a:moveTo>
                  <a:cubicBezTo>
                    <a:pt x="2040" y="36"/>
                    <a:pt x="1939" y="137"/>
                    <a:pt x="1939" y="262"/>
                  </a:cubicBezTo>
                  <a:cubicBezTo>
                    <a:pt x="1938" y="388"/>
                    <a:pt x="2039" y="489"/>
                    <a:pt x="2164" y="489"/>
                  </a:cubicBezTo>
                  <a:lnTo>
                    <a:pt x="4568" y="489"/>
                  </a:lnTo>
                  <a:cubicBezTo>
                    <a:pt x="4694" y="489"/>
                    <a:pt x="4795" y="388"/>
                    <a:pt x="4795" y="262"/>
                  </a:cubicBezTo>
                  <a:cubicBezTo>
                    <a:pt x="4795" y="139"/>
                    <a:pt x="4696" y="38"/>
                    <a:pt x="4573" y="36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8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7"/>
                    <a:pt x="5852" y="262"/>
                  </a:cubicBez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8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5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8"/>
                    <a:pt x="7016" y="524"/>
                    <a:pt x="7162" y="524"/>
                  </a:cubicBezTo>
                  <a:cubicBezTo>
                    <a:pt x="7307" y="524"/>
                    <a:pt x="7424" y="408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8"/>
                    <a:pt x="7801" y="524"/>
                    <a:pt x="7947" y="524"/>
                  </a:cubicBezTo>
                  <a:cubicBezTo>
                    <a:pt x="8091" y="524"/>
                    <a:pt x="8209" y="408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8"/>
                    <a:pt x="8587" y="524"/>
                    <a:pt x="8731" y="524"/>
                  </a:cubicBezTo>
                  <a:cubicBezTo>
                    <a:pt x="8876" y="524"/>
                    <a:pt x="8994" y="408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8"/>
                    <a:pt x="9372" y="524"/>
                    <a:pt x="9516" y="524"/>
                  </a:cubicBezTo>
                  <a:cubicBezTo>
                    <a:pt x="9661" y="524"/>
                    <a:pt x="9778" y="408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6"/>
                  </a:moveTo>
                  <a:cubicBezTo>
                    <a:pt x="102" y="1086"/>
                    <a:pt x="0" y="1187"/>
                    <a:pt x="0" y="1312"/>
                  </a:cubicBezTo>
                  <a:cubicBezTo>
                    <a:pt x="0" y="1437"/>
                    <a:pt x="102" y="1538"/>
                    <a:pt x="227" y="1538"/>
                  </a:cubicBezTo>
                  <a:lnTo>
                    <a:pt x="1144" y="1538"/>
                  </a:lnTo>
                  <a:cubicBezTo>
                    <a:pt x="1269" y="1537"/>
                    <a:pt x="1369" y="1436"/>
                    <a:pt x="1369" y="1311"/>
                  </a:cubicBezTo>
                  <a:cubicBezTo>
                    <a:pt x="1369" y="1186"/>
                    <a:pt x="1267" y="1086"/>
                    <a:pt x="1144" y="1086"/>
                  </a:cubicBezTo>
                  <a:close/>
                  <a:moveTo>
                    <a:pt x="2165" y="1086"/>
                  </a:moveTo>
                  <a:cubicBezTo>
                    <a:pt x="2040" y="1086"/>
                    <a:pt x="1939" y="1187"/>
                    <a:pt x="1939" y="1312"/>
                  </a:cubicBezTo>
                  <a:cubicBezTo>
                    <a:pt x="1939" y="1437"/>
                    <a:pt x="2040" y="1538"/>
                    <a:pt x="2165" y="1538"/>
                  </a:cubicBezTo>
                  <a:lnTo>
                    <a:pt x="4568" y="1538"/>
                  </a:lnTo>
                  <a:cubicBezTo>
                    <a:pt x="4694" y="1538"/>
                    <a:pt x="4795" y="1437"/>
                    <a:pt x="4795" y="1312"/>
                  </a:cubicBezTo>
                  <a:lnTo>
                    <a:pt x="4795" y="1311"/>
                  </a:lnTo>
                  <a:cubicBezTo>
                    <a:pt x="4795" y="1187"/>
                    <a:pt x="4694" y="1086"/>
                    <a:pt x="4570" y="1086"/>
                  </a:cubicBezTo>
                  <a:close/>
                  <a:moveTo>
                    <a:pt x="227" y="2128"/>
                  </a:moveTo>
                  <a:cubicBezTo>
                    <a:pt x="102" y="2130"/>
                    <a:pt x="0" y="2231"/>
                    <a:pt x="0" y="2356"/>
                  </a:cubicBezTo>
                  <a:cubicBezTo>
                    <a:pt x="0" y="2479"/>
                    <a:pt x="102" y="2581"/>
                    <a:pt x="227" y="2581"/>
                  </a:cubicBezTo>
                  <a:lnTo>
                    <a:pt x="1144" y="2581"/>
                  </a:lnTo>
                  <a:cubicBezTo>
                    <a:pt x="1265" y="2581"/>
                    <a:pt x="1364" y="2485"/>
                    <a:pt x="1369" y="2365"/>
                  </a:cubicBezTo>
                  <a:lnTo>
                    <a:pt x="1369" y="2354"/>
                  </a:lnTo>
                  <a:cubicBezTo>
                    <a:pt x="1369" y="2231"/>
                    <a:pt x="1267" y="2130"/>
                    <a:pt x="1144" y="2128"/>
                  </a:cubicBezTo>
                  <a:close/>
                  <a:moveTo>
                    <a:pt x="2165" y="2128"/>
                  </a:moveTo>
                  <a:cubicBezTo>
                    <a:pt x="2040" y="2130"/>
                    <a:pt x="1939" y="2231"/>
                    <a:pt x="1939" y="2356"/>
                  </a:cubicBezTo>
                  <a:cubicBezTo>
                    <a:pt x="1939" y="2479"/>
                    <a:pt x="2040" y="2581"/>
                    <a:pt x="2165" y="2581"/>
                  </a:cubicBezTo>
                  <a:lnTo>
                    <a:pt x="4568" y="2581"/>
                  </a:lnTo>
                  <a:cubicBezTo>
                    <a:pt x="4569" y="2581"/>
                    <a:pt x="4570" y="2581"/>
                    <a:pt x="4571" y="2581"/>
                  </a:cubicBezTo>
                  <a:cubicBezTo>
                    <a:pt x="4691" y="2581"/>
                    <a:pt x="4790" y="2486"/>
                    <a:pt x="4795" y="2365"/>
                  </a:cubicBezTo>
                  <a:lnTo>
                    <a:pt x="4795" y="2354"/>
                  </a:lnTo>
                  <a:cubicBezTo>
                    <a:pt x="4795" y="2229"/>
                    <a:pt x="4694" y="2128"/>
                    <a:pt x="4568" y="2128"/>
                  </a:cubicBezTo>
                  <a:close/>
                  <a:moveTo>
                    <a:pt x="5590" y="2103"/>
                  </a:moveTo>
                  <a:cubicBezTo>
                    <a:pt x="5445" y="2103"/>
                    <a:pt x="5328" y="2220"/>
                    <a:pt x="5328" y="2366"/>
                  </a:cubicBezTo>
                  <a:cubicBezTo>
                    <a:pt x="5328" y="2511"/>
                    <a:pt x="5445" y="2628"/>
                    <a:pt x="5590" y="2628"/>
                  </a:cubicBezTo>
                  <a:lnTo>
                    <a:pt x="5593" y="2628"/>
                  </a:lnTo>
                  <a:cubicBezTo>
                    <a:pt x="5736" y="2628"/>
                    <a:pt x="5852" y="2511"/>
                    <a:pt x="5852" y="2368"/>
                  </a:cubicBezTo>
                  <a:lnTo>
                    <a:pt x="5852" y="2366"/>
                  </a:lnTo>
                  <a:cubicBezTo>
                    <a:pt x="5852" y="2220"/>
                    <a:pt x="5734" y="2103"/>
                    <a:pt x="5590" y="2103"/>
                  </a:cubicBezTo>
                  <a:close/>
                  <a:moveTo>
                    <a:pt x="6375" y="2103"/>
                  </a:moveTo>
                  <a:cubicBezTo>
                    <a:pt x="6230" y="2103"/>
                    <a:pt x="6112" y="2220"/>
                    <a:pt x="6112" y="2366"/>
                  </a:cubicBezTo>
                  <a:cubicBezTo>
                    <a:pt x="6112" y="2511"/>
                    <a:pt x="6230" y="2628"/>
                    <a:pt x="6375" y="2628"/>
                  </a:cubicBezTo>
                  <a:lnTo>
                    <a:pt x="6377" y="2628"/>
                  </a:lnTo>
                  <a:cubicBezTo>
                    <a:pt x="6520" y="2628"/>
                    <a:pt x="6637" y="2511"/>
                    <a:pt x="6637" y="2368"/>
                  </a:cubicBezTo>
                  <a:lnTo>
                    <a:pt x="6637" y="2366"/>
                  </a:lnTo>
                  <a:cubicBezTo>
                    <a:pt x="6637" y="2220"/>
                    <a:pt x="6520" y="2103"/>
                    <a:pt x="6375" y="2103"/>
                  </a:cubicBezTo>
                  <a:close/>
                  <a:moveTo>
                    <a:pt x="7162" y="2103"/>
                  </a:moveTo>
                  <a:cubicBezTo>
                    <a:pt x="7018" y="2103"/>
                    <a:pt x="6900" y="2220"/>
                    <a:pt x="6900" y="2366"/>
                  </a:cubicBezTo>
                  <a:cubicBezTo>
                    <a:pt x="6900" y="2511"/>
                    <a:pt x="7018" y="2628"/>
                    <a:pt x="7162" y="2628"/>
                  </a:cubicBezTo>
                  <a:cubicBezTo>
                    <a:pt x="7307" y="2628"/>
                    <a:pt x="7424" y="2511"/>
                    <a:pt x="7424" y="2366"/>
                  </a:cubicBezTo>
                  <a:cubicBezTo>
                    <a:pt x="7424" y="2220"/>
                    <a:pt x="7307" y="2103"/>
                    <a:pt x="7162" y="2103"/>
                  </a:cubicBezTo>
                  <a:close/>
                  <a:moveTo>
                    <a:pt x="7947" y="2103"/>
                  </a:moveTo>
                  <a:cubicBezTo>
                    <a:pt x="7802" y="2103"/>
                    <a:pt x="7685" y="2220"/>
                    <a:pt x="7685" y="2366"/>
                  </a:cubicBezTo>
                  <a:cubicBezTo>
                    <a:pt x="7685" y="2511"/>
                    <a:pt x="7802" y="2628"/>
                    <a:pt x="7947" y="2628"/>
                  </a:cubicBezTo>
                  <a:cubicBezTo>
                    <a:pt x="8091" y="2628"/>
                    <a:pt x="8209" y="2511"/>
                    <a:pt x="8209" y="2366"/>
                  </a:cubicBezTo>
                  <a:cubicBezTo>
                    <a:pt x="8209" y="2220"/>
                    <a:pt x="8091" y="2103"/>
                    <a:pt x="7947" y="2103"/>
                  </a:cubicBezTo>
                  <a:close/>
                  <a:moveTo>
                    <a:pt x="8731" y="2103"/>
                  </a:moveTo>
                  <a:cubicBezTo>
                    <a:pt x="8587" y="2103"/>
                    <a:pt x="8469" y="2220"/>
                    <a:pt x="8469" y="2366"/>
                  </a:cubicBezTo>
                  <a:cubicBezTo>
                    <a:pt x="8469" y="2511"/>
                    <a:pt x="8587" y="2628"/>
                    <a:pt x="8731" y="2628"/>
                  </a:cubicBezTo>
                  <a:cubicBezTo>
                    <a:pt x="8876" y="2628"/>
                    <a:pt x="8994" y="2511"/>
                    <a:pt x="8994" y="2366"/>
                  </a:cubicBezTo>
                  <a:cubicBezTo>
                    <a:pt x="8994" y="2220"/>
                    <a:pt x="8876" y="2103"/>
                    <a:pt x="8731" y="2103"/>
                  </a:cubicBezTo>
                  <a:close/>
                  <a:moveTo>
                    <a:pt x="9516" y="2103"/>
                  </a:moveTo>
                  <a:cubicBezTo>
                    <a:pt x="9372" y="2103"/>
                    <a:pt x="9254" y="2220"/>
                    <a:pt x="9254" y="2366"/>
                  </a:cubicBezTo>
                  <a:cubicBezTo>
                    <a:pt x="9254" y="2511"/>
                    <a:pt x="9372" y="2628"/>
                    <a:pt x="9516" y="2628"/>
                  </a:cubicBezTo>
                  <a:cubicBezTo>
                    <a:pt x="9661" y="2628"/>
                    <a:pt x="9778" y="2511"/>
                    <a:pt x="9778" y="2366"/>
                  </a:cubicBezTo>
                  <a:cubicBezTo>
                    <a:pt x="9778" y="2220"/>
                    <a:pt x="9661" y="2103"/>
                    <a:pt x="9516" y="2103"/>
                  </a:cubicBezTo>
                  <a:close/>
                  <a:moveTo>
                    <a:pt x="227" y="3176"/>
                  </a:moveTo>
                  <a:cubicBezTo>
                    <a:pt x="102" y="3176"/>
                    <a:pt x="0" y="3278"/>
                    <a:pt x="0" y="3403"/>
                  </a:cubicBezTo>
                  <a:cubicBezTo>
                    <a:pt x="0" y="3526"/>
                    <a:pt x="102" y="3627"/>
                    <a:pt x="227" y="3627"/>
                  </a:cubicBezTo>
                  <a:lnTo>
                    <a:pt x="1144" y="3627"/>
                  </a:lnTo>
                  <a:cubicBezTo>
                    <a:pt x="1267" y="3627"/>
                    <a:pt x="1368" y="3527"/>
                    <a:pt x="1369" y="3402"/>
                  </a:cubicBezTo>
                  <a:lnTo>
                    <a:pt x="1369" y="3402"/>
                  </a:lnTo>
                  <a:cubicBezTo>
                    <a:pt x="1369" y="3402"/>
                    <a:pt x="1369" y="3402"/>
                    <a:pt x="1369" y="3403"/>
                  </a:cubicBezTo>
                  <a:lnTo>
                    <a:pt x="1369" y="3401"/>
                  </a:lnTo>
                  <a:cubicBezTo>
                    <a:pt x="1369" y="3401"/>
                    <a:pt x="1369" y="3402"/>
                    <a:pt x="1369" y="3402"/>
                  </a:cubicBezTo>
                  <a:lnTo>
                    <a:pt x="1369" y="3402"/>
                  </a:lnTo>
                  <a:cubicBezTo>
                    <a:pt x="1368" y="3277"/>
                    <a:pt x="1267" y="3178"/>
                    <a:pt x="1144" y="3176"/>
                  </a:cubicBezTo>
                  <a:close/>
                  <a:moveTo>
                    <a:pt x="2165" y="3176"/>
                  </a:moveTo>
                  <a:cubicBezTo>
                    <a:pt x="2040" y="3176"/>
                    <a:pt x="1939" y="3276"/>
                    <a:pt x="1939" y="3401"/>
                  </a:cubicBezTo>
                  <a:cubicBezTo>
                    <a:pt x="1938" y="3526"/>
                    <a:pt x="2039" y="3627"/>
                    <a:pt x="2164" y="3627"/>
                  </a:cubicBezTo>
                  <a:lnTo>
                    <a:pt x="4568" y="3627"/>
                  </a:lnTo>
                  <a:cubicBezTo>
                    <a:pt x="4569" y="3627"/>
                    <a:pt x="4570" y="3627"/>
                    <a:pt x="4571" y="3627"/>
                  </a:cubicBezTo>
                  <a:cubicBezTo>
                    <a:pt x="4694" y="3627"/>
                    <a:pt x="4793" y="3528"/>
                    <a:pt x="4795" y="3406"/>
                  </a:cubicBezTo>
                  <a:lnTo>
                    <a:pt x="4795" y="3403"/>
                  </a:lnTo>
                  <a:cubicBezTo>
                    <a:pt x="4795" y="3278"/>
                    <a:pt x="4694" y="3176"/>
                    <a:pt x="4568" y="3176"/>
                  </a:cubicBezTo>
                  <a:close/>
                  <a:moveTo>
                    <a:pt x="227" y="4223"/>
                  </a:moveTo>
                  <a:cubicBezTo>
                    <a:pt x="102" y="4223"/>
                    <a:pt x="0" y="4324"/>
                    <a:pt x="0" y="4449"/>
                  </a:cubicBezTo>
                  <a:cubicBezTo>
                    <a:pt x="0" y="4574"/>
                    <a:pt x="102" y="4674"/>
                    <a:pt x="227" y="4676"/>
                  </a:cubicBezTo>
                  <a:lnTo>
                    <a:pt x="1144" y="4676"/>
                  </a:lnTo>
                  <a:cubicBezTo>
                    <a:pt x="1267" y="4674"/>
                    <a:pt x="1369" y="4573"/>
                    <a:pt x="1369" y="4449"/>
                  </a:cubicBezTo>
                  <a:cubicBezTo>
                    <a:pt x="1369" y="4324"/>
                    <a:pt x="1267" y="4223"/>
                    <a:pt x="1144" y="4223"/>
                  </a:cubicBezTo>
                  <a:close/>
                  <a:moveTo>
                    <a:pt x="2165" y="4223"/>
                  </a:moveTo>
                  <a:cubicBezTo>
                    <a:pt x="2040" y="4223"/>
                    <a:pt x="1939" y="4324"/>
                    <a:pt x="1939" y="4449"/>
                  </a:cubicBezTo>
                  <a:cubicBezTo>
                    <a:pt x="1939" y="4574"/>
                    <a:pt x="2040" y="4674"/>
                    <a:pt x="2165" y="4676"/>
                  </a:cubicBezTo>
                  <a:lnTo>
                    <a:pt x="4568" y="4676"/>
                  </a:lnTo>
                  <a:cubicBezTo>
                    <a:pt x="4694" y="4676"/>
                    <a:pt x="4795" y="4574"/>
                    <a:pt x="4795" y="4449"/>
                  </a:cubicBezTo>
                  <a:cubicBezTo>
                    <a:pt x="4795" y="4326"/>
                    <a:pt x="4696" y="4225"/>
                    <a:pt x="4573" y="4223"/>
                  </a:cubicBezTo>
                  <a:close/>
                  <a:moveTo>
                    <a:pt x="8273" y="5112"/>
                  </a:moveTo>
                  <a:cubicBezTo>
                    <a:pt x="8128" y="5112"/>
                    <a:pt x="8011" y="5230"/>
                    <a:pt x="8011" y="5374"/>
                  </a:cubicBezTo>
                  <a:cubicBezTo>
                    <a:pt x="8011" y="5520"/>
                    <a:pt x="8128" y="5638"/>
                    <a:pt x="8273" y="5638"/>
                  </a:cubicBezTo>
                  <a:cubicBezTo>
                    <a:pt x="8417" y="5638"/>
                    <a:pt x="8535" y="5520"/>
                    <a:pt x="8536" y="5375"/>
                  </a:cubicBezTo>
                  <a:cubicBezTo>
                    <a:pt x="8536" y="5371"/>
                    <a:pt x="8536" y="5368"/>
                    <a:pt x="8535" y="5364"/>
                  </a:cubicBezTo>
                  <a:lnTo>
                    <a:pt x="8535" y="5374"/>
                  </a:lnTo>
                  <a:cubicBezTo>
                    <a:pt x="8535" y="5230"/>
                    <a:pt x="8417" y="5112"/>
                    <a:pt x="8273" y="5112"/>
                  </a:cubicBezTo>
                  <a:close/>
                  <a:moveTo>
                    <a:pt x="9842" y="5112"/>
                  </a:moveTo>
                  <a:cubicBezTo>
                    <a:pt x="9698" y="5112"/>
                    <a:pt x="9580" y="5230"/>
                    <a:pt x="9580" y="5374"/>
                  </a:cubicBezTo>
                  <a:cubicBezTo>
                    <a:pt x="9580" y="5520"/>
                    <a:pt x="9698" y="5638"/>
                    <a:pt x="9842" y="5638"/>
                  </a:cubicBezTo>
                  <a:lnTo>
                    <a:pt x="9845" y="5638"/>
                  </a:lnTo>
                  <a:cubicBezTo>
                    <a:pt x="9988" y="5638"/>
                    <a:pt x="10106" y="5521"/>
                    <a:pt x="10106" y="5377"/>
                  </a:cubicBezTo>
                  <a:cubicBezTo>
                    <a:pt x="10106" y="5376"/>
                    <a:pt x="10106" y="5375"/>
                    <a:pt x="10106" y="5374"/>
                  </a:cubicBezTo>
                  <a:cubicBezTo>
                    <a:pt x="10106" y="5230"/>
                    <a:pt x="9988" y="5112"/>
                    <a:pt x="9842" y="5112"/>
                  </a:cubicBezTo>
                  <a:close/>
                  <a:moveTo>
                    <a:pt x="10628" y="5112"/>
                  </a:moveTo>
                  <a:cubicBezTo>
                    <a:pt x="10482" y="5112"/>
                    <a:pt x="10365" y="5230"/>
                    <a:pt x="10365" y="5374"/>
                  </a:cubicBezTo>
                  <a:cubicBezTo>
                    <a:pt x="10365" y="5520"/>
                    <a:pt x="10482" y="5638"/>
                    <a:pt x="10628" y="5638"/>
                  </a:cubicBezTo>
                  <a:lnTo>
                    <a:pt x="10630" y="5638"/>
                  </a:lnTo>
                  <a:cubicBezTo>
                    <a:pt x="10773" y="5638"/>
                    <a:pt x="10890" y="5521"/>
                    <a:pt x="10890" y="5377"/>
                  </a:cubicBezTo>
                  <a:cubicBezTo>
                    <a:pt x="10890" y="5376"/>
                    <a:pt x="10890" y="5375"/>
                    <a:pt x="10890" y="5374"/>
                  </a:cubicBezTo>
                  <a:cubicBezTo>
                    <a:pt x="10890" y="5230"/>
                    <a:pt x="10773" y="5112"/>
                    <a:pt x="10628" y="5112"/>
                  </a:cubicBezTo>
                  <a:close/>
                  <a:moveTo>
                    <a:pt x="11413" y="5112"/>
                  </a:moveTo>
                  <a:cubicBezTo>
                    <a:pt x="11267" y="5112"/>
                    <a:pt x="11151" y="5230"/>
                    <a:pt x="11151" y="5374"/>
                  </a:cubicBezTo>
                  <a:cubicBezTo>
                    <a:pt x="11151" y="5520"/>
                    <a:pt x="11267" y="5638"/>
                    <a:pt x="11413" y="5638"/>
                  </a:cubicBezTo>
                  <a:lnTo>
                    <a:pt x="11415" y="5638"/>
                  </a:lnTo>
                  <a:cubicBezTo>
                    <a:pt x="11559" y="5638"/>
                    <a:pt x="11675" y="5521"/>
                    <a:pt x="11675" y="5377"/>
                  </a:cubicBezTo>
                  <a:cubicBezTo>
                    <a:pt x="11675" y="5376"/>
                    <a:pt x="11675" y="5375"/>
                    <a:pt x="11675" y="5374"/>
                  </a:cubicBezTo>
                  <a:cubicBezTo>
                    <a:pt x="11675" y="5230"/>
                    <a:pt x="11557" y="5112"/>
                    <a:pt x="11413" y="5112"/>
                  </a:cubicBezTo>
                  <a:close/>
                  <a:moveTo>
                    <a:pt x="12199" y="5112"/>
                  </a:moveTo>
                  <a:cubicBezTo>
                    <a:pt x="12055" y="5112"/>
                    <a:pt x="11937" y="5230"/>
                    <a:pt x="11937" y="5374"/>
                  </a:cubicBezTo>
                  <a:cubicBezTo>
                    <a:pt x="11937" y="5520"/>
                    <a:pt x="12055" y="5638"/>
                    <a:pt x="12199" y="5638"/>
                  </a:cubicBezTo>
                  <a:cubicBezTo>
                    <a:pt x="12344" y="5638"/>
                    <a:pt x="12461" y="5520"/>
                    <a:pt x="12463" y="5375"/>
                  </a:cubicBezTo>
                  <a:cubicBezTo>
                    <a:pt x="12463" y="5371"/>
                    <a:pt x="12463" y="5368"/>
                    <a:pt x="12461" y="5364"/>
                  </a:cubicBezTo>
                  <a:lnTo>
                    <a:pt x="12461" y="5374"/>
                  </a:lnTo>
                  <a:cubicBezTo>
                    <a:pt x="12461" y="5230"/>
                    <a:pt x="12344" y="5112"/>
                    <a:pt x="12199" y="5112"/>
                  </a:cubicBezTo>
                  <a:close/>
                  <a:moveTo>
                    <a:pt x="9058" y="5112"/>
                  </a:moveTo>
                  <a:cubicBezTo>
                    <a:pt x="8913" y="5112"/>
                    <a:pt x="8796" y="5230"/>
                    <a:pt x="8796" y="5374"/>
                  </a:cubicBezTo>
                  <a:cubicBezTo>
                    <a:pt x="8796" y="5520"/>
                    <a:pt x="8913" y="5638"/>
                    <a:pt x="9058" y="5638"/>
                  </a:cubicBezTo>
                  <a:cubicBezTo>
                    <a:pt x="9060" y="5638"/>
                    <a:pt x="9063" y="5638"/>
                    <a:pt x="9066" y="5638"/>
                  </a:cubicBezTo>
                  <a:cubicBezTo>
                    <a:pt x="9208" y="5638"/>
                    <a:pt x="9324" y="5526"/>
                    <a:pt x="9329" y="5383"/>
                  </a:cubicBezTo>
                  <a:cubicBezTo>
                    <a:pt x="9329" y="5377"/>
                    <a:pt x="9329" y="5371"/>
                    <a:pt x="9329" y="5364"/>
                  </a:cubicBezTo>
                  <a:lnTo>
                    <a:pt x="9321" y="5374"/>
                  </a:lnTo>
                  <a:lnTo>
                    <a:pt x="9320" y="5374"/>
                  </a:lnTo>
                  <a:cubicBezTo>
                    <a:pt x="9320" y="5230"/>
                    <a:pt x="9203" y="5112"/>
                    <a:pt x="9058" y="5112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1"/>
                    <a:pt x="1369" y="5621"/>
                    <a:pt x="1369" y="5496"/>
                  </a:cubicBezTo>
                  <a:cubicBezTo>
                    <a:pt x="1369" y="5371"/>
                    <a:pt x="1267" y="5270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9" y="5371"/>
                    <a:pt x="4819" y="5496"/>
                  </a:cubicBezTo>
                  <a:cubicBezTo>
                    <a:pt x="4819" y="5621"/>
                    <a:pt x="4920" y="5722"/>
                    <a:pt x="5043" y="5722"/>
                  </a:cubicBezTo>
                  <a:lnTo>
                    <a:pt x="7447" y="5722"/>
                  </a:lnTo>
                  <a:cubicBezTo>
                    <a:pt x="7572" y="5722"/>
                    <a:pt x="7673" y="5621"/>
                    <a:pt x="7673" y="5496"/>
                  </a:cubicBezTo>
                  <a:cubicBezTo>
                    <a:pt x="7674" y="5372"/>
                    <a:pt x="7575" y="5271"/>
                    <a:pt x="7451" y="5270"/>
                  </a:cubicBezTo>
                  <a:close/>
                  <a:moveTo>
                    <a:pt x="227" y="6316"/>
                  </a:moveTo>
                  <a:cubicBezTo>
                    <a:pt x="102" y="6330"/>
                    <a:pt x="11" y="6440"/>
                    <a:pt x="23" y="6564"/>
                  </a:cubicBezTo>
                  <a:cubicBezTo>
                    <a:pt x="33" y="6672"/>
                    <a:pt x="118" y="6757"/>
                    <a:pt x="227" y="6768"/>
                  </a:cubicBezTo>
                  <a:lnTo>
                    <a:pt x="1144" y="6768"/>
                  </a:lnTo>
                  <a:cubicBezTo>
                    <a:pt x="1267" y="6768"/>
                    <a:pt x="1369" y="6668"/>
                    <a:pt x="1369" y="6543"/>
                  </a:cubicBezTo>
                  <a:cubicBezTo>
                    <a:pt x="1369" y="6418"/>
                    <a:pt x="1267" y="6316"/>
                    <a:pt x="1144" y="6316"/>
                  </a:cubicBezTo>
                  <a:close/>
                  <a:moveTo>
                    <a:pt x="5022" y="6315"/>
                  </a:moveTo>
                  <a:cubicBezTo>
                    <a:pt x="4907" y="6315"/>
                    <a:pt x="4807" y="6403"/>
                    <a:pt x="4796" y="6520"/>
                  </a:cubicBezTo>
                  <a:cubicBezTo>
                    <a:pt x="4784" y="6644"/>
                    <a:pt x="4875" y="6756"/>
                    <a:pt x="5000" y="6768"/>
                  </a:cubicBezTo>
                  <a:cubicBezTo>
                    <a:pt x="5007" y="6768"/>
                    <a:pt x="5014" y="6769"/>
                    <a:pt x="5021" y="6769"/>
                  </a:cubicBezTo>
                  <a:cubicBezTo>
                    <a:pt x="5029" y="6769"/>
                    <a:pt x="5036" y="6768"/>
                    <a:pt x="5043" y="6768"/>
                  </a:cubicBezTo>
                  <a:lnTo>
                    <a:pt x="7447" y="6768"/>
                  </a:lnTo>
                  <a:cubicBezTo>
                    <a:pt x="7570" y="6768"/>
                    <a:pt x="7671" y="6669"/>
                    <a:pt x="7673" y="6546"/>
                  </a:cubicBezTo>
                  <a:lnTo>
                    <a:pt x="7673" y="6543"/>
                  </a:lnTo>
                  <a:cubicBezTo>
                    <a:pt x="7674" y="6419"/>
                    <a:pt x="7575" y="6318"/>
                    <a:pt x="7451" y="6316"/>
                  </a:cubicBezTo>
                  <a:lnTo>
                    <a:pt x="5043" y="6316"/>
                  </a:lnTo>
                  <a:cubicBezTo>
                    <a:pt x="5036" y="6316"/>
                    <a:pt x="5029" y="6315"/>
                    <a:pt x="5022" y="6315"/>
                  </a:cubicBezTo>
                  <a:close/>
                  <a:moveTo>
                    <a:pt x="8273" y="7260"/>
                  </a:moveTo>
                  <a:cubicBezTo>
                    <a:pt x="8130" y="7260"/>
                    <a:pt x="8012" y="7376"/>
                    <a:pt x="8011" y="7520"/>
                  </a:cubicBezTo>
                  <a:cubicBezTo>
                    <a:pt x="8009" y="7665"/>
                    <a:pt x="8127" y="7783"/>
                    <a:pt x="8271" y="7785"/>
                  </a:cubicBezTo>
                  <a:lnTo>
                    <a:pt x="8273" y="7785"/>
                  </a:lnTo>
                  <a:cubicBezTo>
                    <a:pt x="8417" y="7785"/>
                    <a:pt x="8535" y="7668"/>
                    <a:pt x="8535" y="7524"/>
                  </a:cubicBezTo>
                  <a:lnTo>
                    <a:pt x="8536" y="7524"/>
                  </a:lnTo>
                  <a:cubicBezTo>
                    <a:pt x="8536" y="7380"/>
                    <a:pt x="8420" y="7260"/>
                    <a:pt x="8276" y="7260"/>
                  </a:cubicBezTo>
                  <a:cubicBezTo>
                    <a:pt x="8275" y="7260"/>
                    <a:pt x="8274" y="7260"/>
                    <a:pt x="8273" y="7260"/>
                  </a:cubicBezTo>
                  <a:close/>
                  <a:moveTo>
                    <a:pt x="9842" y="7260"/>
                  </a:moveTo>
                  <a:cubicBezTo>
                    <a:pt x="9699" y="7260"/>
                    <a:pt x="9582" y="7376"/>
                    <a:pt x="9580" y="7520"/>
                  </a:cubicBezTo>
                  <a:cubicBezTo>
                    <a:pt x="9580" y="7665"/>
                    <a:pt x="9696" y="7783"/>
                    <a:pt x="9841" y="7785"/>
                  </a:cubicBezTo>
                  <a:lnTo>
                    <a:pt x="9845" y="7785"/>
                  </a:lnTo>
                  <a:cubicBezTo>
                    <a:pt x="9988" y="7783"/>
                    <a:pt x="10104" y="7667"/>
                    <a:pt x="10106" y="7524"/>
                  </a:cubicBezTo>
                  <a:cubicBezTo>
                    <a:pt x="10107" y="7380"/>
                    <a:pt x="9990" y="7260"/>
                    <a:pt x="9845" y="7260"/>
                  </a:cubicBezTo>
                  <a:cubicBezTo>
                    <a:pt x="9844" y="7260"/>
                    <a:pt x="9843" y="7260"/>
                    <a:pt x="9842" y="7260"/>
                  </a:cubicBezTo>
                  <a:close/>
                  <a:moveTo>
                    <a:pt x="10627" y="7260"/>
                  </a:moveTo>
                  <a:cubicBezTo>
                    <a:pt x="10484" y="7260"/>
                    <a:pt x="10366" y="7376"/>
                    <a:pt x="10366" y="7520"/>
                  </a:cubicBezTo>
                  <a:cubicBezTo>
                    <a:pt x="10365" y="7665"/>
                    <a:pt x="10481" y="7783"/>
                    <a:pt x="10625" y="7785"/>
                  </a:cubicBezTo>
                  <a:lnTo>
                    <a:pt x="10630" y="7785"/>
                  </a:lnTo>
                  <a:cubicBezTo>
                    <a:pt x="10773" y="7783"/>
                    <a:pt x="10889" y="7667"/>
                    <a:pt x="10890" y="7524"/>
                  </a:cubicBezTo>
                  <a:cubicBezTo>
                    <a:pt x="10892" y="7380"/>
                    <a:pt x="10774" y="7260"/>
                    <a:pt x="10630" y="7260"/>
                  </a:cubicBezTo>
                  <a:cubicBezTo>
                    <a:pt x="10629" y="7260"/>
                    <a:pt x="10628" y="7260"/>
                    <a:pt x="10627" y="7260"/>
                  </a:cubicBezTo>
                  <a:close/>
                  <a:moveTo>
                    <a:pt x="11412" y="7260"/>
                  </a:moveTo>
                  <a:cubicBezTo>
                    <a:pt x="11269" y="7260"/>
                    <a:pt x="11152" y="7376"/>
                    <a:pt x="11151" y="7520"/>
                  </a:cubicBezTo>
                  <a:cubicBezTo>
                    <a:pt x="11150" y="7665"/>
                    <a:pt x="11266" y="7783"/>
                    <a:pt x="11410" y="7785"/>
                  </a:cubicBezTo>
                  <a:lnTo>
                    <a:pt x="11415" y="7785"/>
                  </a:lnTo>
                  <a:cubicBezTo>
                    <a:pt x="11557" y="7783"/>
                    <a:pt x="11674" y="7667"/>
                    <a:pt x="11675" y="7524"/>
                  </a:cubicBezTo>
                  <a:cubicBezTo>
                    <a:pt x="11677" y="7380"/>
                    <a:pt x="11560" y="7260"/>
                    <a:pt x="11415" y="7260"/>
                  </a:cubicBezTo>
                  <a:cubicBezTo>
                    <a:pt x="11414" y="7260"/>
                    <a:pt x="11413" y="7260"/>
                    <a:pt x="11412" y="7260"/>
                  </a:cubicBezTo>
                  <a:close/>
                  <a:moveTo>
                    <a:pt x="12199" y="7260"/>
                  </a:moveTo>
                  <a:cubicBezTo>
                    <a:pt x="12056" y="7260"/>
                    <a:pt x="11939" y="7376"/>
                    <a:pt x="11937" y="7520"/>
                  </a:cubicBezTo>
                  <a:cubicBezTo>
                    <a:pt x="11936" y="7665"/>
                    <a:pt x="12053" y="7783"/>
                    <a:pt x="12198" y="7785"/>
                  </a:cubicBezTo>
                  <a:lnTo>
                    <a:pt x="12199" y="7785"/>
                  </a:lnTo>
                  <a:cubicBezTo>
                    <a:pt x="12344" y="7785"/>
                    <a:pt x="12461" y="7668"/>
                    <a:pt x="12461" y="7524"/>
                  </a:cubicBezTo>
                  <a:lnTo>
                    <a:pt x="12463" y="7524"/>
                  </a:lnTo>
                  <a:cubicBezTo>
                    <a:pt x="12463" y="7380"/>
                    <a:pt x="12347" y="7260"/>
                    <a:pt x="12202" y="7260"/>
                  </a:cubicBezTo>
                  <a:cubicBezTo>
                    <a:pt x="12201" y="7260"/>
                    <a:pt x="12200" y="7260"/>
                    <a:pt x="12199" y="7260"/>
                  </a:cubicBezTo>
                  <a:close/>
                  <a:moveTo>
                    <a:pt x="9058" y="7260"/>
                  </a:moveTo>
                  <a:cubicBezTo>
                    <a:pt x="8915" y="7260"/>
                    <a:pt x="8797" y="7376"/>
                    <a:pt x="8796" y="7520"/>
                  </a:cubicBezTo>
                  <a:cubicBezTo>
                    <a:pt x="8796" y="7665"/>
                    <a:pt x="8912" y="7783"/>
                    <a:pt x="9056" y="7785"/>
                  </a:cubicBezTo>
                  <a:lnTo>
                    <a:pt x="9058" y="7785"/>
                  </a:lnTo>
                  <a:cubicBezTo>
                    <a:pt x="9060" y="7785"/>
                    <a:pt x="9063" y="7785"/>
                    <a:pt x="9066" y="7785"/>
                  </a:cubicBezTo>
                  <a:cubicBezTo>
                    <a:pt x="9208" y="7785"/>
                    <a:pt x="9324" y="7673"/>
                    <a:pt x="9329" y="7531"/>
                  </a:cubicBezTo>
                  <a:lnTo>
                    <a:pt x="9329" y="7524"/>
                  </a:lnTo>
                  <a:lnTo>
                    <a:pt x="9321" y="7524"/>
                  </a:lnTo>
                  <a:cubicBezTo>
                    <a:pt x="9321" y="7380"/>
                    <a:pt x="9205" y="7260"/>
                    <a:pt x="9061" y="7260"/>
                  </a:cubicBezTo>
                  <a:cubicBezTo>
                    <a:pt x="9060" y="7260"/>
                    <a:pt x="9059" y="7260"/>
                    <a:pt x="9058" y="7260"/>
                  </a:cubicBezTo>
                  <a:close/>
                  <a:moveTo>
                    <a:pt x="227" y="7362"/>
                  </a:moveTo>
                  <a:cubicBezTo>
                    <a:pt x="102" y="7362"/>
                    <a:pt x="0" y="7463"/>
                    <a:pt x="0" y="7588"/>
                  </a:cubicBezTo>
                  <a:cubicBezTo>
                    <a:pt x="0" y="7713"/>
                    <a:pt x="102" y="7814"/>
                    <a:pt x="227" y="7814"/>
                  </a:cubicBezTo>
                  <a:lnTo>
                    <a:pt x="1144" y="7814"/>
                  </a:lnTo>
                  <a:cubicBezTo>
                    <a:pt x="1267" y="7814"/>
                    <a:pt x="1369" y="7713"/>
                    <a:pt x="1369" y="7588"/>
                  </a:cubicBezTo>
                  <a:cubicBezTo>
                    <a:pt x="1369" y="7464"/>
                    <a:pt x="1267" y="7363"/>
                    <a:pt x="1144" y="7362"/>
                  </a:cubicBezTo>
                  <a:close/>
                  <a:moveTo>
                    <a:pt x="5043" y="7362"/>
                  </a:moveTo>
                  <a:cubicBezTo>
                    <a:pt x="4918" y="7362"/>
                    <a:pt x="4819" y="7463"/>
                    <a:pt x="4819" y="7588"/>
                  </a:cubicBezTo>
                  <a:cubicBezTo>
                    <a:pt x="4819" y="7713"/>
                    <a:pt x="4920" y="7814"/>
                    <a:pt x="5043" y="7814"/>
                  </a:cubicBezTo>
                  <a:lnTo>
                    <a:pt x="7447" y="7814"/>
                  </a:lnTo>
                  <a:cubicBezTo>
                    <a:pt x="7447" y="7814"/>
                    <a:pt x="7448" y="7814"/>
                    <a:pt x="7449" y="7814"/>
                  </a:cubicBezTo>
                  <a:cubicBezTo>
                    <a:pt x="7572" y="7814"/>
                    <a:pt x="7671" y="7715"/>
                    <a:pt x="7673" y="7592"/>
                  </a:cubicBezTo>
                  <a:lnTo>
                    <a:pt x="7673" y="7588"/>
                  </a:lnTo>
                  <a:cubicBezTo>
                    <a:pt x="7673" y="7463"/>
                    <a:pt x="7572" y="7362"/>
                    <a:pt x="7447" y="736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4530125" y="3196150"/>
              <a:ext cx="312325" cy="195400"/>
            </a:xfrm>
            <a:custGeom>
              <a:avLst/>
              <a:gdLst/>
              <a:ahLst/>
              <a:cxnLst/>
              <a:rect l="l" t="t" r="r" b="b"/>
              <a:pathLst>
                <a:path w="12493" h="7816" extrusionOk="0">
                  <a:moveTo>
                    <a:pt x="1198" y="38"/>
                  </a:moveTo>
                  <a:cubicBezTo>
                    <a:pt x="1190" y="38"/>
                    <a:pt x="1182" y="38"/>
                    <a:pt x="1173" y="39"/>
                  </a:cubicBezTo>
                  <a:lnTo>
                    <a:pt x="259" y="39"/>
                  </a:lnTo>
                  <a:cubicBezTo>
                    <a:pt x="252" y="38"/>
                    <a:pt x="244" y="38"/>
                    <a:pt x="237" y="38"/>
                  </a:cubicBezTo>
                  <a:cubicBezTo>
                    <a:pt x="229" y="38"/>
                    <a:pt x="222" y="38"/>
                    <a:pt x="215" y="39"/>
                  </a:cubicBezTo>
                  <a:cubicBezTo>
                    <a:pt x="91" y="51"/>
                    <a:pt x="0" y="161"/>
                    <a:pt x="12" y="285"/>
                  </a:cubicBezTo>
                  <a:cubicBezTo>
                    <a:pt x="23" y="402"/>
                    <a:pt x="121" y="490"/>
                    <a:pt x="237" y="490"/>
                  </a:cubicBezTo>
                  <a:cubicBezTo>
                    <a:pt x="244" y="490"/>
                    <a:pt x="252" y="489"/>
                    <a:pt x="259" y="489"/>
                  </a:cubicBezTo>
                  <a:lnTo>
                    <a:pt x="1173" y="489"/>
                  </a:lnTo>
                  <a:cubicBezTo>
                    <a:pt x="1181" y="489"/>
                    <a:pt x="1188" y="490"/>
                    <a:pt x="1196" y="490"/>
                  </a:cubicBezTo>
                  <a:cubicBezTo>
                    <a:pt x="1203" y="490"/>
                    <a:pt x="1211" y="489"/>
                    <a:pt x="1218" y="489"/>
                  </a:cubicBezTo>
                  <a:cubicBezTo>
                    <a:pt x="1342" y="477"/>
                    <a:pt x="1432" y="365"/>
                    <a:pt x="1421" y="242"/>
                  </a:cubicBezTo>
                  <a:cubicBezTo>
                    <a:pt x="1409" y="125"/>
                    <a:pt x="1313" y="38"/>
                    <a:pt x="1198" y="38"/>
                  </a:cubicBezTo>
                  <a:close/>
                  <a:moveTo>
                    <a:pt x="2173" y="48"/>
                  </a:moveTo>
                  <a:cubicBezTo>
                    <a:pt x="2059" y="48"/>
                    <a:pt x="1960" y="136"/>
                    <a:pt x="1949" y="252"/>
                  </a:cubicBezTo>
                  <a:cubicBezTo>
                    <a:pt x="1936" y="377"/>
                    <a:pt x="2027" y="487"/>
                    <a:pt x="2152" y="499"/>
                  </a:cubicBezTo>
                  <a:cubicBezTo>
                    <a:pt x="2159" y="500"/>
                    <a:pt x="2167" y="500"/>
                    <a:pt x="2174" y="500"/>
                  </a:cubicBezTo>
                  <a:cubicBezTo>
                    <a:pt x="2181" y="500"/>
                    <a:pt x="2188" y="500"/>
                    <a:pt x="2195" y="499"/>
                  </a:cubicBezTo>
                  <a:lnTo>
                    <a:pt x="4601" y="499"/>
                  </a:lnTo>
                  <a:cubicBezTo>
                    <a:pt x="4726" y="499"/>
                    <a:pt x="4827" y="398"/>
                    <a:pt x="4827" y="273"/>
                  </a:cubicBezTo>
                  <a:cubicBezTo>
                    <a:pt x="4827" y="270"/>
                    <a:pt x="4827" y="265"/>
                    <a:pt x="4827" y="262"/>
                  </a:cubicBezTo>
                  <a:cubicBezTo>
                    <a:pt x="4820" y="142"/>
                    <a:pt x="4722" y="49"/>
                    <a:pt x="4601" y="49"/>
                  </a:cubicBezTo>
                  <a:lnTo>
                    <a:pt x="2195" y="49"/>
                  </a:lnTo>
                  <a:cubicBezTo>
                    <a:pt x="2187" y="49"/>
                    <a:pt x="2180" y="48"/>
                    <a:pt x="2173" y="48"/>
                  </a:cubicBezTo>
                  <a:close/>
                  <a:moveTo>
                    <a:pt x="5622" y="0"/>
                  </a:moveTo>
                  <a:cubicBezTo>
                    <a:pt x="5478" y="0"/>
                    <a:pt x="5360" y="118"/>
                    <a:pt x="5360" y="262"/>
                  </a:cubicBezTo>
                  <a:cubicBezTo>
                    <a:pt x="5360" y="407"/>
                    <a:pt x="5478" y="524"/>
                    <a:pt x="5622" y="524"/>
                  </a:cubicBezTo>
                  <a:cubicBezTo>
                    <a:pt x="5767" y="524"/>
                    <a:pt x="5884" y="407"/>
                    <a:pt x="5884" y="262"/>
                  </a:cubicBezTo>
                  <a:cubicBezTo>
                    <a:pt x="5884" y="118"/>
                    <a:pt x="5767" y="0"/>
                    <a:pt x="5622" y="0"/>
                  </a:cubicBezTo>
                  <a:close/>
                  <a:moveTo>
                    <a:pt x="6407" y="0"/>
                  </a:moveTo>
                  <a:cubicBezTo>
                    <a:pt x="6263" y="0"/>
                    <a:pt x="6145" y="118"/>
                    <a:pt x="6145" y="262"/>
                  </a:cubicBezTo>
                  <a:cubicBezTo>
                    <a:pt x="6145" y="407"/>
                    <a:pt x="6263" y="524"/>
                    <a:pt x="6407" y="524"/>
                  </a:cubicBezTo>
                  <a:cubicBezTo>
                    <a:pt x="6553" y="524"/>
                    <a:pt x="6669" y="407"/>
                    <a:pt x="6669" y="262"/>
                  </a:cubicBezTo>
                  <a:cubicBezTo>
                    <a:pt x="6669" y="118"/>
                    <a:pt x="6553" y="0"/>
                    <a:pt x="6407" y="0"/>
                  </a:cubicBezTo>
                  <a:close/>
                  <a:moveTo>
                    <a:pt x="7192" y="0"/>
                  </a:moveTo>
                  <a:cubicBezTo>
                    <a:pt x="7047" y="0"/>
                    <a:pt x="6930" y="118"/>
                    <a:pt x="6930" y="262"/>
                  </a:cubicBezTo>
                  <a:cubicBezTo>
                    <a:pt x="6930" y="407"/>
                    <a:pt x="7047" y="524"/>
                    <a:pt x="7192" y="524"/>
                  </a:cubicBezTo>
                  <a:cubicBezTo>
                    <a:pt x="7338" y="524"/>
                    <a:pt x="7455" y="407"/>
                    <a:pt x="7455" y="262"/>
                  </a:cubicBezTo>
                  <a:cubicBezTo>
                    <a:pt x="7455" y="118"/>
                    <a:pt x="7338" y="0"/>
                    <a:pt x="7192" y="0"/>
                  </a:cubicBezTo>
                  <a:close/>
                  <a:moveTo>
                    <a:pt x="7978" y="0"/>
                  </a:moveTo>
                  <a:cubicBezTo>
                    <a:pt x="7832" y="0"/>
                    <a:pt x="7714" y="118"/>
                    <a:pt x="7714" y="262"/>
                  </a:cubicBezTo>
                  <a:cubicBezTo>
                    <a:pt x="7714" y="407"/>
                    <a:pt x="7832" y="524"/>
                    <a:pt x="7978" y="524"/>
                  </a:cubicBezTo>
                  <a:cubicBezTo>
                    <a:pt x="8122" y="524"/>
                    <a:pt x="8240" y="407"/>
                    <a:pt x="8240" y="262"/>
                  </a:cubicBezTo>
                  <a:cubicBezTo>
                    <a:pt x="8240" y="118"/>
                    <a:pt x="8122" y="0"/>
                    <a:pt x="7978" y="0"/>
                  </a:cubicBezTo>
                  <a:close/>
                  <a:moveTo>
                    <a:pt x="8762" y="0"/>
                  </a:moveTo>
                  <a:cubicBezTo>
                    <a:pt x="8617" y="0"/>
                    <a:pt x="8500" y="118"/>
                    <a:pt x="8500" y="262"/>
                  </a:cubicBezTo>
                  <a:cubicBezTo>
                    <a:pt x="8500" y="407"/>
                    <a:pt x="8617" y="524"/>
                    <a:pt x="8762" y="524"/>
                  </a:cubicBezTo>
                  <a:cubicBezTo>
                    <a:pt x="8907" y="524"/>
                    <a:pt x="9025" y="407"/>
                    <a:pt x="9025" y="262"/>
                  </a:cubicBezTo>
                  <a:cubicBezTo>
                    <a:pt x="9025" y="118"/>
                    <a:pt x="8907" y="0"/>
                    <a:pt x="8762" y="0"/>
                  </a:cubicBezTo>
                  <a:close/>
                  <a:moveTo>
                    <a:pt x="9547" y="0"/>
                  </a:moveTo>
                  <a:cubicBezTo>
                    <a:pt x="9403" y="0"/>
                    <a:pt x="9285" y="118"/>
                    <a:pt x="9285" y="262"/>
                  </a:cubicBezTo>
                  <a:cubicBezTo>
                    <a:pt x="9285" y="407"/>
                    <a:pt x="9403" y="524"/>
                    <a:pt x="9547" y="524"/>
                  </a:cubicBezTo>
                  <a:cubicBezTo>
                    <a:pt x="9689" y="520"/>
                    <a:pt x="9800" y="404"/>
                    <a:pt x="9800" y="262"/>
                  </a:cubicBezTo>
                  <a:lnTo>
                    <a:pt x="9809" y="262"/>
                  </a:lnTo>
                  <a:cubicBezTo>
                    <a:pt x="9809" y="118"/>
                    <a:pt x="9692" y="0"/>
                    <a:pt x="9547" y="0"/>
                  </a:cubicBezTo>
                  <a:close/>
                  <a:moveTo>
                    <a:pt x="2195" y="1083"/>
                  </a:moveTo>
                  <a:cubicBezTo>
                    <a:pt x="2071" y="1083"/>
                    <a:pt x="1970" y="1184"/>
                    <a:pt x="1970" y="1309"/>
                  </a:cubicBezTo>
                  <a:cubicBezTo>
                    <a:pt x="1970" y="1434"/>
                    <a:pt x="2071" y="1535"/>
                    <a:pt x="2195" y="1535"/>
                  </a:cubicBezTo>
                  <a:lnTo>
                    <a:pt x="4601" y="1535"/>
                  </a:lnTo>
                  <a:cubicBezTo>
                    <a:pt x="4726" y="1535"/>
                    <a:pt x="4827" y="1434"/>
                    <a:pt x="4827" y="1309"/>
                  </a:cubicBezTo>
                  <a:cubicBezTo>
                    <a:pt x="4826" y="1186"/>
                    <a:pt x="4726" y="1084"/>
                    <a:pt x="4601" y="1083"/>
                  </a:cubicBezTo>
                  <a:close/>
                  <a:moveTo>
                    <a:pt x="259" y="1083"/>
                  </a:moveTo>
                  <a:cubicBezTo>
                    <a:pt x="134" y="1083"/>
                    <a:pt x="33" y="1184"/>
                    <a:pt x="33" y="1309"/>
                  </a:cubicBezTo>
                  <a:cubicBezTo>
                    <a:pt x="33" y="1434"/>
                    <a:pt x="134" y="1535"/>
                    <a:pt x="259" y="1535"/>
                  </a:cubicBezTo>
                  <a:lnTo>
                    <a:pt x="1173" y="1535"/>
                  </a:lnTo>
                  <a:cubicBezTo>
                    <a:pt x="1174" y="1535"/>
                    <a:pt x="1175" y="1535"/>
                    <a:pt x="1176" y="1535"/>
                  </a:cubicBezTo>
                  <a:cubicBezTo>
                    <a:pt x="1298" y="1535"/>
                    <a:pt x="1398" y="1436"/>
                    <a:pt x="1400" y="1314"/>
                  </a:cubicBezTo>
                  <a:lnTo>
                    <a:pt x="1400" y="1309"/>
                  </a:lnTo>
                  <a:cubicBezTo>
                    <a:pt x="1400" y="1184"/>
                    <a:pt x="1298" y="1083"/>
                    <a:pt x="1173" y="1083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2"/>
                    <a:pt x="1970" y="2356"/>
                  </a:cubicBezTo>
                  <a:cubicBezTo>
                    <a:pt x="1970" y="2481"/>
                    <a:pt x="2071" y="2582"/>
                    <a:pt x="2195" y="2582"/>
                  </a:cubicBezTo>
                  <a:lnTo>
                    <a:pt x="4601" y="2582"/>
                  </a:lnTo>
                  <a:cubicBezTo>
                    <a:pt x="4726" y="2582"/>
                    <a:pt x="4827" y="2481"/>
                    <a:pt x="4827" y="2356"/>
                  </a:cubicBezTo>
                  <a:cubicBezTo>
                    <a:pt x="4827" y="2232"/>
                    <a:pt x="4726" y="2131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2"/>
                    <a:pt x="33" y="2356"/>
                  </a:cubicBezTo>
                  <a:cubicBezTo>
                    <a:pt x="33" y="2481"/>
                    <a:pt x="134" y="2582"/>
                    <a:pt x="259" y="2582"/>
                  </a:cubicBezTo>
                  <a:lnTo>
                    <a:pt x="1173" y="2582"/>
                  </a:lnTo>
                  <a:cubicBezTo>
                    <a:pt x="1174" y="2582"/>
                    <a:pt x="1175" y="2582"/>
                    <a:pt x="1176" y="2582"/>
                  </a:cubicBezTo>
                  <a:cubicBezTo>
                    <a:pt x="1298" y="2582"/>
                    <a:pt x="1398" y="2483"/>
                    <a:pt x="1400" y="2360"/>
                  </a:cubicBezTo>
                  <a:lnTo>
                    <a:pt x="1400" y="2356"/>
                  </a:lnTo>
                  <a:cubicBezTo>
                    <a:pt x="1401" y="2232"/>
                    <a:pt x="1301" y="2131"/>
                    <a:pt x="1178" y="2131"/>
                  </a:cubicBezTo>
                  <a:close/>
                  <a:moveTo>
                    <a:pt x="5622" y="2094"/>
                  </a:moveTo>
                  <a:cubicBezTo>
                    <a:pt x="5478" y="2094"/>
                    <a:pt x="5360" y="2211"/>
                    <a:pt x="5360" y="2356"/>
                  </a:cubicBezTo>
                  <a:cubicBezTo>
                    <a:pt x="5360" y="2502"/>
                    <a:pt x="5478" y="2619"/>
                    <a:pt x="5622" y="2619"/>
                  </a:cubicBezTo>
                  <a:cubicBezTo>
                    <a:pt x="5768" y="2619"/>
                    <a:pt x="5886" y="2502"/>
                    <a:pt x="5886" y="2356"/>
                  </a:cubicBezTo>
                  <a:cubicBezTo>
                    <a:pt x="5886" y="2211"/>
                    <a:pt x="5768" y="2094"/>
                    <a:pt x="5622" y="2094"/>
                  </a:cubicBezTo>
                  <a:close/>
                  <a:moveTo>
                    <a:pt x="6408" y="2094"/>
                  </a:moveTo>
                  <a:cubicBezTo>
                    <a:pt x="6263" y="2094"/>
                    <a:pt x="6145" y="2211"/>
                    <a:pt x="6145" y="2356"/>
                  </a:cubicBezTo>
                  <a:cubicBezTo>
                    <a:pt x="6145" y="2502"/>
                    <a:pt x="6263" y="2619"/>
                    <a:pt x="6408" y="2619"/>
                  </a:cubicBezTo>
                  <a:cubicBezTo>
                    <a:pt x="6553" y="2619"/>
                    <a:pt x="6671" y="2502"/>
                    <a:pt x="6671" y="2356"/>
                  </a:cubicBezTo>
                  <a:cubicBezTo>
                    <a:pt x="6671" y="2211"/>
                    <a:pt x="6553" y="2094"/>
                    <a:pt x="6408" y="2094"/>
                  </a:cubicBezTo>
                  <a:close/>
                  <a:moveTo>
                    <a:pt x="7193" y="2094"/>
                  </a:moveTo>
                  <a:cubicBezTo>
                    <a:pt x="7047" y="2094"/>
                    <a:pt x="6931" y="2211"/>
                    <a:pt x="6931" y="2356"/>
                  </a:cubicBezTo>
                  <a:cubicBezTo>
                    <a:pt x="6931" y="2502"/>
                    <a:pt x="7047" y="2619"/>
                    <a:pt x="7193" y="2619"/>
                  </a:cubicBezTo>
                  <a:cubicBezTo>
                    <a:pt x="7338" y="2619"/>
                    <a:pt x="7455" y="2502"/>
                    <a:pt x="7455" y="2356"/>
                  </a:cubicBezTo>
                  <a:cubicBezTo>
                    <a:pt x="7455" y="2211"/>
                    <a:pt x="7338" y="2094"/>
                    <a:pt x="7193" y="2094"/>
                  </a:cubicBezTo>
                  <a:close/>
                  <a:moveTo>
                    <a:pt x="7978" y="2094"/>
                  </a:moveTo>
                  <a:cubicBezTo>
                    <a:pt x="7833" y="2094"/>
                    <a:pt x="7716" y="2211"/>
                    <a:pt x="7716" y="2356"/>
                  </a:cubicBezTo>
                  <a:cubicBezTo>
                    <a:pt x="7716" y="2502"/>
                    <a:pt x="7833" y="2619"/>
                    <a:pt x="7978" y="2619"/>
                  </a:cubicBezTo>
                  <a:cubicBezTo>
                    <a:pt x="8122" y="2619"/>
                    <a:pt x="8240" y="2502"/>
                    <a:pt x="8240" y="2356"/>
                  </a:cubicBezTo>
                  <a:cubicBezTo>
                    <a:pt x="8240" y="2211"/>
                    <a:pt x="8122" y="2094"/>
                    <a:pt x="7978" y="2094"/>
                  </a:cubicBezTo>
                  <a:close/>
                  <a:moveTo>
                    <a:pt x="8762" y="2094"/>
                  </a:moveTo>
                  <a:cubicBezTo>
                    <a:pt x="8618" y="2094"/>
                    <a:pt x="8500" y="2211"/>
                    <a:pt x="8500" y="2356"/>
                  </a:cubicBezTo>
                  <a:cubicBezTo>
                    <a:pt x="8500" y="2502"/>
                    <a:pt x="8618" y="2619"/>
                    <a:pt x="8762" y="2619"/>
                  </a:cubicBezTo>
                  <a:cubicBezTo>
                    <a:pt x="8907" y="2619"/>
                    <a:pt x="9025" y="2502"/>
                    <a:pt x="9025" y="2356"/>
                  </a:cubicBezTo>
                  <a:cubicBezTo>
                    <a:pt x="9025" y="2211"/>
                    <a:pt x="8907" y="2094"/>
                    <a:pt x="8762" y="2094"/>
                  </a:cubicBezTo>
                  <a:close/>
                  <a:moveTo>
                    <a:pt x="9547" y="2094"/>
                  </a:moveTo>
                  <a:cubicBezTo>
                    <a:pt x="9403" y="2094"/>
                    <a:pt x="9285" y="2211"/>
                    <a:pt x="9285" y="2356"/>
                  </a:cubicBezTo>
                  <a:cubicBezTo>
                    <a:pt x="9285" y="2502"/>
                    <a:pt x="9403" y="2619"/>
                    <a:pt x="9547" y="2619"/>
                  </a:cubicBezTo>
                  <a:cubicBezTo>
                    <a:pt x="9689" y="2613"/>
                    <a:pt x="9802" y="2497"/>
                    <a:pt x="9802" y="2356"/>
                  </a:cubicBezTo>
                  <a:lnTo>
                    <a:pt x="9809" y="2356"/>
                  </a:lnTo>
                  <a:cubicBezTo>
                    <a:pt x="9809" y="2211"/>
                    <a:pt x="9692" y="2094"/>
                    <a:pt x="9547" y="2094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0"/>
                    <a:pt x="259" y="3630"/>
                  </a:cubicBezTo>
                  <a:lnTo>
                    <a:pt x="1173" y="3630"/>
                  </a:lnTo>
                  <a:cubicBezTo>
                    <a:pt x="1298" y="3630"/>
                    <a:pt x="1400" y="3529"/>
                    <a:pt x="1400" y="3404"/>
                  </a:cubicBezTo>
                  <a:cubicBezTo>
                    <a:pt x="1401" y="3280"/>
                    <a:pt x="1301" y="3179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0"/>
                    <a:pt x="2195" y="3630"/>
                  </a:cubicBezTo>
                  <a:lnTo>
                    <a:pt x="4601" y="3630"/>
                  </a:lnTo>
                  <a:cubicBezTo>
                    <a:pt x="4726" y="3629"/>
                    <a:pt x="4826" y="3528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37" y="4223"/>
                  </a:moveTo>
                  <a:cubicBezTo>
                    <a:pt x="121" y="4223"/>
                    <a:pt x="23" y="4311"/>
                    <a:pt x="12" y="4427"/>
                  </a:cubicBezTo>
                  <a:cubicBezTo>
                    <a:pt x="0" y="4552"/>
                    <a:pt x="91" y="4662"/>
                    <a:pt x="215" y="4674"/>
                  </a:cubicBezTo>
                  <a:cubicBezTo>
                    <a:pt x="222" y="4675"/>
                    <a:pt x="229" y="4675"/>
                    <a:pt x="237" y="4675"/>
                  </a:cubicBezTo>
                  <a:cubicBezTo>
                    <a:pt x="244" y="4675"/>
                    <a:pt x="252" y="4675"/>
                    <a:pt x="259" y="4674"/>
                  </a:cubicBezTo>
                  <a:lnTo>
                    <a:pt x="1173" y="4674"/>
                  </a:lnTo>
                  <a:cubicBezTo>
                    <a:pt x="1174" y="4674"/>
                    <a:pt x="1175" y="4674"/>
                    <a:pt x="1176" y="4674"/>
                  </a:cubicBezTo>
                  <a:cubicBezTo>
                    <a:pt x="1298" y="4674"/>
                    <a:pt x="1398" y="4575"/>
                    <a:pt x="1400" y="4452"/>
                  </a:cubicBezTo>
                  <a:lnTo>
                    <a:pt x="1400" y="4451"/>
                  </a:lnTo>
                  <a:cubicBezTo>
                    <a:pt x="1401" y="4327"/>
                    <a:pt x="1301" y="4226"/>
                    <a:pt x="1178" y="4224"/>
                  </a:cubicBezTo>
                  <a:lnTo>
                    <a:pt x="259" y="4224"/>
                  </a:lnTo>
                  <a:cubicBezTo>
                    <a:pt x="252" y="4224"/>
                    <a:pt x="244" y="4223"/>
                    <a:pt x="237" y="4223"/>
                  </a:cubicBezTo>
                  <a:close/>
                  <a:moveTo>
                    <a:pt x="2173" y="4223"/>
                  </a:moveTo>
                  <a:cubicBezTo>
                    <a:pt x="2059" y="4223"/>
                    <a:pt x="1960" y="4311"/>
                    <a:pt x="1949" y="4427"/>
                  </a:cubicBezTo>
                  <a:cubicBezTo>
                    <a:pt x="1936" y="4552"/>
                    <a:pt x="2027" y="4662"/>
                    <a:pt x="2152" y="4674"/>
                  </a:cubicBezTo>
                  <a:cubicBezTo>
                    <a:pt x="2159" y="4675"/>
                    <a:pt x="2167" y="4675"/>
                    <a:pt x="2174" y="4675"/>
                  </a:cubicBezTo>
                  <a:cubicBezTo>
                    <a:pt x="2181" y="4675"/>
                    <a:pt x="2188" y="4675"/>
                    <a:pt x="2195" y="4674"/>
                  </a:cubicBezTo>
                  <a:lnTo>
                    <a:pt x="4601" y="4674"/>
                  </a:lnTo>
                  <a:cubicBezTo>
                    <a:pt x="4724" y="4674"/>
                    <a:pt x="4826" y="4574"/>
                    <a:pt x="4827" y="4451"/>
                  </a:cubicBezTo>
                  <a:cubicBezTo>
                    <a:pt x="4827" y="4326"/>
                    <a:pt x="4726" y="4224"/>
                    <a:pt x="4601" y="4224"/>
                  </a:cubicBezTo>
                  <a:lnTo>
                    <a:pt x="2195" y="4224"/>
                  </a:lnTo>
                  <a:cubicBezTo>
                    <a:pt x="2187" y="4224"/>
                    <a:pt x="2180" y="4223"/>
                    <a:pt x="2173" y="4223"/>
                  </a:cubicBezTo>
                  <a:close/>
                  <a:moveTo>
                    <a:pt x="9089" y="5103"/>
                  </a:moveTo>
                  <a:cubicBezTo>
                    <a:pt x="8944" y="5103"/>
                    <a:pt x="8826" y="5221"/>
                    <a:pt x="8826" y="5365"/>
                  </a:cubicBezTo>
                  <a:cubicBezTo>
                    <a:pt x="8826" y="5511"/>
                    <a:pt x="8944" y="5627"/>
                    <a:pt x="9089" y="5627"/>
                  </a:cubicBezTo>
                  <a:lnTo>
                    <a:pt x="9092" y="5627"/>
                  </a:lnTo>
                  <a:cubicBezTo>
                    <a:pt x="9234" y="5627"/>
                    <a:pt x="9351" y="5509"/>
                    <a:pt x="9351" y="5365"/>
                  </a:cubicBezTo>
                  <a:cubicBezTo>
                    <a:pt x="9351" y="5221"/>
                    <a:pt x="9233" y="5103"/>
                    <a:pt x="9089" y="5103"/>
                  </a:cubicBezTo>
                  <a:close/>
                  <a:moveTo>
                    <a:pt x="9873" y="5103"/>
                  </a:moveTo>
                  <a:cubicBezTo>
                    <a:pt x="9729" y="5103"/>
                    <a:pt x="9611" y="5221"/>
                    <a:pt x="9611" y="5365"/>
                  </a:cubicBezTo>
                  <a:cubicBezTo>
                    <a:pt x="9611" y="5511"/>
                    <a:pt x="9729" y="5627"/>
                    <a:pt x="9873" y="5627"/>
                  </a:cubicBezTo>
                  <a:lnTo>
                    <a:pt x="9876" y="5627"/>
                  </a:lnTo>
                  <a:cubicBezTo>
                    <a:pt x="10019" y="5627"/>
                    <a:pt x="10135" y="5509"/>
                    <a:pt x="10135" y="5365"/>
                  </a:cubicBezTo>
                  <a:cubicBezTo>
                    <a:pt x="10135" y="5221"/>
                    <a:pt x="10019" y="5103"/>
                    <a:pt x="9873" y="5103"/>
                  </a:cubicBezTo>
                  <a:close/>
                  <a:moveTo>
                    <a:pt x="11446" y="5103"/>
                  </a:moveTo>
                  <a:cubicBezTo>
                    <a:pt x="11301" y="5103"/>
                    <a:pt x="11183" y="5221"/>
                    <a:pt x="11183" y="5365"/>
                  </a:cubicBezTo>
                  <a:cubicBezTo>
                    <a:pt x="11183" y="5511"/>
                    <a:pt x="11301" y="5627"/>
                    <a:pt x="11446" y="5627"/>
                  </a:cubicBezTo>
                  <a:cubicBezTo>
                    <a:pt x="11590" y="5627"/>
                    <a:pt x="11708" y="5511"/>
                    <a:pt x="11708" y="5365"/>
                  </a:cubicBezTo>
                  <a:cubicBezTo>
                    <a:pt x="11708" y="5221"/>
                    <a:pt x="11590" y="5103"/>
                    <a:pt x="11446" y="5103"/>
                  </a:cubicBezTo>
                  <a:close/>
                  <a:moveTo>
                    <a:pt x="12230" y="5103"/>
                  </a:moveTo>
                  <a:cubicBezTo>
                    <a:pt x="12086" y="5103"/>
                    <a:pt x="11968" y="5221"/>
                    <a:pt x="11968" y="5365"/>
                  </a:cubicBezTo>
                  <a:cubicBezTo>
                    <a:pt x="11968" y="5511"/>
                    <a:pt x="12086" y="5627"/>
                    <a:pt x="12230" y="5627"/>
                  </a:cubicBezTo>
                  <a:cubicBezTo>
                    <a:pt x="12375" y="5627"/>
                    <a:pt x="12492" y="5511"/>
                    <a:pt x="12492" y="5365"/>
                  </a:cubicBezTo>
                  <a:cubicBezTo>
                    <a:pt x="12492" y="5221"/>
                    <a:pt x="12375" y="5103"/>
                    <a:pt x="12230" y="5103"/>
                  </a:cubicBezTo>
                  <a:close/>
                  <a:moveTo>
                    <a:pt x="8304" y="5103"/>
                  </a:moveTo>
                  <a:cubicBezTo>
                    <a:pt x="8159" y="5103"/>
                    <a:pt x="8042" y="5221"/>
                    <a:pt x="8042" y="5365"/>
                  </a:cubicBezTo>
                  <a:cubicBezTo>
                    <a:pt x="8042" y="5511"/>
                    <a:pt x="8159" y="5629"/>
                    <a:pt x="8304" y="5629"/>
                  </a:cubicBezTo>
                  <a:lnTo>
                    <a:pt x="8308" y="5629"/>
                  </a:lnTo>
                  <a:cubicBezTo>
                    <a:pt x="8451" y="5626"/>
                    <a:pt x="8566" y="5509"/>
                    <a:pt x="8566" y="5365"/>
                  </a:cubicBezTo>
                  <a:cubicBezTo>
                    <a:pt x="8566" y="5221"/>
                    <a:pt x="8448" y="5103"/>
                    <a:pt x="8304" y="5103"/>
                  </a:cubicBezTo>
                  <a:close/>
                  <a:moveTo>
                    <a:pt x="10661" y="5103"/>
                  </a:moveTo>
                  <a:cubicBezTo>
                    <a:pt x="10515" y="5103"/>
                    <a:pt x="10399" y="5221"/>
                    <a:pt x="10399" y="5365"/>
                  </a:cubicBezTo>
                  <a:cubicBezTo>
                    <a:pt x="10399" y="5508"/>
                    <a:pt x="10512" y="5624"/>
                    <a:pt x="10653" y="5629"/>
                  </a:cubicBezTo>
                  <a:cubicBezTo>
                    <a:pt x="10655" y="5629"/>
                    <a:pt x="10657" y="5629"/>
                    <a:pt x="10659" y="5629"/>
                  </a:cubicBezTo>
                  <a:cubicBezTo>
                    <a:pt x="10802" y="5629"/>
                    <a:pt x="10918" y="5515"/>
                    <a:pt x="10923" y="5372"/>
                  </a:cubicBezTo>
                  <a:lnTo>
                    <a:pt x="10923" y="5365"/>
                  </a:lnTo>
                  <a:cubicBezTo>
                    <a:pt x="10923" y="5221"/>
                    <a:pt x="10805" y="5103"/>
                    <a:pt x="10661" y="5103"/>
                  </a:cubicBezTo>
                  <a:close/>
                  <a:moveTo>
                    <a:pt x="259" y="5270"/>
                  </a:moveTo>
                  <a:cubicBezTo>
                    <a:pt x="134" y="5270"/>
                    <a:pt x="33" y="5371"/>
                    <a:pt x="33" y="5496"/>
                  </a:cubicBezTo>
                  <a:cubicBezTo>
                    <a:pt x="33" y="5621"/>
                    <a:pt x="134" y="5722"/>
                    <a:pt x="259" y="5722"/>
                  </a:cubicBezTo>
                  <a:lnTo>
                    <a:pt x="1173" y="5722"/>
                  </a:lnTo>
                  <a:cubicBezTo>
                    <a:pt x="1297" y="5722"/>
                    <a:pt x="1398" y="5624"/>
                    <a:pt x="1400" y="5500"/>
                  </a:cubicBezTo>
                  <a:lnTo>
                    <a:pt x="1400" y="5496"/>
                  </a:lnTo>
                  <a:cubicBezTo>
                    <a:pt x="1400" y="5371"/>
                    <a:pt x="1298" y="5270"/>
                    <a:pt x="1173" y="5270"/>
                  </a:cubicBezTo>
                  <a:close/>
                  <a:moveTo>
                    <a:pt x="5074" y="5270"/>
                  </a:moveTo>
                  <a:cubicBezTo>
                    <a:pt x="4949" y="5270"/>
                    <a:pt x="4848" y="5371"/>
                    <a:pt x="4848" y="5496"/>
                  </a:cubicBezTo>
                  <a:cubicBezTo>
                    <a:pt x="4848" y="5621"/>
                    <a:pt x="4949" y="5722"/>
                    <a:pt x="5074" y="5722"/>
                  </a:cubicBezTo>
                  <a:lnTo>
                    <a:pt x="7478" y="5722"/>
                  </a:lnTo>
                  <a:cubicBezTo>
                    <a:pt x="7601" y="5722"/>
                    <a:pt x="7702" y="5624"/>
                    <a:pt x="7704" y="5500"/>
                  </a:cubicBezTo>
                  <a:lnTo>
                    <a:pt x="7704" y="5496"/>
                  </a:lnTo>
                  <a:cubicBezTo>
                    <a:pt x="7704" y="5371"/>
                    <a:pt x="7603" y="5270"/>
                    <a:pt x="7478" y="5270"/>
                  </a:cubicBezTo>
                  <a:close/>
                  <a:moveTo>
                    <a:pt x="259" y="6310"/>
                  </a:moveTo>
                  <a:cubicBezTo>
                    <a:pt x="134" y="6310"/>
                    <a:pt x="33" y="6412"/>
                    <a:pt x="33" y="6537"/>
                  </a:cubicBezTo>
                  <a:cubicBezTo>
                    <a:pt x="33" y="6662"/>
                    <a:pt x="134" y="6763"/>
                    <a:pt x="259" y="6763"/>
                  </a:cubicBezTo>
                  <a:lnTo>
                    <a:pt x="1173" y="6763"/>
                  </a:lnTo>
                  <a:cubicBezTo>
                    <a:pt x="1297" y="6763"/>
                    <a:pt x="1398" y="6666"/>
                    <a:pt x="1400" y="6543"/>
                  </a:cubicBezTo>
                  <a:cubicBezTo>
                    <a:pt x="1404" y="6418"/>
                    <a:pt x="1306" y="6313"/>
                    <a:pt x="1181" y="6310"/>
                  </a:cubicBezTo>
                  <a:close/>
                  <a:moveTo>
                    <a:pt x="5074" y="6310"/>
                  </a:moveTo>
                  <a:cubicBezTo>
                    <a:pt x="4949" y="6310"/>
                    <a:pt x="4848" y="6412"/>
                    <a:pt x="4848" y="6537"/>
                  </a:cubicBezTo>
                  <a:cubicBezTo>
                    <a:pt x="4848" y="6662"/>
                    <a:pt x="4949" y="6763"/>
                    <a:pt x="5074" y="6763"/>
                  </a:cubicBezTo>
                  <a:lnTo>
                    <a:pt x="7478" y="6763"/>
                  </a:lnTo>
                  <a:cubicBezTo>
                    <a:pt x="7601" y="6763"/>
                    <a:pt x="7701" y="6666"/>
                    <a:pt x="7704" y="6543"/>
                  </a:cubicBezTo>
                  <a:cubicBezTo>
                    <a:pt x="7707" y="6418"/>
                    <a:pt x="7609" y="6313"/>
                    <a:pt x="7485" y="6310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68"/>
                    <a:pt x="8159" y="7786"/>
                    <a:pt x="8304" y="7786"/>
                  </a:cubicBezTo>
                  <a:lnTo>
                    <a:pt x="8308" y="7786"/>
                  </a:lnTo>
                  <a:cubicBezTo>
                    <a:pt x="8453" y="7785"/>
                    <a:pt x="8567" y="7667"/>
                    <a:pt x="8566" y="7524"/>
                  </a:cubicBez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68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5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68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5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68"/>
                    <a:pt x="11301" y="7786"/>
                    <a:pt x="11446" y="7786"/>
                  </a:cubicBezTo>
                  <a:cubicBezTo>
                    <a:pt x="11446" y="7786"/>
                    <a:pt x="11447" y="7786"/>
                    <a:pt x="11448" y="7786"/>
                  </a:cubicBezTo>
                  <a:cubicBezTo>
                    <a:pt x="11591" y="7786"/>
                    <a:pt x="11708" y="7670"/>
                    <a:pt x="11708" y="7528"/>
                  </a:cubicBezTo>
                  <a:lnTo>
                    <a:pt x="11708" y="7524"/>
                  </a:ln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68"/>
                    <a:pt x="12086" y="7786"/>
                    <a:pt x="12230" y="7786"/>
                  </a:cubicBezTo>
                  <a:cubicBezTo>
                    <a:pt x="12231" y="7786"/>
                    <a:pt x="12232" y="7786"/>
                    <a:pt x="12233" y="7786"/>
                  </a:cubicBezTo>
                  <a:cubicBezTo>
                    <a:pt x="12376" y="7786"/>
                    <a:pt x="12492" y="7670"/>
                    <a:pt x="12492" y="7528"/>
                  </a:cubicBezTo>
                  <a:lnTo>
                    <a:pt x="12492" y="7524"/>
                  </a:ln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67"/>
                    <a:pt x="10512" y="7783"/>
                    <a:pt x="10655" y="7786"/>
                  </a:cubicBezTo>
                  <a:cubicBezTo>
                    <a:pt x="10658" y="7786"/>
                    <a:pt x="10660" y="7786"/>
                    <a:pt x="10663" y="7786"/>
                  </a:cubicBezTo>
                  <a:cubicBezTo>
                    <a:pt x="10802" y="7786"/>
                    <a:pt x="10919" y="7676"/>
                    <a:pt x="10923" y="7534"/>
                  </a:cubicBezTo>
                  <a:lnTo>
                    <a:pt x="10923" y="7524"/>
                  </a:ln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259" y="7363"/>
                  </a:moveTo>
                  <a:cubicBezTo>
                    <a:pt x="134" y="7363"/>
                    <a:pt x="33" y="7464"/>
                    <a:pt x="33" y="7589"/>
                  </a:cubicBezTo>
                  <a:cubicBezTo>
                    <a:pt x="33" y="7715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298" y="7816"/>
                    <a:pt x="1400" y="7715"/>
                    <a:pt x="1400" y="7589"/>
                  </a:cubicBezTo>
                  <a:cubicBezTo>
                    <a:pt x="1401" y="7466"/>
                    <a:pt x="1301" y="7365"/>
                    <a:pt x="1178" y="7363"/>
                  </a:cubicBezTo>
                  <a:close/>
                  <a:moveTo>
                    <a:pt x="5074" y="7363"/>
                  </a:moveTo>
                  <a:cubicBezTo>
                    <a:pt x="4949" y="7363"/>
                    <a:pt x="4848" y="7464"/>
                    <a:pt x="4848" y="7589"/>
                  </a:cubicBezTo>
                  <a:cubicBezTo>
                    <a:pt x="4848" y="7715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603" y="7816"/>
                    <a:pt x="7704" y="7715"/>
                    <a:pt x="7704" y="7589"/>
                  </a:cubicBezTo>
                  <a:cubicBezTo>
                    <a:pt x="7705" y="7466"/>
                    <a:pt x="7606" y="7365"/>
                    <a:pt x="7482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4530125" y="3410550"/>
              <a:ext cx="312325" cy="195425"/>
            </a:xfrm>
            <a:custGeom>
              <a:avLst/>
              <a:gdLst/>
              <a:ahLst/>
              <a:cxnLst/>
              <a:rect l="l" t="t" r="r" b="b"/>
              <a:pathLst>
                <a:path w="12493" h="7817" extrusionOk="0">
                  <a:moveTo>
                    <a:pt x="237" y="38"/>
                  </a:moveTo>
                  <a:cubicBezTo>
                    <a:pt x="229" y="38"/>
                    <a:pt x="222" y="39"/>
                    <a:pt x="215" y="39"/>
                  </a:cubicBezTo>
                  <a:cubicBezTo>
                    <a:pt x="91" y="51"/>
                    <a:pt x="0" y="161"/>
                    <a:pt x="12" y="287"/>
                  </a:cubicBezTo>
                  <a:cubicBezTo>
                    <a:pt x="23" y="403"/>
                    <a:pt x="121" y="490"/>
                    <a:pt x="237" y="490"/>
                  </a:cubicBezTo>
                  <a:cubicBezTo>
                    <a:pt x="244" y="490"/>
                    <a:pt x="252" y="490"/>
                    <a:pt x="259" y="489"/>
                  </a:cubicBezTo>
                  <a:lnTo>
                    <a:pt x="1173" y="489"/>
                  </a:lnTo>
                  <a:cubicBezTo>
                    <a:pt x="1181" y="490"/>
                    <a:pt x="1188" y="490"/>
                    <a:pt x="1196" y="490"/>
                  </a:cubicBezTo>
                  <a:cubicBezTo>
                    <a:pt x="1203" y="490"/>
                    <a:pt x="1211" y="490"/>
                    <a:pt x="1218" y="489"/>
                  </a:cubicBezTo>
                  <a:cubicBezTo>
                    <a:pt x="1342" y="477"/>
                    <a:pt x="1432" y="367"/>
                    <a:pt x="1421" y="242"/>
                  </a:cubicBezTo>
                  <a:cubicBezTo>
                    <a:pt x="1409" y="126"/>
                    <a:pt x="1311" y="38"/>
                    <a:pt x="1195" y="38"/>
                  </a:cubicBezTo>
                  <a:cubicBezTo>
                    <a:pt x="1188" y="38"/>
                    <a:pt x="1181" y="39"/>
                    <a:pt x="1173" y="39"/>
                  </a:cubicBezTo>
                  <a:lnTo>
                    <a:pt x="259" y="39"/>
                  </a:lnTo>
                  <a:cubicBezTo>
                    <a:pt x="252" y="39"/>
                    <a:pt x="244" y="38"/>
                    <a:pt x="237" y="38"/>
                  </a:cubicBezTo>
                  <a:close/>
                  <a:moveTo>
                    <a:pt x="2173" y="38"/>
                  </a:moveTo>
                  <a:cubicBezTo>
                    <a:pt x="2059" y="38"/>
                    <a:pt x="1960" y="126"/>
                    <a:pt x="1949" y="242"/>
                  </a:cubicBezTo>
                  <a:cubicBezTo>
                    <a:pt x="1936" y="367"/>
                    <a:pt x="2027" y="477"/>
                    <a:pt x="2152" y="489"/>
                  </a:cubicBezTo>
                  <a:cubicBezTo>
                    <a:pt x="2159" y="490"/>
                    <a:pt x="2167" y="490"/>
                    <a:pt x="2174" y="490"/>
                  </a:cubicBezTo>
                  <a:cubicBezTo>
                    <a:pt x="2181" y="490"/>
                    <a:pt x="2188" y="490"/>
                    <a:pt x="2195" y="489"/>
                  </a:cubicBezTo>
                  <a:lnTo>
                    <a:pt x="4601" y="489"/>
                  </a:lnTo>
                  <a:cubicBezTo>
                    <a:pt x="4724" y="489"/>
                    <a:pt x="4826" y="389"/>
                    <a:pt x="4827" y="266"/>
                  </a:cubicBezTo>
                  <a:cubicBezTo>
                    <a:pt x="4827" y="141"/>
                    <a:pt x="4726" y="39"/>
                    <a:pt x="4601" y="39"/>
                  </a:cubicBezTo>
                  <a:lnTo>
                    <a:pt x="2195" y="39"/>
                  </a:lnTo>
                  <a:cubicBezTo>
                    <a:pt x="2187" y="39"/>
                    <a:pt x="2180" y="38"/>
                    <a:pt x="2173" y="38"/>
                  </a:cubicBezTo>
                  <a:close/>
                  <a:moveTo>
                    <a:pt x="5625" y="1"/>
                  </a:moveTo>
                  <a:cubicBezTo>
                    <a:pt x="5479" y="1"/>
                    <a:pt x="5362" y="117"/>
                    <a:pt x="5360" y="261"/>
                  </a:cubicBezTo>
                  <a:cubicBezTo>
                    <a:pt x="5359" y="406"/>
                    <a:pt x="5475" y="525"/>
                    <a:pt x="5621" y="526"/>
                  </a:cubicBezTo>
                  <a:lnTo>
                    <a:pt x="5622" y="526"/>
                  </a:lnTo>
                  <a:cubicBezTo>
                    <a:pt x="5767" y="526"/>
                    <a:pt x="5883" y="410"/>
                    <a:pt x="5884" y="266"/>
                  </a:cubicBezTo>
                  <a:cubicBezTo>
                    <a:pt x="5886" y="121"/>
                    <a:pt x="5770" y="2"/>
                    <a:pt x="5625" y="1"/>
                  </a:cubicBezTo>
                  <a:close/>
                  <a:moveTo>
                    <a:pt x="6410" y="1"/>
                  </a:moveTo>
                  <a:cubicBezTo>
                    <a:pt x="6264" y="1"/>
                    <a:pt x="6146" y="117"/>
                    <a:pt x="6145" y="261"/>
                  </a:cubicBezTo>
                  <a:cubicBezTo>
                    <a:pt x="6143" y="406"/>
                    <a:pt x="6260" y="525"/>
                    <a:pt x="6405" y="526"/>
                  </a:cubicBezTo>
                  <a:lnTo>
                    <a:pt x="6407" y="526"/>
                  </a:lnTo>
                  <a:cubicBezTo>
                    <a:pt x="6551" y="526"/>
                    <a:pt x="6668" y="410"/>
                    <a:pt x="6669" y="266"/>
                  </a:cubicBezTo>
                  <a:cubicBezTo>
                    <a:pt x="6671" y="121"/>
                    <a:pt x="6554" y="2"/>
                    <a:pt x="6410" y="1"/>
                  </a:cubicBezTo>
                  <a:close/>
                  <a:moveTo>
                    <a:pt x="7195" y="1"/>
                  </a:moveTo>
                  <a:cubicBezTo>
                    <a:pt x="7050" y="1"/>
                    <a:pt x="6931" y="117"/>
                    <a:pt x="6930" y="261"/>
                  </a:cubicBezTo>
                  <a:cubicBezTo>
                    <a:pt x="6928" y="406"/>
                    <a:pt x="7046" y="525"/>
                    <a:pt x="7190" y="526"/>
                  </a:cubicBezTo>
                  <a:lnTo>
                    <a:pt x="7192" y="526"/>
                  </a:lnTo>
                  <a:cubicBezTo>
                    <a:pt x="7336" y="526"/>
                    <a:pt x="7454" y="410"/>
                    <a:pt x="7454" y="266"/>
                  </a:cubicBezTo>
                  <a:lnTo>
                    <a:pt x="7455" y="266"/>
                  </a:lnTo>
                  <a:cubicBezTo>
                    <a:pt x="7455" y="121"/>
                    <a:pt x="7339" y="2"/>
                    <a:pt x="7195" y="1"/>
                  </a:cubicBezTo>
                  <a:close/>
                  <a:moveTo>
                    <a:pt x="7979" y="1"/>
                  </a:moveTo>
                  <a:cubicBezTo>
                    <a:pt x="7835" y="1"/>
                    <a:pt x="7716" y="117"/>
                    <a:pt x="7714" y="261"/>
                  </a:cubicBezTo>
                  <a:cubicBezTo>
                    <a:pt x="7714" y="406"/>
                    <a:pt x="7830" y="525"/>
                    <a:pt x="7975" y="526"/>
                  </a:cubicBezTo>
                  <a:lnTo>
                    <a:pt x="7976" y="526"/>
                  </a:lnTo>
                  <a:cubicBezTo>
                    <a:pt x="8121" y="526"/>
                    <a:pt x="8238" y="410"/>
                    <a:pt x="8240" y="266"/>
                  </a:cubicBezTo>
                  <a:cubicBezTo>
                    <a:pt x="8240" y="121"/>
                    <a:pt x="8124" y="2"/>
                    <a:pt x="7979" y="1"/>
                  </a:cubicBezTo>
                  <a:close/>
                  <a:moveTo>
                    <a:pt x="8764" y="1"/>
                  </a:moveTo>
                  <a:cubicBezTo>
                    <a:pt x="8620" y="1"/>
                    <a:pt x="8500" y="117"/>
                    <a:pt x="8499" y="261"/>
                  </a:cubicBezTo>
                  <a:cubicBezTo>
                    <a:pt x="8499" y="406"/>
                    <a:pt x="8615" y="525"/>
                    <a:pt x="8759" y="526"/>
                  </a:cubicBezTo>
                  <a:lnTo>
                    <a:pt x="8762" y="526"/>
                  </a:lnTo>
                  <a:cubicBezTo>
                    <a:pt x="8905" y="526"/>
                    <a:pt x="9023" y="410"/>
                    <a:pt x="9025" y="266"/>
                  </a:cubicBezTo>
                  <a:cubicBezTo>
                    <a:pt x="9026" y="121"/>
                    <a:pt x="8908" y="2"/>
                    <a:pt x="8764" y="1"/>
                  </a:cubicBezTo>
                  <a:close/>
                  <a:moveTo>
                    <a:pt x="9549" y="1"/>
                  </a:moveTo>
                  <a:cubicBezTo>
                    <a:pt x="9404" y="1"/>
                    <a:pt x="9285" y="117"/>
                    <a:pt x="9285" y="261"/>
                  </a:cubicBezTo>
                  <a:cubicBezTo>
                    <a:pt x="9284" y="406"/>
                    <a:pt x="9400" y="525"/>
                    <a:pt x="9544" y="526"/>
                  </a:cubicBezTo>
                  <a:lnTo>
                    <a:pt x="9547" y="526"/>
                  </a:lnTo>
                  <a:cubicBezTo>
                    <a:pt x="9687" y="522"/>
                    <a:pt x="9799" y="406"/>
                    <a:pt x="9800" y="266"/>
                  </a:cubicBezTo>
                  <a:lnTo>
                    <a:pt x="9809" y="266"/>
                  </a:lnTo>
                  <a:cubicBezTo>
                    <a:pt x="9811" y="121"/>
                    <a:pt x="9693" y="2"/>
                    <a:pt x="9549" y="1"/>
                  </a:cubicBezTo>
                  <a:close/>
                  <a:moveTo>
                    <a:pt x="259" y="1085"/>
                  </a:moveTo>
                  <a:cubicBezTo>
                    <a:pt x="134" y="1085"/>
                    <a:pt x="33" y="1186"/>
                    <a:pt x="33" y="1311"/>
                  </a:cubicBezTo>
                  <a:cubicBezTo>
                    <a:pt x="33" y="1436"/>
                    <a:pt x="134" y="1536"/>
                    <a:pt x="259" y="1536"/>
                  </a:cubicBezTo>
                  <a:lnTo>
                    <a:pt x="1173" y="1536"/>
                  </a:lnTo>
                  <a:cubicBezTo>
                    <a:pt x="1174" y="1536"/>
                    <a:pt x="1175" y="1536"/>
                    <a:pt x="1176" y="1536"/>
                  </a:cubicBezTo>
                  <a:cubicBezTo>
                    <a:pt x="1298" y="1536"/>
                    <a:pt x="1398" y="1438"/>
                    <a:pt x="1400" y="1314"/>
                  </a:cubicBezTo>
                  <a:lnTo>
                    <a:pt x="1400" y="1311"/>
                  </a:lnTo>
                  <a:cubicBezTo>
                    <a:pt x="1400" y="1186"/>
                    <a:pt x="1298" y="1085"/>
                    <a:pt x="1173" y="1085"/>
                  </a:cubicBezTo>
                  <a:close/>
                  <a:moveTo>
                    <a:pt x="2195" y="1085"/>
                  </a:moveTo>
                  <a:cubicBezTo>
                    <a:pt x="2071" y="1085"/>
                    <a:pt x="1970" y="1186"/>
                    <a:pt x="1970" y="1311"/>
                  </a:cubicBezTo>
                  <a:cubicBezTo>
                    <a:pt x="1970" y="1436"/>
                    <a:pt x="2071" y="1537"/>
                    <a:pt x="2195" y="1537"/>
                  </a:cubicBezTo>
                  <a:lnTo>
                    <a:pt x="4601" y="1537"/>
                  </a:lnTo>
                  <a:cubicBezTo>
                    <a:pt x="4726" y="1537"/>
                    <a:pt x="4827" y="1436"/>
                    <a:pt x="4827" y="1311"/>
                  </a:cubicBezTo>
                  <a:cubicBezTo>
                    <a:pt x="4826" y="1186"/>
                    <a:pt x="4726" y="1086"/>
                    <a:pt x="4601" y="1085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3"/>
                    <a:pt x="1970" y="2358"/>
                  </a:cubicBezTo>
                  <a:cubicBezTo>
                    <a:pt x="1970" y="2483"/>
                    <a:pt x="2071" y="2584"/>
                    <a:pt x="2195" y="2584"/>
                  </a:cubicBezTo>
                  <a:lnTo>
                    <a:pt x="4601" y="2584"/>
                  </a:lnTo>
                  <a:cubicBezTo>
                    <a:pt x="4726" y="2584"/>
                    <a:pt x="4827" y="2483"/>
                    <a:pt x="4827" y="2358"/>
                  </a:cubicBezTo>
                  <a:cubicBezTo>
                    <a:pt x="4826" y="2233"/>
                    <a:pt x="4726" y="2133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3"/>
                    <a:pt x="33" y="2358"/>
                  </a:cubicBezTo>
                  <a:cubicBezTo>
                    <a:pt x="33" y="2483"/>
                    <a:pt x="134" y="2584"/>
                    <a:pt x="259" y="2584"/>
                  </a:cubicBezTo>
                  <a:lnTo>
                    <a:pt x="1173" y="2584"/>
                  </a:lnTo>
                  <a:cubicBezTo>
                    <a:pt x="1174" y="2584"/>
                    <a:pt x="1175" y="2584"/>
                    <a:pt x="1176" y="2584"/>
                  </a:cubicBezTo>
                  <a:cubicBezTo>
                    <a:pt x="1298" y="2584"/>
                    <a:pt x="1398" y="2485"/>
                    <a:pt x="1400" y="2362"/>
                  </a:cubicBezTo>
                  <a:lnTo>
                    <a:pt x="1400" y="2358"/>
                  </a:lnTo>
                  <a:cubicBezTo>
                    <a:pt x="1400" y="2233"/>
                    <a:pt x="1298" y="2131"/>
                    <a:pt x="1173" y="2131"/>
                  </a:cubicBezTo>
                  <a:close/>
                  <a:moveTo>
                    <a:pt x="5622" y="2096"/>
                  </a:moveTo>
                  <a:cubicBezTo>
                    <a:pt x="5478" y="2096"/>
                    <a:pt x="5360" y="2213"/>
                    <a:pt x="5360" y="2358"/>
                  </a:cubicBezTo>
                  <a:cubicBezTo>
                    <a:pt x="5360" y="2502"/>
                    <a:pt x="5478" y="2620"/>
                    <a:pt x="5622" y="2620"/>
                  </a:cubicBezTo>
                  <a:cubicBezTo>
                    <a:pt x="5768" y="2620"/>
                    <a:pt x="5886" y="2502"/>
                    <a:pt x="5886" y="2358"/>
                  </a:cubicBezTo>
                  <a:cubicBezTo>
                    <a:pt x="5886" y="2213"/>
                    <a:pt x="5768" y="2096"/>
                    <a:pt x="5622" y="2096"/>
                  </a:cubicBezTo>
                  <a:close/>
                  <a:moveTo>
                    <a:pt x="6408" y="2096"/>
                  </a:moveTo>
                  <a:cubicBezTo>
                    <a:pt x="6263" y="2096"/>
                    <a:pt x="6145" y="2213"/>
                    <a:pt x="6145" y="2358"/>
                  </a:cubicBezTo>
                  <a:cubicBezTo>
                    <a:pt x="6145" y="2502"/>
                    <a:pt x="6263" y="2620"/>
                    <a:pt x="6408" y="2620"/>
                  </a:cubicBezTo>
                  <a:cubicBezTo>
                    <a:pt x="6553" y="2620"/>
                    <a:pt x="6671" y="2502"/>
                    <a:pt x="6671" y="2358"/>
                  </a:cubicBezTo>
                  <a:cubicBezTo>
                    <a:pt x="6671" y="2213"/>
                    <a:pt x="6553" y="2096"/>
                    <a:pt x="6408" y="2096"/>
                  </a:cubicBezTo>
                  <a:close/>
                  <a:moveTo>
                    <a:pt x="7193" y="2096"/>
                  </a:moveTo>
                  <a:cubicBezTo>
                    <a:pt x="7047" y="2096"/>
                    <a:pt x="6931" y="2213"/>
                    <a:pt x="6931" y="2358"/>
                  </a:cubicBezTo>
                  <a:cubicBezTo>
                    <a:pt x="6931" y="2502"/>
                    <a:pt x="7047" y="2620"/>
                    <a:pt x="7193" y="2620"/>
                  </a:cubicBezTo>
                  <a:cubicBezTo>
                    <a:pt x="7338" y="2620"/>
                    <a:pt x="7455" y="2502"/>
                    <a:pt x="7455" y="2358"/>
                  </a:cubicBezTo>
                  <a:cubicBezTo>
                    <a:pt x="7455" y="2213"/>
                    <a:pt x="7338" y="2096"/>
                    <a:pt x="7193" y="2096"/>
                  </a:cubicBezTo>
                  <a:close/>
                  <a:moveTo>
                    <a:pt x="7978" y="2096"/>
                  </a:moveTo>
                  <a:cubicBezTo>
                    <a:pt x="7833" y="2096"/>
                    <a:pt x="7716" y="2213"/>
                    <a:pt x="7716" y="2358"/>
                  </a:cubicBezTo>
                  <a:cubicBezTo>
                    <a:pt x="7716" y="2502"/>
                    <a:pt x="7833" y="2620"/>
                    <a:pt x="7978" y="2620"/>
                  </a:cubicBezTo>
                  <a:cubicBezTo>
                    <a:pt x="8122" y="2620"/>
                    <a:pt x="8240" y="2502"/>
                    <a:pt x="8240" y="2358"/>
                  </a:cubicBezTo>
                  <a:cubicBezTo>
                    <a:pt x="8240" y="2213"/>
                    <a:pt x="8122" y="2096"/>
                    <a:pt x="7978" y="2096"/>
                  </a:cubicBezTo>
                  <a:close/>
                  <a:moveTo>
                    <a:pt x="8762" y="2096"/>
                  </a:moveTo>
                  <a:cubicBezTo>
                    <a:pt x="8618" y="2096"/>
                    <a:pt x="8500" y="2213"/>
                    <a:pt x="8500" y="2358"/>
                  </a:cubicBezTo>
                  <a:cubicBezTo>
                    <a:pt x="8500" y="2502"/>
                    <a:pt x="8618" y="2620"/>
                    <a:pt x="8762" y="2620"/>
                  </a:cubicBezTo>
                  <a:cubicBezTo>
                    <a:pt x="8907" y="2620"/>
                    <a:pt x="9025" y="2502"/>
                    <a:pt x="9025" y="2358"/>
                  </a:cubicBezTo>
                  <a:cubicBezTo>
                    <a:pt x="9025" y="2213"/>
                    <a:pt x="8907" y="2096"/>
                    <a:pt x="8762" y="2096"/>
                  </a:cubicBezTo>
                  <a:close/>
                  <a:moveTo>
                    <a:pt x="9547" y="2096"/>
                  </a:moveTo>
                  <a:cubicBezTo>
                    <a:pt x="9403" y="2096"/>
                    <a:pt x="9285" y="2213"/>
                    <a:pt x="9285" y="2358"/>
                  </a:cubicBezTo>
                  <a:cubicBezTo>
                    <a:pt x="9285" y="2502"/>
                    <a:pt x="9403" y="2620"/>
                    <a:pt x="9547" y="2620"/>
                  </a:cubicBezTo>
                  <a:cubicBezTo>
                    <a:pt x="9689" y="2615"/>
                    <a:pt x="9802" y="2499"/>
                    <a:pt x="9802" y="2358"/>
                  </a:cubicBezTo>
                  <a:lnTo>
                    <a:pt x="9809" y="2358"/>
                  </a:lnTo>
                  <a:cubicBezTo>
                    <a:pt x="9809" y="2213"/>
                    <a:pt x="9692" y="2096"/>
                    <a:pt x="9547" y="2096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1"/>
                    <a:pt x="259" y="3631"/>
                  </a:cubicBezTo>
                  <a:lnTo>
                    <a:pt x="1173" y="3631"/>
                  </a:lnTo>
                  <a:cubicBezTo>
                    <a:pt x="1298" y="3631"/>
                    <a:pt x="1400" y="3529"/>
                    <a:pt x="1400" y="3404"/>
                  </a:cubicBezTo>
                  <a:cubicBezTo>
                    <a:pt x="1401" y="3281"/>
                    <a:pt x="1301" y="3180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1"/>
                    <a:pt x="2195" y="3631"/>
                  </a:cubicBezTo>
                  <a:lnTo>
                    <a:pt x="4601" y="3631"/>
                  </a:lnTo>
                  <a:cubicBezTo>
                    <a:pt x="4726" y="3629"/>
                    <a:pt x="4826" y="3529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59" y="4226"/>
                  </a:moveTo>
                  <a:cubicBezTo>
                    <a:pt x="134" y="4226"/>
                    <a:pt x="33" y="4327"/>
                    <a:pt x="33" y="4451"/>
                  </a:cubicBezTo>
                  <a:cubicBezTo>
                    <a:pt x="33" y="4576"/>
                    <a:pt x="134" y="4677"/>
                    <a:pt x="259" y="4677"/>
                  </a:cubicBezTo>
                  <a:lnTo>
                    <a:pt x="1173" y="4677"/>
                  </a:lnTo>
                  <a:cubicBezTo>
                    <a:pt x="1298" y="4677"/>
                    <a:pt x="1400" y="4576"/>
                    <a:pt x="1400" y="4451"/>
                  </a:cubicBezTo>
                  <a:cubicBezTo>
                    <a:pt x="1401" y="4327"/>
                    <a:pt x="1301" y="4226"/>
                    <a:pt x="1178" y="4226"/>
                  </a:cubicBezTo>
                  <a:close/>
                  <a:moveTo>
                    <a:pt x="2195" y="4226"/>
                  </a:moveTo>
                  <a:cubicBezTo>
                    <a:pt x="2071" y="4226"/>
                    <a:pt x="1970" y="4327"/>
                    <a:pt x="1970" y="4451"/>
                  </a:cubicBezTo>
                  <a:cubicBezTo>
                    <a:pt x="1970" y="4576"/>
                    <a:pt x="2071" y="4677"/>
                    <a:pt x="2195" y="4677"/>
                  </a:cubicBezTo>
                  <a:lnTo>
                    <a:pt x="4601" y="4677"/>
                  </a:lnTo>
                  <a:cubicBezTo>
                    <a:pt x="4726" y="4677"/>
                    <a:pt x="4826" y="4576"/>
                    <a:pt x="4827" y="4451"/>
                  </a:cubicBezTo>
                  <a:cubicBezTo>
                    <a:pt x="4827" y="4327"/>
                    <a:pt x="4726" y="4226"/>
                    <a:pt x="4601" y="4226"/>
                  </a:cubicBezTo>
                  <a:close/>
                  <a:moveTo>
                    <a:pt x="8303" y="5100"/>
                  </a:moveTo>
                  <a:cubicBezTo>
                    <a:pt x="8161" y="5100"/>
                    <a:pt x="8045" y="5215"/>
                    <a:pt x="8042" y="5358"/>
                  </a:cubicBezTo>
                  <a:cubicBezTo>
                    <a:pt x="8039" y="5502"/>
                    <a:pt x="8155" y="5621"/>
                    <a:pt x="8299" y="5624"/>
                  </a:cubicBezTo>
                  <a:lnTo>
                    <a:pt x="8308" y="5624"/>
                  </a:lnTo>
                  <a:cubicBezTo>
                    <a:pt x="8450" y="5623"/>
                    <a:pt x="8564" y="5508"/>
                    <a:pt x="8566" y="5367"/>
                  </a:cubicBezTo>
                  <a:cubicBezTo>
                    <a:pt x="8569" y="5222"/>
                    <a:pt x="8453" y="5102"/>
                    <a:pt x="8308" y="5100"/>
                  </a:cubicBezTo>
                  <a:cubicBezTo>
                    <a:pt x="8307" y="5100"/>
                    <a:pt x="8305" y="5100"/>
                    <a:pt x="8303" y="5100"/>
                  </a:cubicBezTo>
                  <a:close/>
                  <a:moveTo>
                    <a:pt x="10660" y="5100"/>
                  </a:moveTo>
                  <a:cubicBezTo>
                    <a:pt x="10516" y="5100"/>
                    <a:pt x="10400" y="5215"/>
                    <a:pt x="10399" y="5358"/>
                  </a:cubicBezTo>
                  <a:cubicBezTo>
                    <a:pt x="10396" y="5502"/>
                    <a:pt x="10510" y="5621"/>
                    <a:pt x="10653" y="5624"/>
                  </a:cubicBezTo>
                  <a:cubicBezTo>
                    <a:pt x="10655" y="5624"/>
                    <a:pt x="10657" y="5624"/>
                    <a:pt x="10659" y="5624"/>
                  </a:cubicBezTo>
                  <a:cubicBezTo>
                    <a:pt x="10802" y="5624"/>
                    <a:pt x="10918" y="5512"/>
                    <a:pt x="10923" y="5368"/>
                  </a:cubicBezTo>
                  <a:lnTo>
                    <a:pt x="10923" y="5367"/>
                  </a:lnTo>
                  <a:cubicBezTo>
                    <a:pt x="10924" y="5222"/>
                    <a:pt x="10810" y="5102"/>
                    <a:pt x="10665" y="5100"/>
                  </a:cubicBezTo>
                  <a:cubicBezTo>
                    <a:pt x="10663" y="5100"/>
                    <a:pt x="10662" y="5100"/>
                    <a:pt x="10660" y="5100"/>
                  </a:cubicBezTo>
                  <a:close/>
                  <a:moveTo>
                    <a:pt x="9089" y="5105"/>
                  </a:moveTo>
                  <a:cubicBezTo>
                    <a:pt x="8944" y="5105"/>
                    <a:pt x="8826" y="5222"/>
                    <a:pt x="8826" y="5367"/>
                  </a:cubicBezTo>
                  <a:cubicBezTo>
                    <a:pt x="8826" y="5511"/>
                    <a:pt x="8944" y="5629"/>
                    <a:pt x="9089" y="5629"/>
                  </a:cubicBezTo>
                  <a:lnTo>
                    <a:pt x="9092" y="5629"/>
                  </a:lnTo>
                  <a:cubicBezTo>
                    <a:pt x="9234" y="5627"/>
                    <a:pt x="9351" y="5511"/>
                    <a:pt x="9351" y="5367"/>
                  </a:cubicBezTo>
                  <a:cubicBezTo>
                    <a:pt x="9351" y="5222"/>
                    <a:pt x="9233" y="5105"/>
                    <a:pt x="9089" y="5105"/>
                  </a:cubicBezTo>
                  <a:close/>
                  <a:moveTo>
                    <a:pt x="9873" y="5105"/>
                  </a:moveTo>
                  <a:cubicBezTo>
                    <a:pt x="9729" y="5105"/>
                    <a:pt x="9611" y="5222"/>
                    <a:pt x="9611" y="5367"/>
                  </a:cubicBezTo>
                  <a:cubicBezTo>
                    <a:pt x="9611" y="5511"/>
                    <a:pt x="9729" y="5629"/>
                    <a:pt x="9873" y="5629"/>
                  </a:cubicBezTo>
                  <a:lnTo>
                    <a:pt x="9876" y="5629"/>
                  </a:lnTo>
                  <a:cubicBezTo>
                    <a:pt x="10019" y="5627"/>
                    <a:pt x="10135" y="5511"/>
                    <a:pt x="10135" y="5367"/>
                  </a:cubicBezTo>
                  <a:cubicBezTo>
                    <a:pt x="10135" y="5222"/>
                    <a:pt x="10019" y="5105"/>
                    <a:pt x="9873" y="5105"/>
                  </a:cubicBezTo>
                  <a:close/>
                  <a:moveTo>
                    <a:pt x="11446" y="5105"/>
                  </a:moveTo>
                  <a:cubicBezTo>
                    <a:pt x="11301" y="5105"/>
                    <a:pt x="11183" y="5222"/>
                    <a:pt x="11183" y="5367"/>
                  </a:cubicBezTo>
                  <a:cubicBezTo>
                    <a:pt x="11183" y="5511"/>
                    <a:pt x="11301" y="5629"/>
                    <a:pt x="11446" y="5629"/>
                  </a:cubicBezTo>
                  <a:cubicBezTo>
                    <a:pt x="11590" y="5629"/>
                    <a:pt x="11708" y="5511"/>
                    <a:pt x="11708" y="5367"/>
                  </a:cubicBezTo>
                  <a:cubicBezTo>
                    <a:pt x="11708" y="5222"/>
                    <a:pt x="11590" y="5105"/>
                    <a:pt x="11446" y="5105"/>
                  </a:cubicBezTo>
                  <a:close/>
                  <a:moveTo>
                    <a:pt x="12230" y="5105"/>
                  </a:moveTo>
                  <a:cubicBezTo>
                    <a:pt x="12086" y="5105"/>
                    <a:pt x="11968" y="5222"/>
                    <a:pt x="11968" y="5367"/>
                  </a:cubicBezTo>
                  <a:cubicBezTo>
                    <a:pt x="11968" y="5511"/>
                    <a:pt x="12086" y="5629"/>
                    <a:pt x="12230" y="5629"/>
                  </a:cubicBezTo>
                  <a:cubicBezTo>
                    <a:pt x="12375" y="5629"/>
                    <a:pt x="12492" y="5511"/>
                    <a:pt x="12492" y="5367"/>
                  </a:cubicBezTo>
                  <a:cubicBezTo>
                    <a:pt x="12492" y="5222"/>
                    <a:pt x="12375" y="5105"/>
                    <a:pt x="12230" y="5105"/>
                  </a:cubicBezTo>
                  <a:close/>
                  <a:moveTo>
                    <a:pt x="237" y="5272"/>
                  </a:moveTo>
                  <a:cubicBezTo>
                    <a:pt x="121" y="5272"/>
                    <a:pt x="23" y="5359"/>
                    <a:pt x="12" y="5475"/>
                  </a:cubicBezTo>
                  <a:cubicBezTo>
                    <a:pt x="0" y="5601"/>
                    <a:pt x="91" y="5711"/>
                    <a:pt x="215" y="5723"/>
                  </a:cubicBezTo>
                  <a:cubicBezTo>
                    <a:pt x="222" y="5723"/>
                    <a:pt x="229" y="5724"/>
                    <a:pt x="237" y="5724"/>
                  </a:cubicBezTo>
                  <a:cubicBezTo>
                    <a:pt x="244" y="5724"/>
                    <a:pt x="252" y="5723"/>
                    <a:pt x="259" y="5723"/>
                  </a:cubicBezTo>
                  <a:lnTo>
                    <a:pt x="1173" y="5723"/>
                  </a:lnTo>
                  <a:cubicBezTo>
                    <a:pt x="1174" y="5723"/>
                    <a:pt x="1175" y="5723"/>
                    <a:pt x="1176" y="5723"/>
                  </a:cubicBezTo>
                  <a:cubicBezTo>
                    <a:pt x="1298" y="5723"/>
                    <a:pt x="1398" y="5623"/>
                    <a:pt x="1400" y="5501"/>
                  </a:cubicBezTo>
                  <a:lnTo>
                    <a:pt x="1400" y="5496"/>
                  </a:lnTo>
                  <a:cubicBezTo>
                    <a:pt x="1400" y="5373"/>
                    <a:pt x="1300" y="5273"/>
                    <a:pt x="1176" y="5273"/>
                  </a:cubicBezTo>
                  <a:lnTo>
                    <a:pt x="259" y="5273"/>
                  </a:lnTo>
                  <a:cubicBezTo>
                    <a:pt x="252" y="5272"/>
                    <a:pt x="244" y="5272"/>
                    <a:pt x="237" y="5272"/>
                  </a:cubicBezTo>
                  <a:close/>
                  <a:moveTo>
                    <a:pt x="5053" y="5272"/>
                  </a:moveTo>
                  <a:cubicBezTo>
                    <a:pt x="4938" y="5272"/>
                    <a:pt x="4838" y="5359"/>
                    <a:pt x="4827" y="5475"/>
                  </a:cubicBezTo>
                  <a:cubicBezTo>
                    <a:pt x="4815" y="5601"/>
                    <a:pt x="4906" y="5711"/>
                    <a:pt x="5030" y="5723"/>
                  </a:cubicBezTo>
                  <a:cubicBezTo>
                    <a:pt x="5037" y="5723"/>
                    <a:pt x="5045" y="5724"/>
                    <a:pt x="5052" y="5724"/>
                  </a:cubicBezTo>
                  <a:cubicBezTo>
                    <a:pt x="5059" y="5724"/>
                    <a:pt x="5067" y="5723"/>
                    <a:pt x="5074" y="5723"/>
                  </a:cubicBezTo>
                  <a:lnTo>
                    <a:pt x="7478" y="5723"/>
                  </a:lnTo>
                  <a:cubicBezTo>
                    <a:pt x="7478" y="5723"/>
                    <a:pt x="7479" y="5723"/>
                    <a:pt x="7480" y="5723"/>
                  </a:cubicBezTo>
                  <a:cubicBezTo>
                    <a:pt x="7603" y="5723"/>
                    <a:pt x="7702" y="5623"/>
                    <a:pt x="7704" y="5501"/>
                  </a:cubicBezTo>
                  <a:lnTo>
                    <a:pt x="7704" y="5496"/>
                  </a:lnTo>
                  <a:cubicBezTo>
                    <a:pt x="7704" y="5373"/>
                    <a:pt x="7604" y="5273"/>
                    <a:pt x="7480" y="5273"/>
                  </a:cubicBezTo>
                  <a:lnTo>
                    <a:pt x="5074" y="5273"/>
                  </a:lnTo>
                  <a:cubicBezTo>
                    <a:pt x="5067" y="5272"/>
                    <a:pt x="5060" y="5272"/>
                    <a:pt x="5053" y="5272"/>
                  </a:cubicBezTo>
                  <a:close/>
                  <a:moveTo>
                    <a:pt x="256" y="6318"/>
                  </a:moveTo>
                  <a:cubicBezTo>
                    <a:pt x="133" y="6318"/>
                    <a:pt x="33" y="6419"/>
                    <a:pt x="33" y="6543"/>
                  </a:cubicBezTo>
                  <a:cubicBezTo>
                    <a:pt x="33" y="6668"/>
                    <a:pt x="133" y="6769"/>
                    <a:pt x="258" y="6769"/>
                  </a:cubicBezTo>
                  <a:lnTo>
                    <a:pt x="1173" y="6769"/>
                  </a:lnTo>
                  <a:cubicBezTo>
                    <a:pt x="1174" y="6769"/>
                    <a:pt x="1175" y="6769"/>
                    <a:pt x="1176" y="6769"/>
                  </a:cubicBezTo>
                  <a:cubicBezTo>
                    <a:pt x="1298" y="6769"/>
                    <a:pt x="1398" y="6670"/>
                    <a:pt x="1400" y="6547"/>
                  </a:cubicBezTo>
                  <a:lnTo>
                    <a:pt x="1400" y="6543"/>
                  </a:lnTo>
                  <a:cubicBezTo>
                    <a:pt x="1400" y="6419"/>
                    <a:pt x="1298" y="6318"/>
                    <a:pt x="1173" y="6318"/>
                  </a:cubicBezTo>
                  <a:lnTo>
                    <a:pt x="259" y="6318"/>
                  </a:lnTo>
                  <a:cubicBezTo>
                    <a:pt x="258" y="6318"/>
                    <a:pt x="257" y="6318"/>
                    <a:pt x="256" y="6318"/>
                  </a:cubicBezTo>
                  <a:close/>
                  <a:moveTo>
                    <a:pt x="5072" y="6318"/>
                  </a:moveTo>
                  <a:cubicBezTo>
                    <a:pt x="4948" y="6318"/>
                    <a:pt x="4848" y="6419"/>
                    <a:pt x="4848" y="6543"/>
                  </a:cubicBezTo>
                  <a:cubicBezTo>
                    <a:pt x="4848" y="6668"/>
                    <a:pt x="4949" y="6769"/>
                    <a:pt x="5073" y="6769"/>
                  </a:cubicBezTo>
                  <a:lnTo>
                    <a:pt x="7478" y="6769"/>
                  </a:lnTo>
                  <a:cubicBezTo>
                    <a:pt x="7478" y="6769"/>
                    <a:pt x="7479" y="6769"/>
                    <a:pt x="7480" y="6769"/>
                  </a:cubicBezTo>
                  <a:cubicBezTo>
                    <a:pt x="7603" y="6769"/>
                    <a:pt x="7702" y="6670"/>
                    <a:pt x="7704" y="6547"/>
                  </a:cubicBezTo>
                  <a:lnTo>
                    <a:pt x="7704" y="6543"/>
                  </a:lnTo>
                  <a:cubicBezTo>
                    <a:pt x="7704" y="6419"/>
                    <a:pt x="7603" y="6318"/>
                    <a:pt x="7478" y="6318"/>
                  </a:cubicBezTo>
                  <a:lnTo>
                    <a:pt x="5074" y="6318"/>
                  </a:lnTo>
                  <a:cubicBezTo>
                    <a:pt x="5073" y="6318"/>
                    <a:pt x="5073" y="6318"/>
                    <a:pt x="5072" y="6318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70"/>
                    <a:pt x="8159" y="7786"/>
                    <a:pt x="8304" y="7786"/>
                  </a:cubicBezTo>
                  <a:lnTo>
                    <a:pt x="8307" y="7786"/>
                  </a:lnTo>
                  <a:cubicBezTo>
                    <a:pt x="8450" y="7786"/>
                    <a:pt x="8566" y="7670"/>
                    <a:pt x="8566" y="7527"/>
                  </a:cubicBezTo>
                  <a:lnTo>
                    <a:pt x="8566" y="7524"/>
                  </a:ln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70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7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70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7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70"/>
                    <a:pt x="10516" y="7786"/>
                    <a:pt x="10661" y="7786"/>
                  </a:cubicBezTo>
                  <a:cubicBezTo>
                    <a:pt x="10805" y="7786"/>
                    <a:pt x="10923" y="7670"/>
                    <a:pt x="10923" y="7524"/>
                  </a:cubicBez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70"/>
                    <a:pt x="11301" y="7786"/>
                    <a:pt x="11446" y="7786"/>
                  </a:cubicBezTo>
                  <a:cubicBezTo>
                    <a:pt x="11590" y="7786"/>
                    <a:pt x="11708" y="7670"/>
                    <a:pt x="11708" y="7524"/>
                  </a:cubicBez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70"/>
                    <a:pt x="12086" y="7786"/>
                    <a:pt x="12230" y="7786"/>
                  </a:cubicBezTo>
                  <a:cubicBezTo>
                    <a:pt x="12376" y="7786"/>
                    <a:pt x="12492" y="7670"/>
                    <a:pt x="12492" y="7524"/>
                  </a:cubicBez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259" y="7365"/>
                  </a:moveTo>
                  <a:cubicBezTo>
                    <a:pt x="134" y="7365"/>
                    <a:pt x="33" y="7466"/>
                    <a:pt x="33" y="7591"/>
                  </a:cubicBezTo>
                  <a:cubicBezTo>
                    <a:pt x="34" y="7716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174" y="7816"/>
                    <a:pt x="1175" y="7816"/>
                    <a:pt x="1176" y="7816"/>
                  </a:cubicBezTo>
                  <a:cubicBezTo>
                    <a:pt x="1298" y="7816"/>
                    <a:pt x="1398" y="7718"/>
                    <a:pt x="1400" y="7594"/>
                  </a:cubicBezTo>
                  <a:lnTo>
                    <a:pt x="1400" y="7591"/>
                  </a:lnTo>
                  <a:cubicBezTo>
                    <a:pt x="1400" y="7466"/>
                    <a:pt x="1298" y="7365"/>
                    <a:pt x="1173" y="7365"/>
                  </a:cubicBezTo>
                  <a:close/>
                  <a:moveTo>
                    <a:pt x="5074" y="7365"/>
                  </a:moveTo>
                  <a:cubicBezTo>
                    <a:pt x="4949" y="7365"/>
                    <a:pt x="4848" y="7466"/>
                    <a:pt x="4850" y="7591"/>
                  </a:cubicBezTo>
                  <a:cubicBezTo>
                    <a:pt x="4850" y="7716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478" y="7816"/>
                    <a:pt x="7479" y="7816"/>
                    <a:pt x="7480" y="7816"/>
                  </a:cubicBezTo>
                  <a:cubicBezTo>
                    <a:pt x="7603" y="7816"/>
                    <a:pt x="7702" y="7718"/>
                    <a:pt x="7704" y="7594"/>
                  </a:cubicBezTo>
                  <a:lnTo>
                    <a:pt x="7704" y="7591"/>
                  </a:lnTo>
                  <a:cubicBezTo>
                    <a:pt x="7704" y="7466"/>
                    <a:pt x="7603" y="7365"/>
                    <a:pt x="7478" y="736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40"/>
          <p:cNvGrpSpPr/>
          <p:nvPr/>
        </p:nvGrpSpPr>
        <p:grpSpPr>
          <a:xfrm>
            <a:off x="430727" y="297499"/>
            <a:ext cx="1009703" cy="130500"/>
            <a:chOff x="5461400" y="616025"/>
            <a:chExt cx="1009703" cy="130500"/>
          </a:xfrm>
        </p:grpSpPr>
        <p:sp>
          <p:nvSpPr>
            <p:cNvPr id="1037" name="Google Shape;1037;p4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" name="Google Shape;1042;p40"/>
          <p:cNvGrpSpPr/>
          <p:nvPr/>
        </p:nvGrpSpPr>
        <p:grpSpPr>
          <a:xfrm>
            <a:off x="7555978" y="4611946"/>
            <a:ext cx="1009703" cy="130500"/>
            <a:chOff x="5461400" y="616025"/>
            <a:chExt cx="1009703" cy="130500"/>
          </a:xfrm>
        </p:grpSpPr>
        <p:sp>
          <p:nvSpPr>
            <p:cNvPr id="1043" name="Google Shape;1043;p4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436BB7AB-256B-D535-289C-5B901C6E90F7}"/>
              </a:ext>
            </a:extLst>
          </p:cNvPr>
          <p:cNvSpPr/>
          <p:nvPr/>
        </p:nvSpPr>
        <p:spPr>
          <a:xfrm>
            <a:off x="-2839749" y="880794"/>
            <a:ext cx="265223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Detection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0AB4D2B-7A81-D65A-F977-B3850C9DBA7A}"/>
              </a:ext>
            </a:extLst>
          </p:cNvPr>
          <p:cNvSpPr/>
          <p:nvPr/>
        </p:nvSpPr>
        <p:spPr>
          <a:xfrm>
            <a:off x="-2984529" y="1303704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accurately detect and recognize faces in live video streams.</a:t>
            </a: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45AC677-5655-7E98-A5F4-E692A3C1F738}"/>
              </a:ext>
            </a:extLst>
          </p:cNvPr>
          <p:cNvSpPr/>
          <p:nvPr/>
        </p:nvSpPr>
        <p:spPr>
          <a:xfrm>
            <a:off x="-2842738" y="3182632"/>
            <a:ext cx="265223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Voice Confirmations</a:t>
            </a:r>
            <a:endParaRPr lang="en-US" sz="18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357C16A-1E9F-BFF9-275F-75D2CFA2AB10}"/>
              </a:ext>
            </a:extLst>
          </p:cNvPr>
          <p:cNvSpPr/>
          <p:nvPr/>
        </p:nvSpPr>
        <p:spPr>
          <a:xfrm>
            <a:off x="-2987518" y="360554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provide instant audio feedback upon successful attendance marking.</a:t>
            </a: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66B9D95-EEBA-D01E-0BC1-988D835F9A04}"/>
              </a:ext>
            </a:extLst>
          </p:cNvPr>
          <p:cNvSpPr/>
          <p:nvPr/>
        </p:nvSpPr>
        <p:spPr>
          <a:xfrm>
            <a:off x="9150598" y="880794"/>
            <a:ext cx="3240000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Automated Record-Keeping</a:t>
            </a: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0D6D38F-E6B9-5E43-7343-3EE152202CB3}"/>
              </a:ext>
            </a:extLst>
          </p:cNvPr>
          <p:cNvSpPr/>
          <p:nvPr/>
        </p:nvSpPr>
        <p:spPr>
          <a:xfrm>
            <a:off x="9280650" y="130513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automatically log attendance entries into a structured CSV format.</a:t>
            </a:r>
            <a:endParaRPr lang="en-US" dirty="0">
              <a:latin typeface="Karu Italic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44EECB4F-7BC4-A812-E69D-71519AB7C862}"/>
              </a:ext>
            </a:extLst>
          </p:cNvPr>
          <p:cNvSpPr/>
          <p:nvPr/>
        </p:nvSpPr>
        <p:spPr>
          <a:xfrm>
            <a:off x="9425940" y="3182632"/>
            <a:ext cx="256079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Intuitive Dashboard</a:t>
            </a:r>
            <a:endParaRPr lang="en-US" sz="18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9F18BEF-09E7-8D8B-2B86-DCA5B9BF29EA}"/>
              </a:ext>
            </a:extLst>
          </p:cNvPr>
          <p:cNvSpPr/>
          <p:nvPr/>
        </p:nvSpPr>
        <p:spPr>
          <a:xfrm>
            <a:off x="9151623" y="360554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visualize attendance data through an easy-to-understand interface.</a:t>
            </a:r>
            <a:endParaRPr lang="en-US" dirty="0">
              <a:latin typeface="Karu Italic" panose="000005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53F60A-D5F8-7F81-C91E-149617DF0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553361-7ADF-22C8-E8FC-3C1876B70D89}"/>
              </a:ext>
            </a:extLst>
          </p:cNvPr>
          <p:cNvSpPr txBox="1"/>
          <p:nvPr/>
        </p:nvSpPr>
        <p:spPr>
          <a:xfrm>
            <a:off x="365282" y="2324753"/>
            <a:ext cx="8040029" cy="43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Redhawk" pitchFamily="50" charset="0"/>
              </a:rPr>
              <a:t>        THE CORE                    OBJECTIVES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>
          <a:extLst>
            <a:ext uri="{FF2B5EF4-FFF2-40B4-BE49-F238E27FC236}">
              <a16:creationId xmlns:a16="http://schemas.microsoft.com/office/drawing/2014/main" id="{3F4F6D47-EA71-2DF1-786D-55C57458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40">
            <a:extLst>
              <a:ext uri="{FF2B5EF4-FFF2-40B4-BE49-F238E27FC236}">
                <a16:creationId xmlns:a16="http://schemas.microsoft.com/office/drawing/2014/main" id="{08E4DB18-CAFB-EDA4-CF4C-5A9BD5506FDA}"/>
              </a:ext>
            </a:extLst>
          </p:cNvPr>
          <p:cNvGrpSpPr/>
          <p:nvPr/>
        </p:nvGrpSpPr>
        <p:grpSpPr>
          <a:xfrm>
            <a:off x="3537000" y="1702201"/>
            <a:ext cx="2070000" cy="1800000"/>
            <a:chOff x="3948400" y="3182900"/>
            <a:chExt cx="2492250" cy="2193925"/>
          </a:xfrm>
        </p:grpSpPr>
        <p:sp>
          <p:nvSpPr>
            <p:cNvPr id="685" name="Google Shape;685;p40">
              <a:extLst>
                <a:ext uri="{FF2B5EF4-FFF2-40B4-BE49-F238E27FC236}">
                  <a16:creationId xmlns:a16="http://schemas.microsoft.com/office/drawing/2014/main" id="{FE7E0147-3F3F-5364-A02E-3E59614B9BC7}"/>
                </a:ext>
              </a:extLst>
            </p:cNvPr>
            <p:cNvSpPr/>
            <p:nvPr/>
          </p:nvSpPr>
          <p:spPr>
            <a:xfrm>
              <a:off x="3948400" y="3182900"/>
              <a:ext cx="2492250" cy="2033475"/>
            </a:xfrm>
            <a:custGeom>
              <a:avLst/>
              <a:gdLst/>
              <a:ahLst/>
              <a:cxnLst/>
              <a:rect l="l" t="t" r="r" b="b"/>
              <a:pathLst>
                <a:path w="99690" h="81339" extrusionOk="0">
                  <a:moveTo>
                    <a:pt x="56158" y="1"/>
                  </a:moveTo>
                  <a:cubicBezTo>
                    <a:pt x="51035" y="1"/>
                    <a:pt x="46019" y="1271"/>
                    <a:pt x="41665" y="4479"/>
                  </a:cubicBezTo>
                  <a:cubicBezTo>
                    <a:pt x="35393" y="9096"/>
                    <a:pt x="31842" y="16496"/>
                    <a:pt x="26098" y="21676"/>
                  </a:cubicBezTo>
                  <a:cubicBezTo>
                    <a:pt x="23242" y="24251"/>
                    <a:pt x="20126" y="25089"/>
                    <a:pt x="16715" y="26628"/>
                  </a:cubicBezTo>
                  <a:cubicBezTo>
                    <a:pt x="8438" y="30382"/>
                    <a:pt x="1511" y="37620"/>
                    <a:pt x="934" y="47167"/>
                  </a:cubicBezTo>
                  <a:cubicBezTo>
                    <a:pt x="0" y="63140"/>
                    <a:pt x="12655" y="74173"/>
                    <a:pt x="26776" y="77796"/>
                  </a:cubicBezTo>
                  <a:cubicBezTo>
                    <a:pt x="35926" y="80142"/>
                    <a:pt x="43943" y="81338"/>
                    <a:pt x="51249" y="81338"/>
                  </a:cubicBezTo>
                  <a:cubicBezTo>
                    <a:pt x="58842" y="81338"/>
                    <a:pt x="65667" y="80047"/>
                    <a:pt x="72198" y="77413"/>
                  </a:cubicBezTo>
                  <a:cubicBezTo>
                    <a:pt x="78854" y="74727"/>
                    <a:pt x="85634" y="71332"/>
                    <a:pt x="90427" y="65773"/>
                  </a:cubicBezTo>
                  <a:cubicBezTo>
                    <a:pt x="97678" y="57366"/>
                    <a:pt x="99690" y="45425"/>
                    <a:pt x="98039" y="34637"/>
                  </a:cubicBezTo>
                  <a:cubicBezTo>
                    <a:pt x="97772" y="32876"/>
                    <a:pt x="97376" y="31137"/>
                    <a:pt x="96855" y="29432"/>
                  </a:cubicBezTo>
                  <a:cubicBezTo>
                    <a:pt x="93392" y="18113"/>
                    <a:pt x="84486" y="9052"/>
                    <a:pt x="73952" y="4269"/>
                  </a:cubicBezTo>
                  <a:cubicBezTo>
                    <a:pt x="68492" y="1797"/>
                    <a:pt x="62249" y="1"/>
                    <a:pt x="56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>
              <a:extLst>
                <a:ext uri="{FF2B5EF4-FFF2-40B4-BE49-F238E27FC236}">
                  <a16:creationId xmlns:a16="http://schemas.microsoft.com/office/drawing/2014/main" id="{31140DF9-E5E1-0A77-3BCC-6C7A451F6DBD}"/>
                </a:ext>
              </a:extLst>
            </p:cNvPr>
            <p:cNvSpPr/>
            <p:nvPr/>
          </p:nvSpPr>
          <p:spPr>
            <a:xfrm>
              <a:off x="5427200" y="3296900"/>
              <a:ext cx="204450" cy="128225"/>
            </a:xfrm>
            <a:custGeom>
              <a:avLst/>
              <a:gdLst/>
              <a:ahLst/>
              <a:cxnLst/>
              <a:rect l="l" t="t" r="r" b="b"/>
              <a:pathLst>
                <a:path w="8178" h="5129" extrusionOk="0">
                  <a:moveTo>
                    <a:pt x="148" y="26"/>
                  </a:moveTo>
                  <a:cubicBezTo>
                    <a:pt x="79" y="34"/>
                    <a:pt x="26" y="89"/>
                    <a:pt x="17" y="157"/>
                  </a:cubicBezTo>
                  <a:cubicBezTo>
                    <a:pt x="6" y="238"/>
                    <a:pt x="66" y="312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0"/>
                    <a:pt x="879" y="191"/>
                  </a:cubicBezTo>
                  <a:cubicBezTo>
                    <a:pt x="889" y="110"/>
                    <a:pt x="830" y="35"/>
                    <a:pt x="749" y="26"/>
                  </a:cubicBezTo>
                  <a:close/>
                  <a:moveTo>
                    <a:pt x="1427" y="26"/>
                  </a:moveTo>
                  <a:cubicBezTo>
                    <a:pt x="1345" y="35"/>
                    <a:pt x="1287" y="110"/>
                    <a:pt x="1296" y="191"/>
                  </a:cubicBezTo>
                  <a:cubicBezTo>
                    <a:pt x="1305" y="260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8"/>
                    <a:pt x="3145" y="253"/>
                    <a:pt x="3145" y="172"/>
                  </a:cubicBez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4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4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4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7"/>
                  </a:cubicBezTo>
                  <a:lnTo>
                    <a:pt x="4354" y="174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0" y="1"/>
                    <a:pt x="4524" y="78"/>
                    <a:pt x="4524" y="174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4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4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4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4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4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4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2"/>
                  </a:lnTo>
                  <a:lnTo>
                    <a:pt x="5901" y="172"/>
                  </a:lnTo>
                  <a:lnTo>
                    <a:pt x="5901" y="174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8" y="713"/>
                  </a:moveTo>
                  <a:cubicBezTo>
                    <a:pt x="67" y="735"/>
                    <a:pt x="21" y="817"/>
                    <a:pt x="42" y="896"/>
                  </a:cubicBezTo>
                  <a:cubicBezTo>
                    <a:pt x="57" y="946"/>
                    <a:pt x="96" y="987"/>
                    <a:pt x="148" y="1000"/>
                  </a:cubicBezTo>
                  <a:lnTo>
                    <a:pt x="749" y="1000"/>
                  </a:lnTo>
                  <a:cubicBezTo>
                    <a:pt x="827" y="1000"/>
                    <a:pt x="892" y="939"/>
                    <a:pt x="895" y="860"/>
                  </a:cubicBezTo>
                  <a:cubicBezTo>
                    <a:pt x="895" y="778"/>
                    <a:pt x="830" y="713"/>
                    <a:pt x="749" y="713"/>
                  </a:cubicBezTo>
                  <a:close/>
                  <a:moveTo>
                    <a:pt x="1427" y="713"/>
                  </a:moveTo>
                  <a:cubicBezTo>
                    <a:pt x="1346" y="733"/>
                    <a:pt x="1300" y="817"/>
                    <a:pt x="1323" y="896"/>
                  </a:cubicBezTo>
                  <a:cubicBezTo>
                    <a:pt x="1336" y="946"/>
                    <a:pt x="1376" y="987"/>
                    <a:pt x="1427" y="1000"/>
                  </a:cubicBezTo>
                  <a:lnTo>
                    <a:pt x="3005" y="1000"/>
                  </a:lnTo>
                  <a:cubicBezTo>
                    <a:pt x="3081" y="996"/>
                    <a:pt x="3140" y="936"/>
                    <a:pt x="3145" y="860"/>
                  </a:cubicBezTo>
                  <a:cubicBezTo>
                    <a:pt x="3145" y="778"/>
                    <a:pt x="3079" y="713"/>
                    <a:pt x="2998" y="713"/>
                  </a:cubicBezTo>
                  <a:close/>
                  <a:moveTo>
                    <a:pt x="148" y="1399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4" y="1634"/>
                    <a:pt x="79" y="1688"/>
                    <a:pt x="148" y="1695"/>
                  </a:cubicBezTo>
                  <a:lnTo>
                    <a:pt x="748" y="1695"/>
                  </a:lnTo>
                  <a:cubicBezTo>
                    <a:pt x="830" y="1695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399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2"/>
                    <a:pt x="1296" y="1564"/>
                  </a:cubicBezTo>
                  <a:cubicBezTo>
                    <a:pt x="1305" y="1633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2"/>
                    <a:pt x="3145" y="1627"/>
                    <a:pt x="3145" y="1548"/>
                  </a:cubicBezTo>
                  <a:cubicBezTo>
                    <a:pt x="3145" y="1466"/>
                    <a:pt x="3078" y="1399"/>
                    <a:pt x="2996" y="1399"/>
                  </a:cubicBezTo>
                  <a:close/>
                  <a:moveTo>
                    <a:pt x="3665" y="1374"/>
                  </a:moveTo>
                  <a:cubicBezTo>
                    <a:pt x="3571" y="1374"/>
                    <a:pt x="3495" y="1449"/>
                    <a:pt x="3493" y="1545"/>
                  </a:cubicBezTo>
                  <a:cubicBezTo>
                    <a:pt x="3492" y="1640"/>
                    <a:pt x="3568" y="1718"/>
                    <a:pt x="3663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39" y="1548"/>
                  </a:cubicBezTo>
                  <a:cubicBezTo>
                    <a:pt x="3840" y="1453"/>
                    <a:pt x="3763" y="1375"/>
                    <a:pt x="3668" y="1374"/>
                  </a:cubicBezTo>
                  <a:cubicBezTo>
                    <a:pt x="3667" y="1374"/>
                    <a:pt x="3666" y="1374"/>
                    <a:pt x="3665" y="1374"/>
                  </a:cubicBezTo>
                  <a:close/>
                  <a:moveTo>
                    <a:pt x="4181" y="1374"/>
                  </a:moveTo>
                  <a:cubicBezTo>
                    <a:pt x="4087" y="1374"/>
                    <a:pt x="4010" y="1449"/>
                    <a:pt x="4009" y="1545"/>
                  </a:cubicBezTo>
                  <a:cubicBezTo>
                    <a:pt x="4009" y="1640"/>
                    <a:pt x="4084" y="1718"/>
                    <a:pt x="4180" y="1719"/>
                  </a:cubicBezTo>
                  <a:lnTo>
                    <a:pt x="4181" y="1719"/>
                  </a:lnTo>
                  <a:cubicBezTo>
                    <a:pt x="4277" y="1719"/>
                    <a:pt x="4354" y="1643"/>
                    <a:pt x="4355" y="1548"/>
                  </a:cubicBezTo>
                  <a:lnTo>
                    <a:pt x="4354" y="1548"/>
                  </a:lnTo>
                  <a:cubicBezTo>
                    <a:pt x="4355" y="1453"/>
                    <a:pt x="4280" y="1375"/>
                    <a:pt x="4184" y="1374"/>
                  </a:cubicBezTo>
                  <a:cubicBezTo>
                    <a:pt x="4183" y="1374"/>
                    <a:pt x="4182" y="1374"/>
                    <a:pt x="4181" y="1374"/>
                  </a:cubicBezTo>
                  <a:close/>
                  <a:moveTo>
                    <a:pt x="4695" y="1374"/>
                  </a:moveTo>
                  <a:cubicBezTo>
                    <a:pt x="4601" y="1374"/>
                    <a:pt x="4524" y="1449"/>
                    <a:pt x="4524" y="1545"/>
                  </a:cubicBezTo>
                  <a:cubicBezTo>
                    <a:pt x="4522" y="1640"/>
                    <a:pt x="4598" y="1718"/>
                    <a:pt x="4693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cubicBezTo>
                    <a:pt x="4869" y="1453"/>
                    <a:pt x="4793" y="1375"/>
                    <a:pt x="4698" y="1374"/>
                  </a:cubicBezTo>
                  <a:cubicBezTo>
                    <a:pt x="4697" y="1374"/>
                    <a:pt x="4696" y="1374"/>
                    <a:pt x="4695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40" y="1449"/>
                    <a:pt x="5039" y="1545"/>
                  </a:cubicBezTo>
                  <a:cubicBezTo>
                    <a:pt x="5037" y="1640"/>
                    <a:pt x="5115" y="1718"/>
                    <a:pt x="5210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cubicBezTo>
                    <a:pt x="5386" y="1453"/>
                    <a:pt x="5310" y="1375"/>
                    <a:pt x="5215" y="1374"/>
                  </a:cubicBezTo>
                  <a:cubicBezTo>
                    <a:pt x="5214" y="1374"/>
                    <a:pt x="5213" y="1374"/>
                    <a:pt x="5212" y="1374"/>
                  </a:cubicBezTo>
                  <a:close/>
                  <a:moveTo>
                    <a:pt x="6241" y="1374"/>
                  </a:moveTo>
                  <a:cubicBezTo>
                    <a:pt x="6147" y="1374"/>
                    <a:pt x="6071" y="1449"/>
                    <a:pt x="6069" y="1545"/>
                  </a:cubicBezTo>
                  <a:cubicBezTo>
                    <a:pt x="6068" y="1640"/>
                    <a:pt x="6145" y="1718"/>
                    <a:pt x="6240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cubicBezTo>
                    <a:pt x="6416" y="1453"/>
                    <a:pt x="6339" y="1375"/>
                    <a:pt x="6243" y="1374"/>
                  </a:cubicBezTo>
                  <a:cubicBezTo>
                    <a:pt x="6243" y="1374"/>
                    <a:pt x="6242" y="1374"/>
                    <a:pt x="6241" y="1374"/>
                  </a:cubicBezTo>
                  <a:close/>
                  <a:moveTo>
                    <a:pt x="5727" y="1374"/>
                  </a:moveTo>
                  <a:cubicBezTo>
                    <a:pt x="5633" y="1374"/>
                    <a:pt x="5557" y="1449"/>
                    <a:pt x="5556" y="1545"/>
                  </a:cubicBezTo>
                  <a:cubicBezTo>
                    <a:pt x="5554" y="1640"/>
                    <a:pt x="5630" y="1718"/>
                    <a:pt x="5725" y="1719"/>
                  </a:cubicBezTo>
                  <a:lnTo>
                    <a:pt x="5728" y="1719"/>
                  </a:lnTo>
                  <a:cubicBezTo>
                    <a:pt x="5730" y="1719"/>
                    <a:pt x="5732" y="1719"/>
                    <a:pt x="5734" y="1719"/>
                  </a:cubicBezTo>
                  <a:cubicBezTo>
                    <a:pt x="5827" y="1719"/>
                    <a:pt x="5903" y="1644"/>
                    <a:pt x="5905" y="1551"/>
                  </a:cubicBezTo>
                  <a:lnTo>
                    <a:pt x="5905" y="1548"/>
                  </a:lnTo>
                  <a:lnTo>
                    <a:pt x="5901" y="1548"/>
                  </a:lnTo>
                  <a:cubicBezTo>
                    <a:pt x="5902" y="1453"/>
                    <a:pt x="5825" y="1375"/>
                    <a:pt x="5730" y="1374"/>
                  </a:cubicBezTo>
                  <a:cubicBezTo>
                    <a:pt x="5729" y="1374"/>
                    <a:pt x="5728" y="1374"/>
                    <a:pt x="5727" y="1374"/>
                  </a:cubicBezTo>
                  <a:close/>
                  <a:moveTo>
                    <a:pt x="1427" y="2085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1"/>
                    <a:pt x="1358" y="2374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3"/>
                    <a:pt x="3145" y="2234"/>
                  </a:cubicBezTo>
                  <a:cubicBezTo>
                    <a:pt x="3145" y="2152"/>
                    <a:pt x="3078" y="2085"/>
                    <a:pt x="2996" y="2085"/>
                  </a:cubicBezTo>
                  <a:close/>
                  <a:moveTo>
                    <a:pt x="148" y="2085"/>
                  </a:moveTo>
                  <a:cubicBezTo>
                    <a:pt x="66" y="2096"/>
                    <a:pt x="6" y="2170"/>
                    <a:pt x="17" y="2252"/>
                  </a:cubicBezTo>
                  <a:cubicBezTo>
                    <a:pt x="24" y="2321"/>
                    <a:pt x="79" y="2374"/>
                    <a:pt x="148" y="2383"/>
                  </a:cubicBezTo>
                  <a:lnTo>
                    <a:pt x="748" y="2383"/>
                  </a:lnTo>
                  <a:cubicBezTo>
                    <a:pt x="830" y="2383"/>
                    <a:pt x="895" y="2316"/>
                    <a:pt x="895" y="2236"/>
                  </a:cubicBezTo>
                  <a:cubicBezTo>
                    <a:pt x="897" y="2154"/>
                    <a:pt x="833" y="2087"/>
                    <a:pt x="751" y="2085"/>
                  </a:cubicBezTo>
                  <a:close/>
                  <a:moveTo>
                    <a:pt x="148" y="2773"/>
                  </a:moveTo>
                  <a:cubicBezTo>
                    <a:pt x="66" y="2782"/>
                    <a:pt x="6" y="2857"/>
                    <a:pt x="17" y="2939"/>
                  </a:cubicBezTo>
                  <a:cubicBezTo>
                    <a:pt x="24" y="3007"/>
                    <a:pt x="79" y="3061"/>
                    <a:pt x="148" y="3070"/>
                  </a:cubicBezTo>
                  <a:lnTo>
                    <a:pt x="748" y="3070"/>
                  </a:lnTo>
                  <a:cubicBezTo>
                    <a:pt x="830" y="3070"/>
                    <a:pt x="895" y="3003"/>
                    <a:pt x="895" y="2922"/>
                  </a:cubicBezTo>
                  <a:cubicBezTo>
                    <a:pt x="897" y="2840"/>
                    <a:pt x="833" y="2773"/>
                    <a:pt x="751" y="2773"/>
                  </a:cubicBezTo>
                  <a:close/>
                  <a:moveTo>
                    <a:pt x="1427" y="2772"/>
                  </a:moveTo>
                  <a:cubicBezTo>
                    <a:pt x="1345" y="2782"/>
                    <a:pt x="1287" y="2857"/>
                    <a:pt x="1296" y="2939"/>
                  </a:cubicBezTo>
                  <a:cubicBezTo>
                    <a:pt x="1305" y="3007"/>
                    <a:pt x="1358" y="3061"/>
                    <a:pt x="1427" y="3070"/>
                  </a:cubicBezTo>
                  <a:lnTo>
                    <a:pt x="3005" y="3070"/>
                  </a:lnTo>
                  <a:cubicBezTo>
                    <a:pt x="3084" y="3065"/>
                    <a:pt x="3146" y="3000"/>
                    <a:pt x="3145" y="2919"/>
                  </a:cubicBezTo>
                  <a:lnTo>
                    <a:pt x="3145" y="2919"/>
                  </a:lnTo>
                  <a:lnTo>
                    <a:pt x="3145" y="2922"/>
                  </a:lnTo>
                  <a:cubicBezTo>
                    <a:pt x="3145" y="2839"/>
                    <a:pt x="3078" y="2772"/>
                    <a:pt x="2996" y="2772"/>
                  </a:cubicBezTo>
                  <a:close/>
                  <a:moveTo>
                    <a:pt x="5426" y="3348"/>
                  </a:moveTo>
                  <a:cubicBezTo>
                    <a:pt x="5332" y="3348"/>
                    <a:pt x="5256" y="3425"/>
                    <a:pt x="5255" y="3519"/>
                  </a:cubicBezTo>
                  <a:cubicBezTo>
                    <a:pt x="5253" y="3615"/>
                    <a:pt x="5329" y="3692"/>
                    <a:pt x="5425" y="3693"/>
                  </a:cubicBezTo>
                  <a:lnTo>
                    <a:pt x="5427" y="3693"/>
                  </a:lnTo>
                  <a:cubicBezTo>
                    <a:pt x="5521" y="3693"/>
                    <a:pt x="5599" y="3618"/>
                    <a:pt x="5600" y="3524"/>
                  </a:cubicBezTo>
                  <a:cubicBezTo>
                    <a:pt x="5602" y="3427"/>
                    <a:pt x="5524" y="3350"/>
                    <a:pt x="5429" y="3348"/>
                  </a:cubicBezTo>
                  <a:cubicBezTo>
                    <a:pt x="5428" y="3348"/>
                    <a:pt x="5427" y="3348"/>
                    <a:pt x="5426" y="3348"/>
                  </a:cubicBezTo>
                  <a:close/>
                  <a:moveTo>
                    <a:pt x="6457" y="3348"/>
                  </a:moveTo>
                  <a:cubicBezTo>
                    <a:pt x="6363" y="3348"/>
                    <a:pt x="6285" y="3425"/>
                    <a:pt x="6285" y="3519"/>
                  </a:cubicBezTo>
                  <a:cubicBezTo>
                    <a:pt x="6284" y="3615"/>
                    <a:pt x="6360" y="3692"/>
                    <a:pt x="6455" y="3693"/>
                  </a:cubicBezTo>
                  <a:lnTo>
                    <a:pt x="6458" y="3693"/>
                  </a:lnTo>
                  <a:cubicBezTo>
                    <a:pt x="6552" y="3693"/>
                    <a:pt x="6629" y="3618"/>
                    <a:pt x="6631" y="3524"/>
                  </a:cubicBezTo>
                  <a:cubicBezTo>
                    <a:pt x="6631" y="3427"/>
                    <a:pt x="6555" y="3350"/>
                    <a:pt x="6459" y="3348"/>
                  </a:cubicBezTo>
                  <a:cubicBezTo>
                    <a:pt x="6458" y="3348"/>
                    <a:pt x="6458" y="3348"/>
                    <a:pt x="6457" y="3348"/>
                  </a:cubicBezTo>
                  <a:close/>
                  <a:moveTo>
                    <a:pt x="6970" y="3348"/>
                  </a:moveTo>
                  <a:cubicBezTo>
                    <a:pt x="6876" y="3348"/>
                    <a:pt x="6799" y="3425"/>
                    <a:pt x="6799" y="3519"/>
                  </a:cubicBezTo>
                  <a:cubicBezTo>
                    <a:pt x="6797" y="3615"/>
                    <a:pt x="6873" y="3692"/>
                    <a:pt x="6969" y="3693"/>
                  </a:cubicBezTo>
                  <a:lnTo>
                    <a:pt x="6973" y="3693"/>
                  </a:lnTo>
                  <a:cubicBezTo>
                    <a:pt x="7067" y="3693"/>
                    <a:pt x="7144" y="3618"/>
                    <a:pt x="7144" y="3524"/>
                  </a:cubicBezTo>
                  <a:cubicBezTo>
                    <a:pt x="7144" y="3427"/>
                    <a:pt x="7068" y="3350"/>
                    <a:pt x="6973" y="3348"/>
                  </a:cubicBezTo>
                  <a:cubicBezTo>
                    <a:pt x="6972" y="3348"/>
                    <a:pt x="6971" y="3348"/>
                    <a:pt x="6970" y="3348"/>
                  </a:cubicBezTo>
                  <a:close/>
                  <a:moveTo>
                    <a:pt x="7487" y="3348"/>
                  </a:moveTo>
                  <a:cubicBezTo>
                    <a:pt x="7393" y="3348"/>
                    <a:pt x="7315" y="3425"/>
                    <a:pt x="7314" y="3519"/>
                  </a:cubicBezTo>
                  <a:cubicBezTo>
                    <a:pt x="7314" y="3615"/>
                    <a:pt x="7390" y="3692"/>
                    <a:pt x="7485" y="3693"/>
                  </a:cubicBezTo>
                  <a:lnTo>
                    <a:pt x="7487" y="3693"/>
                  </a:lnTo>
                  <a:cubicBezTo>
                    <a:pt x="7582" y="3693"/>
                    <a:pt x="7659" y="3618"/>
                    <a:pt x="7659" y="3524"/>
                  </a:cubicBezTo>
                  <a:cubicBezTo>
                    <a:pt x="7661" y="3427"/>
                    <a:pt x="7585" y="3350"/>
                    <a:pt x="7490" y="3348"/>
                  </a:cubicBezTo>
                  <a:cubicBezTo>
                    <a:pt x="7489" y="3348"/>
                    <a:pt x="7488" y="3348"/>
                    <a:pt x="7487" y="3348"/>
                  </a:cubicBezTo>
                  <a:close/>
                  <a:moveTo>
                    <a:pt x="8002" y="3348"/>
                  </a:moveTo>
                  <a:cubicBezTo>
                    <a:pt x="7908" y="3348"/>
                    <a:pt x="7832" y="3425"/>
                    <a:pt x="7831" y="3519"/>
                  </a:cubicBezTo>
                  <a:cubicBezTo>
                    <a:pt x="7829" y="3615"/>
                    <a:pt x="7905" y="3692"/>
                    <a:pt x="8002" y="3693"/>
                  </a:cubicBezTo>
                  <a:lnTo>
                    <a:pt x="8003" y="3693"/>
                  </a:lnTo>
                  <a:cubicBezTo>
                    <a:pt x="8097" y="3693"/>
                    <a:pt x="8175" y="3618"/>
                    <a:pt x="8176" y="3524"/>
                  </a:cubicBezTo>
                  <a:cubicBezTo>
                    <a:pt x="8178" y="3427"/>
                    <a:pt x="8100" y="3350"/>
                    <a:pt x="8005" y="3348"/>
                  </a:cubicBezTo>
                  <a:cubicBezTo>
                    <a:pt x="8004" y="3348"/>
                    <a:pt x="8003" y="3348"/>
                    <a:pt x="8002" y="3348"/>
                  </a:cubicBezTo>
                  <a:close/>
                  <a:moveTo>
                    <a:pt x="5940" y="3348"/>
                  </a:moveTo>
                  <a:cubicBezTo>
                    <a:pt x="5846" y="3348"/>
                    <a:pt x="5770" y="3425"/>
                    <a:pt x="5768" y="3519"/>
                  </a:cubicBezTo>
                  <a:cubicBezTo>
                    <a:pt x="5767" y="3615"/>
                    <a:pt x="5844" y="3692"/>
                    <a:pt x="5940" y="3693"/>
                  </a:cubicBezTo>
                  <a:lnTo>
                    <a:pt x="5943" y="3693"/>
                  </a:lnTo>
                  <a:cubicBezTo>
                    <a:pt x="5945" y="3694"/>
                    <a:pt x="5946" y="3694"/>
                    <a:pt x="5948" y="3694"/>
                  </a:cubicBezTo>
                  <a:cubicBezTo>
                    <a:pt x="6041" y="3694"/>
                    <a:pt x="6115" y="3620"/>
                    <a:pt x="6118" y="3527"/>
                  </a:cubicBezTo>
                  <a:lnTo>
                    <a:pt x="6118" y="3524"/>
                  </a:lnTo>
                  <a:lnTo>
                    <a:pt x="6114" y="3524"/>
                  </a:lnTo>
                  <a:cubicBezTo>
                    <a:pt x="6115" y="3427"/>
                    <a:pt x="6038" y="3350"/>
                    <a:pt x="5943" y="3348"/>
                  </a:cubicBezTo>
                  <a:cubicBezTo>
                    <a:pt x="5942" y="3348"/>
                    <a:pt x="5941" y="3348"/>
                    <a:pt x="5940" y="3348"/>
                  </a:cubicBezTo>
                  <a:close/>
                  <a:moveTo>
                    <a:pt x="148" y="3460"/>
                  </a:moveTo>
                  <a:cubicBezTo>
                    <a:pt x="66" y="3469"/>
                    <a:pt x="6" y="3543"/>
                    <a:pt x="17" y="3625"/>
                  </a:cubicBezTo>
                  <a:cubicBezTo>
                    <a:pt x="24" y="3693"/>
                    <a:pt x="79" y="3747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9"/>
                  </a:cubicBezTo>
                  <a:cubicBezTo>
                    <a:pt x="897" y="3527"/>
                    <a:pt x="833" y="3460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9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90"/>
                    <a:pt x="5034" y="3609"/>
                  </a:cubicBezTo>
                  <a:cubicBezTo>
                    <a:pt x="5034" y="3525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5"/>
                    <a:pt x="6" y="4229"/>
                    <a:pt x="17" y="4311"/>
                  </a:cubicBezTo>
                  <a:cubicBezTo>
                    <a:pt x="24" y="4380"/>
                    <a:pt x="79" y="4433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5"/>
                  </a:cubicBezTo>
                  <a:cubicBezTo>
                    <a:pt x="897" y="4213"/>
                    <a:pt x="833" y="4148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5"/>
                    <a:pt x="3167" y="4229"/>
                    <a:pt x="3178" y="4311"/>
                  </a:cubicBezTo>
                  <a:cubicBezTo>
                    <a:pt x="3185" y="4380"/>
                    <a:pt x="3239" y="4433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7"/>
                    <a:pt x="5034" y="4295"/>
                  </a:cubicBez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5426" y="4764"/>
                  </a:moveTo>
                  <a:cubicBezTo>
                    <a:pt x="5332" y="4764"/>
                    <a:pt x="5256" y="4841"/>
                    <a:pt x="5255" y="4935"/>
                  </a:cubicBezTo>
                  <a:cubicBezTo>
                    <a:pt x="5253" y="5031"/>
                    <a:pt x="5329" y="5108"/>
                    <a:pt x="5425" y="5109"/>
                  </a:cubicBezTo>
                  <a:lnTo>
                    <a:pt x="5427" y="5109"/>
                  </a:lnTo>
                  <a:cubicBezTo>
                    <a:pt x="5521" y="5109"/>
                    <a:pt x="5599" y="5034"/>
                    <a:pt x="5600" y="4940"/>
                  </a:cubicBezTo>
                  <a:cubicBezTo>
                    <a:pt x="5602" y="4843"/>
                    <a:pt x="5524" y="4766"/>
                    <a:pt x="5429" y="4764"/>
                  </a:cubicBezTo>
                  <a:cubicBezTo>
                    <a:pt x="5428" y="4764"/>
                    <a:pt x="5427" y="4764"/>
                    <a:pt x="5426" y="4764"/>
                  </a:cubicBezTo>
                  <a:close/>
                  <a:moveTo>
                    <a:pt x="6457" y="4764"/>
                  </a:moveTo>
                  <a:cubicBezTo>
                    <a:pt x="6363" y="4764"/>
                    <a:pt x="6285" y="4841"/>
                    <a:pt x="6285" y="4935"/>
                  </a:cubicBezTo>
                  <a:cubicBezTo>
                    <a:pt x="6284" y="5031"/>
                    <a:pt x="6360" y="5108"/>
                    <a:pt x="6455" y="5109"/>
                  </a:cubicBezTo>
                  <a:lnTo>
                    <a:pt x="6458" y="5109"/>
                  </a:lnTo>
                  <a:cubicBezTo>
                    <a:pt x="6552" y="5109"/>
                    <a:pt x="6629" y="5034"/>
                    <a:pt x="6631" y="4940"/>
                  </a:cubicBezTo>
                  <a:cubicBezTo>
                    <a:pt x="6631" y="4843"/>
                    <a:pt x="6555" y="4766"/>
                    <a:pt x="6459" y="4764"/>
                  </a:cubicBezTo>
                  <a:cubicBezTo>
                    <a:pt x="6458" y="4764"/>
                    <a:pt x="6458" y="4764"/>
                    <a:pt x="6457" y="4764"/>
                  </a:cubicBezTo>
                  <a:close/>
                  <a:moveTo>
                    <a:pt x="6970" y="4764"/>
                  </a:moveTo>
                  <a:cubicBezTo>
                    <a:pt x="6876" y="4764"/>
                    <a:pt x="6799" y="4841"/>
                    <a:pt x="6799" y="4935"/>
                  </a:cubicBezTo>
                  <a:cubicBezTo>
                    <a:pt x="6797" y="5031"/>
                    <a:pt x="6873" y="5108"/>
                    <a:pt x="6969" y="5109"/>
                  </a:cubicBezTo>
                  <a:lnTo>
                    <a:pt x="6973" y="5109"/>
                  </a:lnTo>
                  <a:cubicBezTo>
                    <a:pt x="7067" y="5109"/>
                    <a:pt x="7144" y="5034"/>
                    <a:pt x="7144" y="4940"/>
                  </a:cubicBezTo>
                  <a:cubicBezTo>
                    <a:pt x="7144" y="4843"/>
                    <a:pt x="7068" y="4766"/>
                    <a:pt x="6973" y="4764"/>
                  </a:cubicBezTo>
                  <a:cubicBezTo>
                    <a:pt x="6972" y="4764"/>
                    <a:pt x="6971" y="4764"/>
                    <a:pt x="6970" y="4764"/>
                  </a:cubicBezTo>
                  <a:close/>
                  <a:moveTo>
                    <a:pt x="7487" y="4764"/>
                  </a:moveTo>
                  <a:cubicBezTo>
                    <a:pt x="7393" y="4764"/>
                    <a:pt x="7315" y="4841"/>
                    <a:pt x="7314" y="4935"/>
                  </a:cubicBezTo>
                  <a:cubicBezTo>
                    <a:pt x="7314" y="5031"/>
                    <a:pt x="7390" y="5108"/>
                    <a:pt x="7485" y="5109"/>
                  </a:cubicBezTo>
                  <a:lnTo>
                    <a:pt x="7487" y="5109"/>
                  </a:lnTo>
                  <a:cubicBezTo>
                    <a:pt x="7582" y="5109"/>
                    <a:pt x="7659" y="5034"/>
                    <a:pt x="7659" y="4940"/>
                  </a:cubicBezTo>
                  <a:cubicBezTo>
                    <a:pt x="7661" y="4843"/>
                    <a:pt x="7585" y="4766"/>
                    <a:pt x="7490" y="4764"/>
                  </a:cubicBezTo>
                  <a:cubicBezTo>
                    <a:pt x="7489" y="4764"/>
                    <a:pt x="7488" y="4764"/>
                    <a:pt x="7487" y="4764"/>
                  </a:cubicBezTo>
                  <a:close/>
                  <a:moveTo>
                    <a:pt x="8002" y="4764"/>
                  </a:moveTo>
                  <a:cubicBezTo>
                    <a:pt x="7908" y="4764"/>
                    <a:pt x="7832" y="4841"/>
                    <a:pt x="7831" y="4935"/>
                  </a:cubicBezTo>
                  <a:cubicBezTo>
                    <a:pt x="7829" y="5031"/>
                    <a:pt x="7905" y="5108"/>
                    <a:pt x="8002" y="5109"/>
                  </a:cubicBezTo>
                  <a:lnTo>
                    <a:pt x="8003" y="5109"/>
                  </a:lnTo>
                  <a:cubicBezTo>
                    <a:pt x="8097" y="5109"/>
                    <a:pt x="8175" y="5034"/>
                    <a:pt x="8176" y="4940"/>
                  </a:cubicBezTo>
                  <a:cubicBezTo>
                    <a:pt x="8178" y="4843"/>
                    <a:pt x="8100" y="4766"/>
                    <a:pt x="8005" y="4764"/>
                  </a:cubicBezTo>
                  <a:cubicBezTo>
                    <a:pt x="8004" y="4764"/>
                    <a:pt x="8003" y="4764"/>
                    <a:pt x="8002" y="4764"/>
                  </a:cubicBezTo>
                  <a:close/>
                  <a:moveTo>
                    <a:pt x="5940" y="4764"/>
                  </a:moveTo>
                  <a:cubicBezTo>
                    <a:pt x="5846" y="4764"/>
                    <a:pt x="5770" y="4841"/>
                    <a:pt x="5768" y="4935"/>
                  </a:cubicBezTo>
                  <a:cubicBezTo>
                    <a:pt x="5767" y="5031"/>
                    <a:pt x="5844" y="5108"/>
                    <a:pt x="5940" y="5109"/>
                  </a:cubicBezTo>
                  <a:lnTo>
                    <a:pt x="5943" y="5109"/>
                  </a:lnTo>
                  <a:cubicBezTo>
                    <a:pt x="5945" y="5110"/>
                    <a:pt x="5946" y="5110"/>
                    <a:pt x="5948" y="5110"/>
                  </a:cubicBezTo>
                  <a:cubicBezTo>
                    <a:pt x="6041" y="5110"/>
                    <a:pt x="6115" y="5036"/>
                    <a:pt x="6118" y="4943"/>
                  </a:cubicBezTo>
                  <a:lnTo>
                    <a:pt x="6118" y="4940"/>
                  </a:lnTo>
                  <a:lnTo>
                    <a:pt x="6114" y="4940"/>
                  </a:lnTo>
                  <a:cubicBezTo>
                    <a:pt x="6115" y="4843"/>
                    <a:pt x="6038" y="4766"/>
                    <a:pt x="5943" y="4764"/>
                  </a:cubicBezTo>
                  <a:cubicBezTo>
                    <a:pt x="5942" y="4764"/>
                    <a:pt x="5941" y="4764"/>
                    <a:pt x="5940" y="4764"/>
                  </a:cubicBezTo>
                  <a:close/>
                  <a:moveTo>
                    <a:pt x="148" y="4833"/>
                  </a:moveTo>
                  <a:cubicBezTo>
                    <a:pt x="66" y="4834"/>
                    <a:pt x="0" y="4900"/>
                    <a:pt x="0" y="4981"/>
                  </a:cubicBezTo>
                  <a:cubicBezTo>
                    <a:pt x="0" y="5063"/>
                    <a:pt x="66" y="5129"/>
                    <a:pt x="148" y="5129"/>
                  </a:cubicBezTo>
                  <a:lnTo>
                    <a:pt x="749" y="5129"/>
                  </a:lnTo>
                  <a:cubicBezTo>
                    <a:pt x="830" y="5129"/>
                    <a:pt x="895" y="5063"/>
                    <a:pt x="895" y="4981"/>
                  </a:cubicBezTo>
                  <a:cubicBezTo>
                    <a:pt x="895" y="4900"/>
                    <a:pt x="830" y="4834"/>
                    <a:pt x="749" y="4833"/>
                  </a:cubicBezTo>
                  <a:close/>
                  <a:moveTo>
                    <a:pt x="3307" y="4833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3"/>
                    <a:pt x="5034" y="4981"/>
                  </a:cubicBezTo>
                  <a:cubicBezTo>
                    <a:pt x="5034" y="4900"/>
                    <a:pt x="4967" y="4834"/>
                    <a:pt x="4886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0">
              <a:extLst>
                <a:ext uri="{FF2B5EF4-FFF2-40B4-BE49-F238E27FC236}">
                  <a16:creationId xmlns:a16="http://schemas.microsoft.com/office/drawing/2014/main" id="{23530317-EB19-169F-CA91-A4FCD620DC36}"/>
                </a:ext>
              </a:extLst>
            </p:cNvPr>
            <p:cNvSpPr/>
            <p:nvPr/>
          </p:nvSpPr>
          <p:spPr>
            <a:xfrm>
              <a:off x="5427200" y="3434275"/>
              <a:ext cx="204450" cy="128275"/>
            </a:xfrm>
            <a:custGeom>
              <a:avLst/>
              <a:gdLst/>
              <a:ahLst/>
              <a:cxnLst/>
              <a:rect l="l" t="t" r="r" b="b"/>
              <a:pathLst>
                <a:path w="8178" h="5131" extrusionOk="0">
                  <a:moveTo>
                    <a:pt x="148" y="27"/>
                  </a:moveTo>
                  <a:cubicBezTo>
                    <a:pt x="79" y="34"/>
                    <a:pt x="26" y="89"/>
                    <a:pt x="17" y="156"/>
                  </a:cubicBezTo>
                  <a:cubicBezTo>
                    <a:pt x="6" y="238"/>
                    <a:pt x="66" y="313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1"/>
                    <a:pt x="879" y="192"/>
                  </a:cubicBezTo>
                  <a:cubicBezTo>
                    <a:pt x="889" y="110"/>
                    <a:pt x="830" y="36"/>
                    <a:pt x="749" y="27"/>
                  </a:cubicBezTo>
                  <a:close/>
                  <a:moveTo>
                    <a:pt x="1427" y="27"/>
                  </a:moveTo>
                  <a:cubicBezTo>
                    <a:pt x="1345" y="36"/>
                    <a:pt x="1287" y="110"/>
                    <a:pt x="1296" y="192"/>
                  </a:cubicBezTo>
                  <a:cubicBezTo>
                    <a:pt x="1305" y="261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9"/>
                    <a:pt x="3145" y="255"/>
                    <a:pt x="3145" y="176"/>
                  </a:cubicBezTo>
                  <a:cubicBezTo>
                    <a:pt x="3145" y="92"/>
                    <a:pt x="3078" y="27"/>
                    <a:pt x="2996" y="27"/>
                  </a:cubicBezTo>
                  <a:close/>
                  <a:moveTo>
                    <a:pt x="3665" y="0"/>
                  </a:moveTo>
                  <a:cubicBezTo>
                    <a:pt x="3571" y="0"/>
                    <a:pt x="3495" y="77"/>
                    <a:pt x="3493" y="171"/>
                  </a:cubicBezTo>
                  <a:cubicBezTo>
                    <a:pt x="3492" y="267"/>
                    <a:pt x="3568" y="344"/>
                    <a:pt x="3663" y="346"/>
                  </a:cubicBezTo>
                  <a:lnTo>
                    <a:pt x="3668" y="346"/>
                  </a:lnTo>
                  <a:cubicBezTo>
                    <a:pt x="3763" y="346"/>
                    <a:pt x="3839" y="270"/>
                    <a:pt x="3839" y="174"/>
                  </a:cubicBezTo>
                  <a:cubicBezTo>
                    <a:pt x="3840" y="79"/>
                    <a:pt x="3763" y="2"/>
                    <a:pt x="3668" y="0"/>
                  </a:cubicBezTo>
                  <a:cubicBezTo>
                    <a:pt x="3667" y="0"/>
                    <a:pt x="3666" y="0"/>
                    <a:pt x="3665" y="0"/>
                  </a:cubicBezTo>
                  <a:close/>
                  <a:moveTo>
                    <a:pt x="4182" y="0"/>
                  </a:moveTo>
                  <a:cubicBezTo>
                    <a:pt x="4087" y="0"/>
                    <a:pt x="4010" y="77"/>
                    <a:pt x="4009" y="171"/>
                  </a:cubicBezTo>
                  <a:cubicBezTo>
                    <a:pt x="4009" y="267"/>
                    <a:pt x="4084" y="344"/>
                    <a:pt x="4180" y="346"/>
                  </a:cubicBezTo>
                  <a:lnTo>
                    <a:pt x="4181" y="346"/>
                  </a:lnTo>
                  <a:cubicBezTo>
                    <a:pt x="4277" y="346"/>
                    <a:pt x="4354" y="270"/>
                    <a:pt x="4354" y="174"/>
                  </a:cubicBezTo>
                  <a:cubicBezTo>
                    <a:pt x="4355" y="79"/>
                    <a:pt x="4280" y="2"/>
                    <a:pt x="4184" y="0"/>
                  </a:cubicBezTo>
                  <a:cubicBezTo>
                    <a:pt x="4183" y="0"/>
                    <a:pt x="4182" y="0"/>
                    <a:pt x="4182" y="0"/>
                  </a:cubicBezTo>
                  <a:close/>
                  <a:moveTo>
                    <a:pt x="4695" y="0"/>
                  </a:moveTo>
                  <a:cubicBezTo>
                    <a:pt x="4601" y="0"/>
                    <a:pt x="4524" y="77"/>
                    <a:pt x="4524" y="171"/>
                  </a:cubicBezTo>
                  <a:cubicBezTo>
                    <a:pt x="4522" y="267"/>
                    <a:pt x="4598" y="344"/>
                    <a:pt x="4693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4"/>
                  </a:cubicBezTo>
                  <a:cubicBezTo>
                    <a:pt x="4869" y="79"/>
                    <a:pt x="4793" y="2"/>
                    <a:pt x="4698" y="0"/>
                  </a:cubicBezTo>
                  <a:cubicBezTo>
                    <a:pt x="4697" y="0"/>
                    <a:pt x="4696" y="0"/>
                    <a:pt x="4695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40" y="77"/>
                    <a:pt x="5039" y="171"/>
                  </a:cubicBezTo>
                  <a:cubicBezTo>
                    <a:pt x="5037" y="267"/>
                    <a:pt x="5115" y="344"/>
                    <a:pt x="5210" y="346"/>
                  </a:cubicBezTo>
                  <a:lnTo>
                    <a:pt x="5215" y="346"/>
                  </a:lnTo>
                  <a:cubicBezTo>
                    <a:pt x="5308" y="346"/>
                    <a:pt x="5384" y="270"/>
                    <a:pt x="5384" y="174"/>
                  </a:cubicBezTo>
                  <a:cubicBezTo>
                    <a:pt x="5386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6241" y="0"/>
                  </a:moveTo>
                  <a:cubicBezTo>
                    <a:pt x="6147" y="0"/>
                    <a:pt x="6071" y="77"/>
                    <a:pt x="6069" y="171"/>
                  </a:cubicBezTo>
                  <a:cubicBezTo>
                    <a:pt x="6068" y="267"/>
                    <a:pt x="6145" y="344"/>
                    <a:pt x="6240" y="346"/>
                  </a:cubicBezTo>
                  <a:lnTo>
                    <a:pt x="6243" y="346"/>
                  </a:lnTo>
                  <a:cubicBezTo>
                    <a:pt x="6339" y="346"/>
                    <a:pt x="6415" y="270"/>
                    <a:pt x="6415" y="174"/>
                  </a:cubicBezTo>
                  <a:cubicBezTo>
                    <a:pt x="6416" y="79"/>
                    <a:pt x="6339" y="2"/>
                    <a:pt x="6243" y="0"/>
                  </a:cubicBezTo>
                  <a:cubicBezTo>
                    <a:pt x="6243" y="0"/>
                    <a:pt x="6242" y="0"/>
                    <a:pt x="6241" y="0"/>
                  </a:cubicBezTo>
                  <a:close/>
                  <a:moveTo>
                    <a:pt x="5727" y="0"/>
                  </a:moveTo>
                  <a:cubicBezTo>
                    <a:pt x="5633" y="0"/>
                    <a:pt x="5557" y="77"/>
                    <a:pt x="5556" y="171"/>
                  </a:cubicBezTo>
                  <a:cubicBezTo>
                    <a:pt x="5554" y="267"/>
                    <a:pt x="5630" y="344"/>
                    <a:pt x="5725" y="346"/>
                  </a:cubicBezTo>
                  <a:lnTo>
                    <a:pt x="5728" y="346"/>
                  </a:lnTo>
                  <a:cubicBezTo>
                    <a:pt x="5730" y="346"/>
                    <a:pt x="5732" y="346"/>
                    <a:pt x="5734" y="346"/>
                  </a:cubicBezTo>
                  <a:cubicBezTo>
                    <a:pt x="5827" y="346"/>
                    <a:pt x="5903" y="271"/>
                    <a:pt x="5905" y="177"/>
                  </a:cubicBezTo>
                  <a:lnTo>
                    <a:pt x="5905" y="174"/>
                  </a:lnTo>
                  <a:lnTo>
                    <a:pt x="5901" y="174"/>
                  </a:lnTo>
                  <a:cubicBezTo>
                    <a:pt x="5902" y="79"/>
                    <a:pt x="5825" y="2"/>
                    <a:pt x="5730" y="0"/>
                  </a:cubicBezTo>
                  <a:cubicBezTo>
                    <a:pt x="5729" y="0"/>
                    <a:pt x="5728" y="0"/>
                    <a:pt x="5727" y="0"/>
                  </a:cubicBezTo>
                  <a:close/>
                  <a:moveTo>
                    <a:pt x="148" y="713"/>
                  </a:moveTo>
                  <a:cubicBezTo>
                    <a:pt x="66" y="724"/>
                    <a:pt x="6" y="798"/>
                    <a:pt x="17" y="880"/>
                  </a:cubicBezTo>
                  <a:cubicBezTo>
                    <a:pt x="24" y="947"/>
                    <a:pt x="79" y="1002"/>
                    <a:pt x="148" y="1010"/>
                  </a:cubicBezTo>
                  <a:lnTo>
                    <a:pt x="748" y="1010"/>
                  </a:lnTo>
                  <a:cubicBezTo>
                    <a:pt x="830" y="1010"/>
                    <a:pt x="895" y="944"/>
                    <a:pt x="895" y="862"/>
                  </a:cubicBezTo>
                  <a:cubicBezTo>
                    <a:pt x="897" y="782"/>
                    <a:pt x="833" y="715"/>
                    <a:pt x="751" y="713"/>
                  </a:cubicBezTo>
                  <a:close/>
                  <a:moveTo>
                    <a:pt x="1427" y="713"/>
                  </a:moveTo>
                  <a:cubicBezTo>
                    <a:pt x="1345" y="722"/>
                    <a:pt x="1287" y="797"/>
                    <a:pt x="1296" y="879"/>
                  </a:cubicBezTo>
                  <a:cubicBezTo>
                    <a:pt x="1305" y="947"/>
                    <a:pt x="1358" y="1001"/>
                    <a:pt x="1427" y="1010"/>
                  </a:cubicBezTo>
                  <a:lnTo>
                    <a:pt x="3005" y="1010"/>
                  </a:lnTo>
                  <a:cubicBezTo>
                    <a:pt x="3084" y="1007"/>
                    <a:pt x="3145" y="941"/>
                    <a:pt x="3145" y="862"/>
                  </a:cubicBezTo>
                  <a:cubicBezTo>
                    <a:pt x="3145" y="780"/>
                    <a:pt x="3078" y="713"/>
                    <a:pt x="2996" y="713"/>
                  </a:cubicBezTo>
                  <a:close/>
                  <a:moveTo>
                    <a:pt x="148" y="1400"/>
                  </a:moveTo>
                  <a:cubicBezTo>
                    <a:pt x="66" y="1410"/>
                    <a:pt x="6" y="1485"/>
                    <a:pt x="17" y="1566"/>
                  </a:cubicBezTo>
                  <a:cubicBezTo>
                    <a:pt x="24" y="1635"/>
                    <a:pt x="79" y="1689"/>
                    <a:pt x="148" y="1696"/>
                  </a:cubicBezTo>
                  <a:lnTo>
                    <a:pt x="748" y="1696"/>
                  </a:lnTo>
                  <a:cubicBezTo>
                    <a:pt x="830" y="1696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400"/>
                  </a:cubicBezTo>
                  <a:close/>
                  <a:moveTo>
                    <a:pt x="1427" y="1400"/>
                  </a:moveTo>
                  <a:cubicBezTo>
                    <a:pt x="1345" y="1409"/>
                    <a:pt x="1287" y="1483"/>
                    <a:pt x="1296" y="1565"/>
                  </a:cubicBezTo>
                  <a:cubicBezTo>
                    <a:pt x="1305" y="1633"/>
                    <a:pt x="1358" y="1687"/>
                    <a:pt x="1427" y="1696"/>
                  </a:cubicBezTo>
                  <a:lnTo>
                    <a:pt x="3005" y="1696"/>
                  </a:lnTo>
                  <a:cubicBezTo>
                    <a:pt x="3084" y="1693"/>
                    <a:pt x="3145" y="1627"/>
                    <a:pt x="3145" y="1549"/>
                  </a:cubicBezTo>
                  <a:cubicBezTo>
                    <a:pt x="3145" y="1467"/>
                    <a:pt x="3078" y="1400"/>
                    <a:pt x="2996" y="1400"/>
                  </a:cubicBezTo>
                  <a:close/>
                  <a:moveTo>
                    <a:pt x="3668" y="1373"/>
                  </a:moveTo>
                  <a:cubicBezTo>
                    <a:pt x="3572" y="1373"/>
                    <a:pt x="3495" y="1449"/>
                    <a:pt x="3493" y="1544"/>
                  </a:cubicBezTo>
                  <a:cubicBezTo>
                    <a:pt x="3492" y="1639"/>
                    <a:pt x="3568" y="1718"/>
                    <a:pt x="3663" y="1718"/>
                  </a:cubicBezTo>
                  <a:lnTo>
                    <a:pt x="3668" y="1718"/>
                  </a:lnTo>
                  <a:cubicBezTo>
                    <a:pt x="3763" y="1718"/>
                    <a:pt x="3839" y="1642"/>
                    <a:pt x="3839" y="1549"/>
                  </a:cubicBezTo>
                  <a:cubicBezTo>
                    <a:pt x="3840" y="1453"/>
                    <a:pt x="3763" y="1374"/>
                    <a:pt x="3668" y="1373"/>
                  </a:cubicBezTo>
                  <a:close/>
                  <a:moveTo>
                    <a:pt x="4184" y="1373"/>
                  </a:moveTo>
                  <a:cubicBezTo>
                    <a:pt x="4089" y="1373"/>
                    <a:pt x="4010" y="1449"/>
                    <a:pt x="4009" y="1544"/>
                  </a:cubicBezTo>
                  <a:cubicBezTo>
                    <a:pt x="4009" y="1639"/>
                    <a:pt x="4084" y="1718"/>
                    <a:pt x="4180" y="1718"/>
                  </a:cubicBezTo>
                  <a:lnTo>
                    <a:pt x="4181" y="1718"/>
                  </a:lnTo>
                  <a:cubicBezTo>
                    <a:pt x="4277" y="1718"/>
                    <a:pt x="4354" y="1642"/>
                    <a:pt x="4355" y="1549"/>
                  </a:cubicBezTo>
                  <a:lnTo>
                    <a:pt x="4354" y="1549"/>
                  </a:lnTo>
                  <a:cubicBezTo>
                    <a:pt x="4355" y="1453"/>
                    <a:pt x="4280" y="1374"/>
                    <a:pt x="4184" y="1373"/>
                  </a:cubicBezTo>
                  <a:close/>
                  <a:moveTo>
                    <a:pt x="4698" y="1373"/>
                  </a:moveTo>
                  <a:cubicBezTo>
                    <a:pt x="4603" y="1373"/>
                    <a:pt x="4524" y="1449"/>
                    <a:pt x="4524" y="1544"/>
                  </a:cubicBezTo>
                  <a:cubicBezTo>
                    <a:pt x="4522" y="1639"/>
                    <a:pt x="4598" y="1718"/>
                    <a:pt x="4693" y="1718"/>
                  </a:cubicBezTo>
                  <a:lnTo>
                    <a:pt x="4698" y="1718"/>
                  </a:lnTo>
                  <a:cubicBezTo>
                    <a:pt x="4792" y="1718"/>
                    <a:pt x="4869" y="1642"/>
                    <a:pt x="4869" y="1549"/>
                  </a:cubicBezTo>
                  <a:cubicBezTo>
                    <a:pt x="4869" y="1453"/>
                    <a:pt x="4793" y="1374"/>
                    <a:pt x="4698" y="1373"/>
                  </a:cubicBezTo>
                  <a:close/>
                  <a:moveTo>
                    <a:pt x="5215" y="1373"/>
                  </a:moveTo>
                  <a:cubicBezTo>
                    <a:pt x="5118" y="1373"/>
                    <a:pt x="5040" y="1449"/>
                    <a:pt x="5039" y="1544"/>
                  </a:cubicBezTo>
                  <a:cubicBezTo>
                    <a:pt x="5037" y="1639"/>
                    <a:pt x="5115" y="1718"/>
                    <a:pt x="5210" y="1718"/>
                  </a:cubicBezTo>
                  <a:lnTo>
                    <a:pt x="5215" y="1718"/>
                  </a:lnTo>
                  <a:cubicBezTo>
                    <a:pt x="5308" y="1718"/>
                    <a:pt x="5384" y="1642"/>
                    <a:pt x="5384" y="1549"/>
                  </a:cubicBezTo>
                  <a:cubicBezTo>
                    <a:pt x="5386" y="1453"/>
                    <a:pt x="5310" y="1374"/>
                    <a:pt x="5215" y="1373"/>
                  </a:cubicBezTo>
                  <a:close/>
                  <a:moveTo>
                    <a:pt x="6243" y="1373"/>
                  </a:moveTo>
                  <a:cubicBezTo>
                    <a:pt x="6148" y="1373"/>
                    <a:pt x="6071" y="1449"/>
                    <a:pt x="6069" y="1544"/>
                  </a:cubicBezTo>
                  <a:cubicBezTo>
                    <a:pt x="6068" y="1639"/>
                    <a:pt x="6145" y="1718"/>
                    <a:pt x="6240" y="1718"/>
                  </a:cubicBezTo>
                  <a:lnTo>
                    <a:pt x="6243" y="1718"/>
                  </a:lnTo>
                  <a:cubicBezTo>
                    <a:pt x="6339" y="1718"/>
                    <a:pt x="6415" y="1642"/>
                    <a:pt x="6415" y="1549"/>
                  </a:cubicBezTo>
                  <a:cubicBezTo>
                    <a:pt x="6416" y="1453"/>
                    <a:pt x="6339" y="1374"/>
                    <a:pt x="6243" y="1373"/>
                  </a:cubicBezTo>
                  <a:close/>
                  <a:moveTo>
                    <a:pt x="5730" y="1373"/>
                  </a:moveTo>
                  <a:cubicBezTo>
                    <a:pt x="5634" y="1373"/>
                    <a:pt x="5557" y="1449"/>
                    <a:pt x="5556" y="1544"/>
                  </a:cubicBezTo>
                  <a:cubicBezTo>
                    <a:pt x="5554" y="1639"/>
                    <a:pt x="5630" y="1718"/>
                    <a:pt x="5725" y="1718"/>
                  </a:cubicBezTo>
                  <a:lnTo>
                    <a:pt x="5728" y="1718"/>
                  </a:lnTo>
                  <a:cubicBezTo>
                    <a:pt x="5730" y="1718"/>
                    <a:pt x="5732" y="1718"/>
                    <a:pt x="5734" y="1718"/>
                  </a:cubicBezTo>
                  <a:cubicBezTo>
                    <a:pt x="5827" y="1718"/>
                    <a:pt x="5903" y="1644"/>
                    <a:pt x="5905" y="1550"/>
                  </a:cubicBezTo>
                  <a:lnTo>
                    <a:pt x="5905" y="1549"/>
                  </a:lnTo>
                  <a:lnTo>
                    <a:pt x="5901" y="1549"/>
                  </a:lnTo>
                  <a:cubicBezTo>
                    <a:pt x="5902" y="1453"/>
                    <a:pt x="5825" y="1374"/>
                    <a:pt x="5730" y="1373"/>
                  </a:cubicBezTo>
                  <a:close/>
                  <a:moveTo>
                    <a:pt x="148" y="2086"/>
                  </a:moveTo>
                  <a:cubicBezTo>
                    <a:pt x="66" y="2088"/>
                    <a:pt x="0" y="2155"/>
                    <a:pt x="0" y="2236"/>
                  </a:cubicBezTo>
                  <a:cubicBezTo>
                    <a:pt x="0" y="2317"/>
                    <a:pt x="66" y="2382"/>
                    <a:pt x="148" y="2382"/>
                  </a:cubicBezTo>
                  <a:lnTo>
                    <a:pt x="749" y="2382"/>
                  </a:lnTo>
                  <a:cubicBezTo>
                    <a:pt x="830" y="2382"/>
                    <a:pt x="895" y="2317"/>
                    <a:pt x="895" y="2236"/>
                  </a:cubicBezTo>
                  <a:cubicBezTo>
                    <a:pt x="895" y="2155"/>
                    <a:pt x="830" y="2088"/>
                    <a:pt x="749" y="2086"/>
                  </a:cubicBezTo>
                  <a:close/>
                  <a:moveTo>
                    <a:pt x="1427" y="2086"/>
                  </a:moveTo>
                  <a:cubicBezTo>
                    <a:pt x="1345" y="2088"/>
                    <a:pt x="1279" y="2153"/>
                    <a:pt x="1279" y="2235"/>
                  </a:cubicBezTo>
                  <a:cubicBezTo>
                    <a:pt x="1279" y="2317"/>
                    <a:pt x="1345" y="2382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4"/>
                    <a:pt x="3145" y="2235"/>
                  </a:cubicBezTo>
                  <a:cubicBezTo>
                    <a:pt x="3145" y="2153"/>
                    <a:pt x="3078" y="2086"/>
                    <a:pt x="2996" y="2086"/>
                  </a:cubicBezTo>
                  <a:close/>
                  <a:moveTo>
                    <a:pt x="148" y="2775"/>
                  </a:moveTo>
                  <a:cubicBezTo>
                    <a:pt x="66" y="2775"/>
                    <a:pt x="0" y="2841"/>
                    <a:pt x="0" y="2923"/>
                  </a:cubicBezTo>
                  <a:cubicBezTo>
                    <a:pt x="0" y="3005"/>
                    <a:pt x="66" y="3070"/>
                    <a:pt x="148" y="3072"/>
                  </a:cubicBezTo>
                  <a:lnTo>
                    <a:pt x="749" y="3072"/>
                  </a:lnTo>
                  <a:cubicBezTo>
                    <a:pt x="830" y="3070"/>
                    <a:pt x="895" y="3003"/>
                    <a:pt x="895" y="2923"/>
                  </a:cubicBezTo>
                  <a:cubicBezTo>
                    <a:pt x="895" y="2841"/>
                    <a:pt x="830" y="2775"/>
                    <a:pt x="749" y="2775"/>
                  </a:cubicBezTo>
                  <a:close/>
                  <a:moveTo>
                    <a:pt x="1427" y="2774"/>
                  </a:moveTo>
                  <a:cubicBezTo>
                    <a:pt x="1345" y="2774"/>
                    <a:pt x="1279" y="2841"/>
                    <a:pt x="1279" y="2921"/>
                  </a:cubicBezTo>
                  <a:cubicBezTo>
                    <a:pt x="1279" y="3003"/>
                    <a:pt x="1345" y="3070"/>
                    <a:pt x="1427" y="3072"/>
                  </a:cubicBezTo>
                  <a:lnTo>
                    <a:pt x="3005" y="3072"/>
                  </a:lnTo>
                  <a:cubicBezTo>
                    <a:pt x="3084" y="3067"/>
                    <a:pt x="3145" y="3002"/>
                    <a:pt x="3145" y="2921"/>
                  </a:cubicBezTo>
                  <a:cubicBezTo>
                    <a:pt x="3145" y="2841"/>
                    <a:pt x="3079" y="2774"/>
                    <a:pt x="2998" y="2774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18"/>
                  </a:cubicBezTo>
                  <a:cubicBezTo>
                    <a:pt x="5253" y="3614"/>
                    <a:pt x="5329" y="3693"/>
                    <a:pt x="5425" y="3694"/>
                  </a:cubicBezTo>
                  <a:lnTo>
                    <a:pt x="5427" y="3694"/>
                  </a:lnTo>
                  <a:cubicBezTo>
                    <a:pt x="5521" y="3694"/>
                    <a:pt x="5599" y="3618"/>
                    <a:pt x="5600" y="3523"/>
                  </a:cubicBezTo>
                  <a:cubicBezTo>
                    <a:pt x="5602" y="3428"/>
                    <a:pt x="5524" y="3349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5" y="3424"/>
                    <a:pt x="6285" y="3518"/>
                  </a:cubicBezTo>
                  <a:cubicBezTo>
                    <a:pt x="6284" y="3614"/>
                    <a:pt x="6360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8"/>
                    <a:pt x="6631" y="3523"/>
                  </a:cubicBezTo>
                  <a:cubicBezTo>
                    <a:pt x="6631" y="3428"/>
                    <a:pt x="6555" y="3349"/>
                    <a:pt x="6459" y="3349"/>
                  </a:cubicBezTo>
                  <a:cubicBezTo>
                    <a:pt x="6458" y="3349"/>
                    <a:pt x="6457" y="3349"/>
                    <a:pt x="6457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799" y="3424"/>
                    <a:pt x="6799" y="3518"/>
                  </a:cubicBezTo>
                  <a:cubicBezTo>
                    <a:pt x="6797" y="3614"/>
                    <a:pt x="6873" y="3693"/>
                    <a:pt x="6969" y="3694"/>
                  </a:cubicBezTo>
                  <a:lnTo>
                    <a:pt x="6973" y="3694"/>
                  </a:lnTo>
                  <a:cubicBezTo>
                    <a:pt x="7067" y="3694"/>
                    <a:pt x="7144" y="3617"/>
                    <a:pt x="7144" y="3523"/>
                  </a:cubicBezTo>
                  <a:cubicBezTo>
                    <a:pt x="7144" y="3428"/>
                    <a:pt x="7068" y="3349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4" y="3518"/>
                  </a:cubicBezTo>
                  <a:cubicBezTo>
                    <a:pt x="7314" y="3614"/>
                    <a:pt x="7390" y="3693"/>
                    <a:pt x="7485" y="3694"/>
                  </a:cubicBezTo>
                  <a:lnTo>
                    <a:pt x="7487" y="3694"/>
                  </a:lnTo>
                  <a:cubicBezTo>
                    <a:pt x="7582" y="3694"/>
                    <a:pt x="7659" y="3618"/>
                    <a:pt x="7659" y="3523"/>
                  </a:cubicBezTo>
                  <a:cubicBezTo>
                    <a:pt x="7661" y="3428"/>
                    <a:pt x="7585" y="3349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2" y="3349"/>
                  </a:moveTo>
                  <a:cubicBezTo>
                    <a:pt x="7908" y="3349"/>
                    <a:pt x="7832" y="3424"/>
                    <a:pt x="7831" y="3518"/>
                  </a:cubicBezTo>
                  <a:cubicBezTo>
                    <a:pt x="7829" y="3614"/>
                    <a:pt x="7905" y="3693"/>
                    <a:pt x="8002" y="3694"/>
                  </a:cubicBezTo>
                  <a:lnTo>
                    <a:pt x="8003" y="3694"/>
                  </a:lnTo>
                  <a:cubicBezTo>
                    <a:pt x="8097" y="3694"/>
                    <a:pt x="8175" y="3618"/>
                    <a:pt x="8176" y="3523"/>
                  </a:cubicBezTo>
                  <a:cubicBezTo>
                    <a:pt x="8178" y="3428"/>
                    <a:pt x="8100" y="3349"/>
                    <a:pt x="8005" y="3349"/>
                  </a:cubicBezTo>
                  <a:cubicBezTo>
                    <a:pt x="8004" y="3349"/>
                    <a:pt x="8003" y="3349"/>
                    <a:pt x="8002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4"/>
                    <a:pt x="5768" y="3518"/>
                  </a:cubicBezTo>
                  <a:cubicBezTo>
                    <a:pt x="5767" y="3614"/>
                    <a:pt x="5844" y="3693"/>
                    <a:pt x="5940" y="3694"/>
                  </a:cubicBezTo>
                  <a:lnTo>
                    <a:pt x="5943" y="3694"/>
                  </a:lnTo>
                  <a:cubicBezTo>
                    <a:pt x="5944" y="3694"/>
                    <a:pt x="5945" y="3694"/>
                    <a:pt x="5945" y="3694"/>
                  </a:cubicBezTo>
                  <a:cubicBezTo>
                    <a:pt x="6039" y="3694"/>
                    <a:pt x="6115" y="3620"/>
                    <a:pt x="6118" y="3527"/>
                  </a:cubicBezTo>
                  <a:lnTo>
                    <a:pt x="6118" y="3523"/>
                  </a:lnTo>
                  <a:lnTo>
                    <a:pt x="6114" y="3523"/>
                  </a:lnTo>
                  <a:cubicBezTo>
                    <a:pt x="6115" y="3428"/>
                    <a:pt x="6038" y="3349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148" y="3462"/>
                  </a:moveTo>
                  <a:cubicBezTo>
                    <a:pt x="66" y="3472"/>
                    <a:pt x="6" y="3545"/>
                    <a:pt x="17" y="3627"/>
                  </a:cubicBezTo>
                  <a:cubicBezTo>
                    <a:pt x="26" y="3696"/>
                    <a:pt x="79" y="3751"/>
                    <a:pt x="148" y="3758"/>
                  </a:cubicBezTo>
                  <a:lnTo>
                    <a:pt x="749" y="3758"/>
                  </a:lnTo>
                  <a:cubicBezTo>
                    <a:pt x="830" y="3758"/>
                    <a:pt x="895" y="3693"/>
                    <a:pt x="895" y="3611"/>
                  </a:cubicBezTo>
                  <a:lnTo>
                    <a:pt x="895" y="3609"/>
                  </a:lnTo>
                  <a:cubicBezTo>
                    <a:pt x="895" y="3527"/>
                    <a:pt x="830" y="3462"/>
                    <a:pt x="749" y="3462"/>
                  </a:cubicBezTo>
                  <a:close/>
                  <a:moveTo>
                    <a:pt x="3307" y="3462"/>
                  </a:moveTo>
                  <a:cubicBezTo>
                    <a:pt x="3225" y="3471"/>
                    <a:pt x="3167" y="3545"/>
                    <a:pt x="3178" y="3627"/>
                  </a:cubicBezTo>
                  <a:cubicBezTo>
                    <a:pt x="3185" y="3696"/>
                    <a:pt x="3239" y="3749"/>
                    <a:pt x="3307" y="3758"/>
                  </a:cubicBezTo>
                  <a:lnTo>
                    <a:pt x="4886" y="3758"/>
                  </a:lnTo>
                  <a:cubicBezTo>
                    <a:pt x="4967" y="3758"/>
                    <a:pt x="5034" y="3691"/>
                    <a:pt x="5034" y="3608"/>
                  </a:cubicBezTo>
                  <a:cubicBezTo>
                    <a:pt x="5034" y="3527"/>
                    <a:pt x="4967" y="3462"/>
                    <a:pt x="4886" y="3462"/>
                  </a:cubicBezTo>
                  <a:close/>
                  <a:moveTo>
                    <a:pt x="148" y="4148"/>
                  </a:moveTo>
                  <a:cubicBezTo>
                    <a:pt x="66" y="4159"/>
                    <a:pt x="6" y="4233"/>
                    <a:pt x="17" y="4315"/>
                  </a:cubicBezTo>
                  <a:cubicBezTo>
                    <a:pt x="26" y="4382"/>
                    <a:pt x="79" y="4437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5" y="4379"/>
                    <a:pt x="895" y="4297"/>
                  </a:cubicBezTo>
                  <a:lnTo>
                    <a:pt x="895" y="4296"/>
                  </a:lnTo>
                  <a:cubicBezTo>
                    <a:pt x="895" y="4214"/>
                    <a:pt x="830" y="4148"/>
                    <a:pt x="749" y="4148"/>
                  </a:cubicBezTo>
                  <a:close/>
                  <a:moveTo>
                    <a:pt x="3307" y="4148"/>
                  </a:moveTo>
                  <a:cubicBezTo>
                    <a:pt x="3225" y="4157"/>
                    <a:pt x="3167" y="4232"/>
                    <a:pt x="3178" y="4314"/>
                  </a:cubicBezTo>
                  <a:cubicBezTo>
                    <a:pt x="3185" y="4382"/>
                    <a:pt x="3239" y="4436"/>
                    <a:pt x="3307" y="4445"/>
                  </a:cubicBezTo>
                  <a:lnTo>
                    <a:pt x="4886" y="4445"/>
                  </a:lnTo>
                  <a:cubicBezTo>
                    <a:pt x="4967" y="4445"/>
                    <a:pt x="5034" y="4378"/>
                    <a:pt x="5034" y="4296"/>
                  </a:cubicBezTo>
                  <a:cubicBezTo>
                    <a:pt x="5034" y="4214"/>
                    <a:pt x="4967" y="4148"/>
                    <a:pt x="4886" y="4148"/>
                  </a:cubicBezTo>
                  <a:close/>
                  <a:moveTo>
                    <a:pt x="6972" y="4766"/>
                  </a:moveTo>
                  <a:cubicBezTo>
                    <a:pt x="6876" y="4766"/>
                    <a:pt x="6799" y="4844"/>
                    <a:pt x="6799" y="4939"/>
                  </a:cubicBezTo>
                  <a:cubicBezTo>
                    <a:pt x="6799" y="5034"/>
                    <a:pt x="6876" y="5112"/>
                    <a:pt x="6972" y="5112"/>
                  </a:cubicBezTo>
                  <a:lnTo>
                    <a:pt x="6973" y="5112"/>
                  </a:lnTo>
                  <a:cubicBezTo>
                    <a:pt x="7067" y="5112"/>
                    <a:pt x="7144" y="5036"/>
                    <a:pt x="7144" y="4940"/>
                  </a:cubicBezTo>
                  <a:lnTo>
                    <a:pt x="7144" y="4939"/>
                  </a:lnTo>
                  <a:cubicBezTo>
                    <a:pt x="7144" y="4844"/>
                    <a:pt x="7067" y="4766"/>
                    <a:pt x="6972" y="4766"/>
                  </a:cubicBezTo>
                  <a:close/>
                  <a:moveTo>
                    <a:pt x="8003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3" y="5112"/>
                  </a:cubicBezTo>
                  <a:cubicBezTo>
                    <a:pt x="8099" y="5112"/>
                    <a:pt x="8176" y="5034"/>
                    <a:pt x="8176" y="4939"/>
                  </a:cubicBezTo>
                  <a:cubicBezTo>
                    <a:pt x="8176" y="4844"/>
                    <a:pt x="8099" y="4766"/>
                    <a:pt x="8003" y="4766"/>
                  </a:cubicBezTo>
                  <a:close/>
                  <a:moveTo>
                    <a:pt x="5427" y="4766"/>
                  </a:moveTo>
                  <a:cubicBezTo>
                    <a:pt x="5332" y="4766"/>
                    <a:pt x="5255" y="4844"/>
                    <a:pt x="5255" y="4939"/>
                  </a:cubicBezTo>
                  <a:cubicBezTo>
                    <a:pt x="5255" y="5034"/>
                    <a:pt x="5332" y="5112"/>
                    <a:pt x="5427" y="5112"/>
                  </a:cubicBezTo>
                  <a:cubicBezTo>
                    <a:pt x="5428" y="5112"/>
                    <a:pt x="5429" y="5112"/>
                    <a:pt x="5430" y="5112"/>
                  </a:cubicBezTo>
                  <a:cubicBezTo>
                    <a:pt x="5523" y="5112"/>
                    <a:pt x="5599" y="5036"/>
                    <a:pt x="5600" y="4943"/>
                  </a:cubicBezTo>
                  <a:lnTo>
                    <a:pt x="5600" y="4939"/>
                  </a:lnTo>
                  <a:cubicBezTo>
                    <a:pt x="5600" y="4844"/>
                    <a:pt x="5523" y="4766"/>
                    <a:pt x="5427" y="4766"/>
                  </a:cubicBezTo>
                  <a:close/>
                  <a:moveTo>
                    <a:pt x="6458" y="4766"/>
                  </a:moveTo>
                  <a:cubicBezTo>
                    <a:pt x="6361" y="4766"/>
                    <a:pt x="6285" y="4844"/>
                    <a:pt x="6285" y="4939"/>
                  </a:cubicBezTo>
                  <a:cubicBezTo>
                    <a:pt x="6285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3" y="5112"/>
                    <a:pt x="6629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3" y="4766"/>
                    <a:pt x="6458" y="4766"/>
                  </a:cubicBezTo>
                  <a:close/>
                  <a:moveTo>
                    <a:pt x="7487" y="4766"/>
                  </a:moveTo>
                  <a:cubicBezTo>
                    <a:pt x="7391" y="4766"/>
                    <a:pt x="7314" y="4844"/>
                    <a:pt x="7314" y="4939"/>
                  </a:cubicBezTo>
                  <a:cubicBezTo>
                    <a:pt x="7314" y="5034"/>
                    <a:pt x="7391" y="5112"/>
                    <a:pt x="7487" y="5112"/>
                  </a:cubicBezTo>
                  <a:cubicBezTo>
                    <a:pt x="7488" y="5112"/>
                    <a:pt x="7489" y="5112"/>
                    <a:pt x="7489" y="5112"/>
                  </a:cubicBezTo>
                  <a:cubicBezTo>
                    <a:pt x="7583" y="5112"/>
                    <a:pt x="7659" y="5036"/>
                    <a:pt x="7659" y="4943"/>
                  </a:cubicBezTo>
                  <a:lnTo>
                    <a:pt x="7659" y="4939"/>
                  </a:lnTo>
                  <a:cubicBezTo>
                    <a:pt x="7659" y="4844"/>
                    <a:pt x="7582" y="4766"/>
                    <a:pt x="7487" y="4766"/>
                  </a:cubicBezTo>
                  <a:close/>
                  <a:moveTo>
                    <a:pt x="5941" y="4766"/>
                  </a:moveTo>
                  <a:cubicBezTo>
                    <a:pt x="5846" y="4766"/>
                    <a:pt x="5768" y="4844"/>
                    <a:pt x="5768" y="4939"/>
                  </a:cubicBezTo>
                  <a:cubicBezTo>
                    <a:pt x="5768" y="5034"/>
                    <a:pt x="5846" y="5112"/>
                    <a:pt x="5941" y="5112"/>
                  </a:cubicBezTo>
                  <a:lnTo>
                    <a:pt x="5943" y="5112"/>
                  </a:lnTo>
                  <a:cubicBezTo>
                    <a:pt x="5945" y="5112"/>
                    <a:pt x="5946" y="5112"/>
                    <a:pt x="5948" y="5112"/>
                  </a:cubicBezTo>
                  <a:cubicBezTo>
                    <a:pt x="6041" y="5112"/>
                    <a:pt x="6115" y="5038"/>
                    <a:pt x="6118" y="4945"/>
                  </a:cubicBezTo>
                  <a:lnTo>
                    <a:pt x="6118" y="4939"/>
                  </a:lnTo>
                  <a:lnTo>
                    <a:pt x="6114" y="4939"/>
                  </a:lnTo>
                  <a:cubicBezTo>
                    <a:pt x="6114" y="4844"/>
                    <a:pt x="6036" y="4766"/>
                    <a:pt x="5941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6" y="4920"/>
                    <a:pt x="17" y="5001"/>
                  </a:cubicBezTo>
                  <a:cubicBezTo>
                    <a:pt x="26" y="5070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5" y="5065"/>
                    <a:pt x="895" y="4984"/>
                  </a:cubicBezTo>
                  <a:lnTo>
                    <a:pt x="895" y="4982"/>
                  </a:lnTo>
                  <a:cubicBezTo>
                    <a:pt x="895" y="4900"/>
                    <a:pt x="830" y="4835"/>
                    <a:pt x="749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8"/>
                    <a:pt x="3178" y="5000"/>
                  </a:cubicBezTo>
                  <a:cubicBezTo>
                    <a:pt x="3185" y="5068"/>
                    <a:pt x="3239" y="5122"/>
                    <a:pt x="3307" y="5131"/>
                  </a:cubicBezTo>
                  <a:lnTo>
                    <a:pt x="4886" y="5131"/>
                  </a:lnTo>
                  <a:cubicBezTo>
                    <a:pt x="4967" y="5131"/>
                    <a:pt x="5034" y="5064"/>
                    <a:pt x="5034" y="4982"/>
                  </a:cubicBezTo>
                  <a:cubicBezTo>
                    <a:pt x="5034" y="4900"/>
                    <a:pt x="4967" y="4835"/>
                    <a:pt x="4886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0">
              <a:extLst>
                <a:ext uri="{FF2B5EF4-FFF2-40B4-BE49-F238E27FC236}">
                  <a16:creationId xmlns:a16="http://schemas.microsoft.com/office/drawing/2014/main" id="{0347F803-7F61-3AF7-D226-E1E44F832FDE}"/>
                </a:ext>
              </a:extLst>
            </p:cNvPr>
            <p:cNvSpPr/>
            <p:nvPr/>
          </p:nvSpPr>
          <p:spPr>
            <a:xfrm>
              <a:off x="5427200" y="3575075"/>
              <a:ext cx="204450" cy="128275"/>
            </a:xfrm>
            <a:custGeom>
              <a:avLst/>
              <a:gdLst/>
              <a:ahLst/>
              <a:cxnLst/>
              <a:rect l="l" t="t" r="r" b="b"/>
              <a:pathLst>
                <a:path w="8178" h="5131" extrusionOk="0">
                  <a:moveTo>
                    <a:pt x="1427" y="26"/>
                  </a:moveTo>
                  <a:cubicBezTo>
                    <a:pt x="1345" y="36"/>
                    <a:pt x="1287" y="111"/>
                    <a:pt x="1296" y="193"/>
                  </a:cubicBezTo>
                  <a:cubicBezTo>
                    <a:pt x="1305" y="260"/>
                    <a:pt x="1358" y="315"/>
                    <a:pt x="1427" y="322"/>
                  </a:cubicBezTo>
                  <a:lnTo>
                    <a:pt x="3005" y="322"/>
                  </a:lnTo>
                  <a:cubicBezTo>
                    <a:pt x="3084" y="318"/>
                    <a:pt x="3146" y="251"/>
                    <a:pt x="3145" y="170"/>
                  </a:cubicBezTo>
                  <a:lnTo>
                    <a:pt x="3145" y="170"/>
                  </a:lnTo>
                  <a:lnTo>
                    <a:pt x="3145" y="173"/>
                  </a:ln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148" y="26"/>
                  </a:moveTo>
                  <a:cubicBezTo>
                    <a:pt x="79" y="35"/>
                    <a:pt x="26" y="89"/>
                    <a:pt x="17" y="157"/>
                  </a:cubicBezTo>
                  <a:cubicBezTo>
                    <a:pt x="6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6" y="315"/>
                    <a:pt x="871" y="261"/>
                    <a:pt x="879" y="193"/>
                  </a:cubicBezTo>
                  <a:cubicBezTo>
                    <a:pt x="889" y="111"/>
                    <a:pt x="830" y="36"/>
                    <a:pt x="749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3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3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3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6"/>
                  </a:cubicBezTo>
                  <a:lnTo>
                    <a:pt x="4354" y="173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1" y="1"/>
                    <a:pt x="4524" y="78"/>
                    <a:pt x="4524" y="173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3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3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3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3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3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3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0"/>
                  </a:lnTo>
                  <a:lnTo>
                    <a:pt x="5901" y="173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27" y="712"/>
                  </a:moveTo>
                  <a:cubicBezTo>
                    <a:pt x="1345" y="723"/>
                    <a:pt x="1287" y="797"/>
                    <a:pt x="1296" y="879"/>
                  </a:cubicBezTo>
                  <a:cubicBezTo>
                    <a:pt x="1305" y="948"/>
                    <a:pt x="1358" y="1001"/>
                    <a:pt x="1427" y="1009"/>
                  </a:cubicBezTo>
                  <a:lnTo>
                    <a:pt x="3005" y="1009"/>
                  </a:lnTo>
                  <a:cubicBezTo>
                    <a:pt x="3084" y="1004"/>
                    <a:pt x="3146" y="937"/>
                    <a:pt x="3145" y="858"/>
                  </a:cubicBezTo>
                  <a:lnTo>
                    <a:pt x="3145" y="858"/>
                  </a:lnTo>
                  <a:lnTo>
                    <a:pt x="3145" y="860"/>
                  </a:lnTo>
                  <a:cubicBezTo>
                    <a:pt x="3145" y="778"/>
                    <a:pt x="3079" y="712"/>
                    <a:pt x="2998" y="712"/>
                  </a:cubicBezTo>
                  <a:close/>
                  <a:moveTo>
                    <a:pt x="148" y="714"/>
                  </a:moveTo>
                  <a:cubicBezTo>
                    <a:pt x="66" y="723"/>
                    <a:pt x="6" y="797"/>
                    <a:pt x="17" y="879"/>
                  </a:cubicBezTo>
                  <a:cubicBezTo>
                    <a:pt x="26" y="948"/>
                    <a:pt x="79" y="1001"/>
                    <a:pt x="148" y="1010"/>
                  </a:cubicBezTo>
                  <a:lnTo>
                    <a:pt x="749" y="1010"/>
                  </a:lnTo>
                  <a:cubicBezTo>
                    <a:pt x="830" y="1010"/>
                    <a:pt x="895" y="943"/>
                    <a:pt x="895" y="863"/>
                  </a:cubicBezTo>
                  <a:lnTo>
                    <a:pt x="895" y="860"/>
                  </a:lnTo>
                  <a:cubicBezTo>
                    <a:pt x="895" y="779"/>
                    <a:pt x="830" y="714"/>
                    <a:pt x="749" y="714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4"/>
                    <a:pt x="1296" y="1566"/>
                  </a:cubicBezTo>
                  <a:cubicBezTo>
                    <a:pt x="1305" y="1634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1"/>
                    <a:pt x="3146" y="1625"/>
                    <a:pt x="3145" y="1545"/>
                  </a:cubicBezTo>
                  <a:lnTo>
                    <a:pt x="3145" y="1545"/>
                  </a:lnTo>
                  <a:lnTo>
                    <a:pt x="3145" y="1546"/>
                  </a:lnTo>
                  <a:cubicBezTo>
                    <a:pt x="3145" y="1466"/>
                    <a:pt x="3079" y="1399"/>
                    <a:pt x="2998" y="1399"/>
                  </a:cubicBezTo>
                  <a:close/>
                  <a:moveTo>
                    <a:pt x="148" y="1400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6" y="1634"/>
                    <a:pt x="79" y="1688"/>
                    <a:pt x="148" y="1697"/>
                  </a:cubicBezTo>
                  <a:lnTo>
                    <a:pt x="749" y="1697"/>
                  </a:lnTo>
                  <a:cubicBezTo>
                    <a:pt x="830" y="1697"/>
                    <a:pt x="895" y="1631"/>
                    <a:pt x="895" y="1549"/>
                  </a:cubicBezTo>
                  <a:lnTo>
                    <a:pt x="895" y="1548"/>
                  </a:lnTo>
                  <a:cubicBezTo>
                    <a:pt x="895" y="1466"/>
                    <a:pt x="830" y="1400"/>
                    <a:pt x="749" y="1400"/>
                  </a:cubicBezTo>
                  <a:close/>
                  <a:moveTo>
                    <a:pt x="3666" y="1374"/>
                  </a:moveTo>
                  <a:cubicBezTo>
                    <a:pt x="3571" y="1374"/>
                    <a:pt x="3493" y="1451"/>
                    <a:pt x="3493" y="1546"/>
                  </a:cubicBezTo>
                  <a:cubicBezTo>
                    <a:pt x="3493" y="1642"/>
                    <a:pt x="3571" y="1719"/>
                    <a:pt x="3666" y="1719"/>
                  </a:cubicBezTo>
                  <a:lnTo>
                    <a:pt x="3668" y="1719"/>
                  </a:lnTo>
                  <a:cubicBezTo>
                    <a:pt x="3761" y="1719"/>
                    <a:pt x="3839" y="1643"/>
                    <a:pt x="3839" y="1548"/>
                  </a:cubicBezTo>
                  <a:lnTo>
                    <a:pt x="3839" y="1546"/>
                  </a:lnTo>
                  <a:cubicBezTo>
                    <a:pt x="3839" y="1451"/>
                    <a:pt x="3761" y="1374"/>
                    <a:pt x="3666" y="1374"/>
                  </a:cubicBezTo>
                  <a:close/>
                  <a:moveTo>
                    <a:pt x="4696" y="1374"/>
                  </a:moveTo>
                  <a:cubicBezTo>
                    <a:pt x="4601" y="1374"/>
                    <a:pt x="4524" y="1451"/>
                    <a:pt x="4524" y="1546"/>
                  </a:cubicBezTo>
                  <a:cubicBezTo>
                    <a:pt x="4524" y="1642"/>
                    <a:pt x="4601" y="1719"/>
                    <a:pt x="4696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lnTo>
                    <a:pt x="4869" y="1546"/>
                  </a:lnTo>
                  <a:cubicBezTo>
                    <a:pt x="4869" y="1451"/>
                    <a:pt x="4792" y="1374"/>
                    <a:pt x="4696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39" y="1451"/>
                    <a:pt x="5039" y="1546"/>
                  </a:cubicBezTo>
                  <a:cubicBezTo>
                    <a:pt x="5039" y="1642"/>
                    <a:pt x="5116" y="1719"/>
                    <a:pt x="5212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lnTo>
                    <a:pt x="5384" y="1546"/>
                  </a:lnTo>
                  <a:cubicBezTo>
                    <a:pt x="5384" y="1451"/>
                    <a:pt x="5307" y="1374"/>
                    <a:pt x="5212" y="1374"/>
                  </a:cubicBezTo>
                  <a:close/>
                  <a:moveTo>
                    <a:pt x="6242" y="1374"/>
                  </a:moveTo>
                  <a:cubicBezTo>
                    <a:pt x="6147" y="1374"/>
                    <a:pt x="6069" y="1451"/>
                    <a:pt x="6069" y="1546"/>
                  </a:cubicBezTo>
                  <a:cubicBezTo>
                    <a:pt x="6069" y="1642"/>
                    <a:pt x="6147" y="1719"/>
                    <a:pt x="6242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lnTo>
                    <a:pt x="6415" y="1546"/>
                  </a:lnTo>
                  <a:cubicBezTo>
                    <a:pt x="6415" y="1451"/>
                    <a:pt x="6337" y="1374"/>
                    <a:pt x="6242" y="1374"/>
                  </a:cubicBezTo>
                  <a:close/>
                  <a:moveTo>
                    <a:pt x="4181" y="1374"/>
                  </a:moveTo>
                  <a:cubicBezTo>
                    <a:pt x="4086" y="1374"/>
                    <a:pt x="4009" y="1451"/>
                    <a:pt x="4009" y="1546"/>
                  </a:cubicBezTo>
                  <a:cubicBezTo>
                    <a:pt x="4009" y="1642"/>
                    <a:pt x="4086" y="1719"/>
                    <a:pt x="4181" y="1719"/>
                  </a:cubicBezTo>
                  <a:cubicBezTo>
                    <a:pt x="4182" y="1719"/>
                    <a:pt x="4183" y="1719"/>
                    <a:pt x="4184" y="1719"/>
                  </a:cubicBezTo>
                  <a:cubicBezTo>
                    <a:pt x="4278" y="1719"/>
                    <a:pt x="4354" y="1644"/>
                    <a:pt x="4354" y="1551"/>
                  </a:cubicBezTo>
                  <a:lnTo>
                    <a:pt x="4354" y="1546"/>
                  </a:lnTo>
                  <a:cubicBezTo>
                    <a:pt x="4354" y="1451"/>
                    <a:pt x="4277" y="1374"/>
                    <a:pt x="4181" y="1374"/>
                  </a:cubicBezTo>
                  <a:close/>
                  <a:moveTo>
                    <a:pt x="5728" y="1374"/>
                  </a:moveTo>
                  <a:cubicBezTo>
                    <a:pt x="5633" y="1374"/>
                    <a:pt x="5556" y="1451"/>
                    <a:pt x="5556" y="1546"/>
                  </a:cubicBezTo>
                  <a:cubicBezTo>
                    <a:pt x="5556" y="1642"/>
                    <a:pt x="5633" y="1719"/>
                    <a:pt x="5728" y="1719"/>
                  </a:cubicBezTo>
                  <a:cubicBezTo>
                    <a:pt x="5730" y="1719"/>
                    <a:pt x="5732" y="1719"/>
                    <a:pt x="5734" y="1719"/>
                  </a:cubicBezTo>
                  <a:cubicBezTo>
                    <a:pt x="5825" y="1719"/>
                    <a:pt x="5901" y="1647"/>
                    <a:pt x="5905" y="1555"/>
                  </a:cubicBezTo>
                  <a:lnTo>
                    <a:pt x="5905" y="1545"/>
                  </a:lnTo>
                  <a:lnTo>
                    <a:pt x="5901" y="1546"/>
                  </a:lnTo>
                  <a:cubicBezTo>
                    <a:pt x="5901" y="1451"/>
                    <a:pt x="5824" y="1374"/>
                    <a:pt x="5728" y="1374"/>
                  </a:cubicBezTo>
                  <a:close/>
                  <a:moveTo>
                    <a:pt x="148" y="2087"/>
                  </a:moveTo>
                  <a:cubicBezTo>
                    <a:pt x="66" y="2097"/>
                    <a:pt x="6" y="2170"/>
                    <a:pt x="17" y="2252"/>
                  </a:cubicBezTo>
                  <a:cubicBezTo>
                    <a:pt x="24" y="2320"/>
                    <a:pt x="79" y="2376"/>
                    <a:pt x="148" y="2383"/>
                  </a:cubicBezTo>
                  <a:lnTo>
                    <a:pt x="748" y="2383"/>
                  </a:lnTo>
                  <a:cubicBezTo>
                    <a:pt x="827" y="2383"/>
                    <a:pt x="892" y="2320"/>
                    <a:pt x="895" y="2243"/>
                  </a:cubicBezTo>
                  <a:lnTo>
                    <a:pt x="895" y="2236"/>
                  </a:lnTo>
                  <a:cubicBezTo>
                    <a:pt x="897" y="2155"/>
                    <a:pt x="833" y="2088"/>
                    <a:pt x="751" y="2087"/>
                  </a:cubicBezTo>
                  <a:close/>
                  <a:moveTo>
                    <a:pt x="1427" y="2087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0"/>
                    <a:pt x="1358" y="2374"/>
                    <a:pt x="1427" y="2383"/>
                  </a:cubicBezTo>
                  <a:lnTo>
                    <a:pt x="3005" y="2383"/>
                  </a:lnTo>
                  <a:cubicBezTo>
                    <a:pt x="3081" y="2380"/>
                    <a:pt x="3142" y="2318"/>
                    <a:pt x="3145" y="2242"/>
                  </a:cubicBezTo>
                  <a:lnTo>
                    <a:pt x="3145" y="2236"/>
                  </a:lnTo>
                  <a:cubicBezTo>
                    <a:pt x="3145" y="2152"/>
                    <a:pt x="3078" y="2087"/>
                    <a:pt x="2996" y="2087"/>
                  </a:cubicBezTo>
                  <a:close/>
                  <a:moveTo>
                    <a:pt x="148" y="2773"/>
                  </a:moveTo>
                  <a:cubicBezTo>
                    <a:pt x="66" y="2784"/>
                    <a:pt x="6" y="2858"/>
                    <a:pt x="17" y="2940"/>
                  </a:cubicBezTo>
                  <a:cubicBezTo>
                    <a:pt x="24" y="3007"/>
                    <a:pt x="79" y="3062"/>
                    <a:pt x="148" y="3069"/>
                  </a:cubicBezTo>
                  <a:lnTo>
                    <a:pt x="748" y="3069"/>
                  </a:lnTo>
                  <a:cubicBezTo>
                    <a:pt x="830" y="3069"/>
                    <a:pt x="895" y="3004"/>
                    <a:pt x="895" y="2922"/>
                  </a:cubicBezTo>
                  <a:cubicBezTo>
                    <a:pt x="897" y="2842"/>
                    <a:pt x="833" y="2775"/>
                    <a:pt x="751" y="2773"/>
                  </a:cubicBezTo>
                  <a:close/>
                  <a:moveTo>
                    <a:pt x="1427" y="2773"/>
                  </a:moveTo>
                  <a:cubicBezTo>
                    <a:pt x="1345" y="2782"/>
                    <a:pt x="1287" y="2857"/>
                    <a:pt x="1296" y="2938"/>
                  </a:cubicBezTo>
                  <a:cubicBezTo>
                    <a:pt x="1305" y="3007"/>
                    <a:pt x="1358" y="3060"/>
                    <a:pt x="1427" y="3069"/>
                  </a:cubicBezTo>
                  <a:lnTo>
                    <a:pt x="3005" y="3069"/>
                  </a:lnTo>
                  <a:cubicBezTo>
                    <a:pt x="3084" y="3065"/>
                    <a:pt x="3146" y="2999"/>
                    <a:pt x="3145" y="2921"/>
                  </a:cubicBezTo>
                  <a:lnTo>
                    <a:pt x="3145" y="2921"/>
                  </a:lnTo>
                  <a:lnTo>
                    <a:pt x="3145" y="2922"/>
                  </a:lnTo>
                  <a:cubicBezTo>
                    <a:pt x="3145" y="2840"/>
                    <a:pt x="3078" y="2773"/>
                    <a:pt x="2996" y="2773"/>
                  </a:cubicBezTo>
                  <a:close/>
                  <a:moveTo>
                    <a:pt x="6972" y="3348"/>
                  </a:moveTo>
                  <a:cubicBezTo>
                    <a:pt x="6876" y="3348"/>
                    <a:pt x="6799" y="3425"/>
                    <a:pt x="6799" y="3521"/>
                  </a:cubicBezTo>
                  <a:cubicBezTo>
                    <a:pt x="6799" y="3616"/>
                    <a:pt x="6876" y="3693"/>
                    <a:pt x="6972" y="3693"/>
                  </a:cubicBezTo>
                  <a:lnTo>
                    <a:pt x="6973" y="3693"/>
                  </a:lnTo>
                  <a:cubicBezTo>
                    <a:pt x="7067" y="3693"/>
                    <a:pt x="7144" y="3617"/>
                    <a:pt x="7144" y="3524"/>
                  </a:cubicBezTo>
                  <a:lnTo>
                    <a:pt x="7144" y="3521"/>
                  </a:lnTo>
                  <a:cubicBezTo>
                    <a:pt x="7144" y="3425"/>
                    <a:pt x="7067" y="3348"/>
                    <a:pt x="6972" y="3348"/>
                  </a:cubicBezTo>
                  <a:close/>
                  <a:moveTo>
                    <a:pt x="8003" y="3348"/>
                  </a:moveTo>
                  <a:cubicBezTo>
                    <a:pt x="7908" y="3348"/>
                    <a:pt x="7831" y="3425"/>
                    <a:pt x="7831" y="3521"/>
                  </a:cubicBezTo>
                  <a:cubicBezTo>
                    <a:pt x="7831" y="3616"/>
                    <a:pt x="7908" y="3693"/>
                    <a:pt x="8003" y="3693"/>
                  </a:cubicBezTo>
                  <a:cubicBezTo>
                    <a:pt x="8099" y="3693"/>
                    <a:pt x="8176" y="3616"/>
                    <a:pt x="8176" y="3521"/>
                  </a:cubicBezTo>
                  <a:cubicBezTo>
                    <a:pt x="8176" y="3425"/>
                    <a:pt x="8099" y="3348"/>
                    <a:pt x="8003" y="3348"/>
                  </a:cubicBezTo>
                  <a:close/>
                  <a:moveTo>
                    <a:pt x="5427" y="3348"/>
                  </a:moveTo>
                  <a:cubicBezTo>
                    <a:pt x="5332" y="3348"/>
                    <a:pt x="5255" y="3425"/>
                    <a:pt x="5255" y="3521"/>
                  </a:cubicBezTo>
                  <a:cubicBezTo>
                    <a:pt x="5255" y="3616"/>
                    <a:pt x="5332" y="3693"/>
                    <a:pt x="5427" y="3693"/>
                  </a:cubicBezTo>
                  <a:cubicBezTo>
                    <a:pt x="5428" y="3693"/>
                    <a:pt x="5429" y="3693"/>
                    <a:pt x="5430" y="3693"/>
                  </a:cubicBezTo>
                  <a:cubicBezTo>
                    <a:pt x="5523" y="3693"/>
                    <a:pt x="5599" y="3618"/>
                    <a:pt x="5600" y="3525"/>
                  </a:cubicBezTo>
                  <a:lnTo>
                    <a:pt x="5600" y="3521"/>
                  </a:lnTo>
                  <a:cubicBezTo>
                    <a:pt x="5600" y="3425"/>
                    <a:pt x="5523" y="3348"/>
                    <a:pt x="5427" y="3348"/>
                  </a:cubicBezTo>
                  <a:close/>
                  <a:moveTo>
                    <a:pt x="6458" y="3348"/>
                  </a:moveTo>
                  <a:cubicBezTo>
                    <a:pt x="6363" y="3348"/>
                    <a:pt x="6285" y="3425"/>
                    <a:pt x="6285" y="3521"/>
                  </a:cubicBezTo>
                  <a:cubicBezTo>
                    <a:pt x="6285" y="3616"/>
                    <a:pt x="6363" y="3693"/>
                    <a:pt x="6458" y="3693"/>
                  </a:cubicBezTo>
                  <a:cubicBezTo>
                    <a:pt x="6459" y="3693"/>
                    <a:pt x="6460" y="3693"/>
                    <a:pt x="6461" y="3693"/>
                  </a:cubicBezTo>
                  <a:cubicBezTo>
                    <a:pt x="6553" y="3693"/>
                    <a:pt x="6629" y="3618"/>
                    <a:pt x="6631" y="3525"/>
                  </a:cubicBezTo>
                  <a:lnTo>
                    <a:pt x="6631" y="3521"/>
                  </a:lnTo>
                  <a:cubicBezTo>
                    <a:pt x="6631" y="3425"/>
                    <a:pt x="6553" y="3348"/>
                    <a:pt x="6458" y="3348"/>
                  </a:cubicBezTo>
                  <a:close/>
                  <a:moveTo>
                    <a:pt x="7487" y="3348"/>
                  </a:moveTo>
                  <a:cubicBezTo>
                    <a:pt x="7391" y="3348"/>
                    <a:pt x="7314" y="3425"/>
                    <a:pt x="7314" y="3521"/>
                  </a:cubicBezTo>
                  <a:cubicBezTo>
                    <a:pt x="7314" y="3616"/>
                    <a:pt x="7391" y="3693"/>
                    <a:pt x="7487" y="3693"/>
                  </a:cubicBezTo>
                  <a:cubicBezTo>
                    <a:pt x="7488" y="3693"/>
                    <a:pt x="7489" y="3693"/>
                    <a:pt x="7489" y="3693"/>
                  </a:cubicBezTo>
                  <a:cubicBezTo>
                    <a:pt x="7583" y="3693"/>
                    <a:pt x="7659" y="3618"/>
                    <a:pt x="7659" y="3525"/>
                  </a:cubicBezTo>
                  <a:lnTo>
                    <a:pt x="7659" y="3521"/>
                  </a:lnTo>
                  <a:cubicBezTo>
                    <a:pt x="7659" y="3425"/>
                    <a:pt x="7582" y="3348"/>
                    <a:pt x="7487" y="3348"/>
                  </a:cubicBezTo>
                  <a:close/>
                  <a:moveTo>
                    <a:pt x="5941" y="3348"/>
                  </a:moveTo>
                  <a:cubicBezTo>
                    <a:pt x="5846" y="3348"/>
                    <a:pt x="5768" y="3425"/>
                    <a:pt x="5768" y="3521"/>
                  </a:cubicBezTo>
                  <a:cubicBezTo>
                    <a:pt x="5768" y="3616"/>
                    <a:pt x="5846" y="3693"/>
                    <a:pt x="5941" y="3693"/>
                  </a:cubicBezTo>
                  <a:lnTo>
                    <a:pt x="5943" y="3693"/>
                  </a:lnTo>
                  <a:cubicBezTo>
                    <a:pt x="5945" y="3693"/>
                    <a:pt x="5946" y="3693"/>
                    <a:pt x="5948" y="3693"/>
                  </a:cubicBezTo>
                  <a:cubicBezTo>
                    <a:pt x="6041" y="3693"/>
                    <a:pt x="6115" y="3620"/>
                    <a:pt x="6118" y="3528"/>
                  </a:cubicBezTo>
                  <a:lnTo>
                    <a:pt x="6118" y="3521"/>
                  </a:lnTo>
                  <a:lnTo>
                    <a:pt x="6114" y="3521"/>
                  </a:lnTo>
                  <a:cubicBezTo>
                    <a:pt x="6114" y="3425"/>
                    <a:pt x="6036" y="3348"/>
                    <a:pt x="5941" y="3348"/>
                  </a:cubicBezTo>
                  <a:close/>
                  <a:moveTo>
                    <a:pt x="148" y="3460"/>
                  </a:moveTo>
                  <a:cubicBezTo>
                    <a:pt x="66" y="3470"/>
                    <a:pt x="6" y="3544"/>
                    <a:pt x="17" y="3626"/>
                  </a:cubicBezTo>
                  <a:cubicBezTo>
                    <a:pt x="24" y="3695"/>
                    <a:pt x="79" y="3748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8"/>
                  </a:cubicBezTo>
                  <a:cubicBezTo>
                    <a:pt x="897" y="3528"/>
                    <a:pt x="833" y="3461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8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89"/>
                    <a:pt x="5034" y="3608"/>
                  </a:cubicBezTo>
                  <a:lnTo>
                    <a:pt x="5034" y="3608"/>
                  </a:lnTo>
                  <a:cubicBezTo>
                    <a:pt x="5034" y="3608"/>
                    <a:pt x="5034" y="3608"/>
                    <a:pt x="5034" y="3608"/>
                  </a:cubicBezTo>
                  <a:lnTo>
                    <a:pt x="5034" y="3607"/>
                  </a:lnTo>
                  <a:cubicBezTo>
                    <a:pt x="5034" y="3607"/>
                    <a:pt x="5034" y="3607"/>
                    <a:pt x="5034" y="3608"/>
                  </a:cubicBezTo>
                  <a:cubicBezTo>
                    <a:pt x="5034" y="3526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6"/>
                    <a:pt x="6" y="4231"/>
                    <a:pt x="17" y="4313"/>
                  </a:cubicBezTo>
                  <a:cubicBezTo>
                    <a:pt x="24" y="4381"/>
                    <a:pt x="79" y="4435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6"/>
                  </a:cubicBezTo>
                  <a:cubicBezTo>
                    <a:pt x="897" y="4214"/>
                    <a:pt x="833" y="4147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6"/>
                    <a:pt x="3167" y="4229"/>
                    <a:pt x="3178" y="4311"/>
                  </a:cubicBezTo>
                  <a:cubicBezTo>
                    <a:pt x="3185" y="4380"/>
                    <a:pt x="3239" y="4435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6"/>
                    <a:pt x="5034" y="4294"/>
                  </a:cubicBezTo>
                  <a:lnTo>
                    <a:pt x="5034" y="4294"/>
                  </a:lnTo>
                  <a:cubicBezTo>
                    <a:pt x="5034" y="4294"/>
                    <a:pt x="5034" y="4295"/>
                    <a:pt x="5034" y="4295"/>
                  </a:cubicBezTo>
                  <a:lnTo>
                    <a:pt x="5034" y="4293"/>
                  </a:lnTo>
                  <a:cubicBezTo>
                    <a:pt x="5034" y="4294"/>
                    <a:pt x="5034" y="4294"/>
                    <a:pt x="5034" y="4294"/>
                  </a:cubicBezTo>
                  <a:lnTo>
                    <a:pt x="5034" y="4294"/>
                  </a:ln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6631" y="4937"/>
                  </a:moveTo>
                  <a:cubicBezTo>
                    <a:pt x="6631" y="4937"/>
                    <a:pt x="6631" y="4937"/>
                    <a:pt x="6631" y="4937"/>
                  </a:cubicBezTo>
                  <a:lnTo>
                    <a:pt x="6631" y="4937"/>
                  </a:lnTo>
                  <a:close/>
                  <a:moveTo>
                    <a:pt x="5429" y="4764"/>
                  </a:moveTo>
                  <a:cubicBezTo>
                    <a:pt x="5334" y="4764"/>
                    <a:pt x="5256" y="4840"/>
                    <a:pt x="5255" y="4935"/>
                  </a:cubicBezTo>
                  <a:cubicBezTo>
                    <a:pt x="5253" y="5030"/>
                    <a:pt x="5329" y="5109"/>
                    <a:pt x="5425" y="5109"/>
                  </a:cubicBezTo>
                  <a:lnTo>
                    <a:pt x="5427" y="5109"/>
                  </a:lnTo>
                  <a:cubicBezTo>
                    <a:pt x="5523" y="5109"/>
                    <a:pt x="5600" y="5032"/>
                    <a:pt x="5600" y="4937"/>
                  </a:cubicBezTo>
                  <a:lnTo>
                    <a:pt x="5600" y="4940"/>
                  </a:lnTo>
                  <a:cubicBezTo>
                    <a:pt x="5602" y="4844"/>
                    <a:pt x="5524" y="4765"/>
                    <a:pt x="5429" y="4764"/>
                  </a:cubicBezTo>
                  <a:close/>
                  <a:moveTo>
                    <a:pt x="6459" y="4764"/>
                  </a:moveTo>
                  <a:cubicBezTo>
                    <a:pt x="6364" y="4764"/>
                    <a:pt x="6285" y="4840"/>
                    <a:pt x="6285" y="4935"/>
                  </a:cubicBezTo>
                  <a:cubicBezTo>
                    <a:pt x="6284" y="5030"/>
                    <a:pt x="6360" y="5109"/>
                    <a:pt x="6455" y="5109"/>
                  </a:cubicBezTo>
                  <a:lnTo>
                    <a:pt x="6458" y="5109"/>
                  </a:lnTo>
                  <a:cubicBezTo>
                    <a:pt x="6553" y="5109"/>
                    <a:pt x="6630" y="5033"/>
                    <a:pt x="6631" y="4938"/>
                  </a:cubicBezTo>
                  <a:lnTo>
                    <a:pt x="6631" y="4938"/>
                  </a:lnTo>
                  <a:cubicBezTo>
                    <a:pt x="6631" y="4939"/>
                    <a:pt x="6631" y="4939"/>
                    <a:pt x="6631" y="4940"/>
                  </a:cubicBezTo>
                  <a:lnTo>
                    <a:pt x="6631" y="4937"/>
                  </a:lnTo>
                  <a:cubicBezTo>
                    <a:pt x="6631" y="4937"/>
                    <a:pt x="6631" y="4938"/>
                    <a:pt x="6631" y="4938"/>
                  </a:cubicBezTo>
                  <a:lnTo>
                    <a:pt x="6631" y="4938"/>
                  </a:lnTo>
                  <a:cubicBezTo>
                    <a:pt x="6630" y="4843"/>
                    <a:pt x="6554" y="4765"/>
                    <a:pt x="6459" y="4764"/>
                  </a:cubicBezTo>
                  <a:close/>
                  <a:moveTo>
                    <a:pt x="6973" y="4764"/>
                  </a:moveTo>
                  <a:cubicBezTo>
                    <a:pt x="6878" y="4764"/>
                    <a:pt x="6800" y="4840"/>
                    <a:pt x="6799" y="4935"/>
                  </a:cubicBezTo>
                  <a:cubicBezTo>
                    <a:pt x="6797" y="5030"/>
                    <a:pt x="6873" y="5109"/>
                    <a:pt x="6969" y="5109"/>
                  </a:cubicBezTo>
                  <a:lnTo>
                    <a:pt x="6973" y="5109"/>
                  </a:lnTo>
                  <a:cubicBezTo>
                    <a:pt x="7068" y="5109"/>
                    <a:pt x="7144" y="5033"/>
                    <a:pt x="7144" y="4940"/>
                  </a:cubicBezTo>
                  <a:cubicBezTo>
                    <a:pt x="7146" y="4844"/>
                    <a:pt x="7068" y="4765"/>
                    <a:pt x="6973" y="4764"/>
                  </a:cubicBezTo>
                  <a:close/>
                  <a:moveTo>
                    <a:pt x="7490" y="4764"/>
                  </a:moveTo>
                  <a:cubicBezTo>
                    <a:pt x="7394" y="4764"/>
                    <a:pt x="7315" y="4840"/>
                    <a:pt x="7314" y="4935"/>
                  </a:cubicBezTo>
                  <a:cubicBezTo>
                    <a:pt x="7314" y="5030"/>
                    <a:pt x="7390" y="5109"/>
                    <a:pt x="7485" y="5109"/>
                  </a:cubicBezTo>
                  <a:lnTo>
                    <a:pt x="7487" y="5109"/>
                  </a:lnTo>
                  <a:cubicBezTo>
                    <a:pt x="7583" y="5109"/>
                    <a:pt x="7661" y="5032"/>
                    <a:pt x="7661" y="4937"/>
                  </a:cubicBezTo>
                  <a:lnTo>
                    <a:pt x="7661" y="4937"/>
                  </a:lnTo>
                  <a:lnTo>
                    <a:pt x="7659" y="4940"/>
                  </a:lnTo>
                  <a:cubicBezTo>
                    <a:pt x="7661" y="4844"/>
                    <a:pt x="7585" y="4765"/>
                    <a:pt x="7490" y="4764"/>
                  </a:cubicBezTo>
                  <a:close/>
                  <a:moveTo>
                    <a:pt x="8005" y="4764"/>
                  </a:moveTo>
                  <a:cubicBezTo>
                    <a:pt x="7910" y="4764"/>
                    <a:pt x="7832" y="4840"/>
                    <a:pt x="7831" y="4935"/>
                  </a:cubicBezTo>
                  <a:cubicBezTo>
                    <a:pt x="7829" y="5030"/>
                    <a:pt x="7907" y="5109"/>
                    <a:pt x="8002" y="5109"/>
                  </a:cubicBezTo>
                  <a:lnTo>
                    <a:pt x="8003" y="5109"/>
                  </a:lnTo>
                  <a:cubicBezTo>
                    <a:pt x="8099" y="5109"/>
                    <a:pt x="8176" y="5032"/>
                    <a:pt x="8176" y="4937"/>
                  </a:cubicBezTo>
                  <a:lnTo>
                    <a:pt x="8176" y="4940"/>
                  </a:lnTo>
                  <a:cubicBezTo>
                    <a:pt x="8178" y="4844"/>
                    <a:pt x="8102" y="4765"/>
                    <a:pt x="8005" y="4764"/>
                  </a:cubicBezTo>
                  <a:close/>
                  <a:moveTo>
                    <a:pt x="5943" y="4764"/>
                  </a:moveTo>
                  <a:cubicBezTo>
                    <a:pt x="5847" y="4764"/>
                    <a:pt x="5770" y="4840"/>
                    <a:pt x="5768" y="4935"/>
                  </a:cubicBezTo>
                  <a:cubicBezTo>
                    <a:pt x="5767" y="5030"/>
                    <a:pt x="5844" y="5109"/>
                    <a:pt x="5940" y="5109"/>
                  </a:cubicBezTo>
                  <a:lnTo>
                    <a:pt x="5943" y="5109"/>
                  </a:lnTo>
                  <a:cubicBezTo>
                    <a:pt x="5945" y="5109"/>
                    <a:pt x="5946" y="5109"/>
                    <a:pt x="5948" y="5109"/>
                  </a:cubicBezTo>
                  <a:cubicBezTo>
                    <a:pt x="6041" y="5109"/>
                    <a:pt x="6115" y="5036"/>
                    <a:pt x="6118" y="4944"/>
                  </a:cubicBezTo>
                  <a:lnTo>
                    <a:pt x="6118" y="4937"/>
                  </a:lnTo>
                  <a:lnTo>
                    <a:pt x="6114" y="4940"/>
                  </a:lnTo>
                  <a:cubicBezTo>
                    <a:pt x="6115" y="4844"/>
                    <a:pt x="6038" y="4765"/>
                    <a:pt x="5943" y="4764"/>
                  </a:cubicBezTo>
                  <a:close/>
                  <a:moveTo>
                    <a:pt x="3307" y="4832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2"/>
                    <a:pt x="5034" y="4980"/>
                  </a:cubicBezTo>
                  <a:lnTo>
                    <a:pt x="5034" y="4980"/>
                  </a:lnTo>
                  <a:cubicBezTo>
                    <a:pt x="5034" y="4981"/>
                    <a:pt x="5034" y="4981"/>
                    <a:pt x="5034" y="4981"/>
                  </a:cubicBezTo>
                  <a:lnTo>
                    <a:pt x="5034" y="4980"/>
                  </a:lnTo>
                  <a:cubicBezTo>
                    <a:pt x="5034" y="4980"/>
                    <a:pt x="5034" y="4980"/>
                    <a:pt x="5034" y="4980"/>
                  </a:cubicBezTo>
                  <a:lnTo>
                    <a:pt x="5034" y="4980"/>
                  </a:lnTo>
                  <a:cubicBezTo>
                    <a:pt x="5034" y="4899"/>
                    <a:pt x="4967" y="4834"/>
                    <a:pt x="4886" y="4832"/>
                  </a:cubicBezTo>
                  <a:close/>
                  <a:moveTo>
                    <a:pt x="148" y="4832"/>
                  </a:moveTo>
                  <a:cubicBezTo>
                    <a:pt x="66" y="4834"/>
                    <a:pt x="0" y="4901"/>
                    <a:pt x="0" y="4983"/>
                  </a:cubicBezTo>
                  <a:cubicBezTo>
                    <a:pt x="0" y="5063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0" y="5130"/>
                    <a:pt x="895" y="5063"/>
                    <a:pt x="895" y="4983"/>
                  </a:cubicBezTo>
                  <a:cubicBezTo>
                    <a:pt x="895" y="4901"/>
                    <a:pt x="830" y="4834"/>
                    <a:pt x="749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0">
              <a:extLst>
                <a:ext uri="{FF2B5EF4-FFF2-40B4-BE49-F238E27FC236}">
                  <a16:creationId xmlns:a16="http://schemas.microsoft.com/office/drawing/2014/main" id="{D3E9825B-3DB7-FA8B-3A6C-51BC53F87EDB}"/>
                </a:ext>
              </a:extLst>
            </p:cNvPr>
            <p:cNvSpPr/>
            <p:nvPr/>
          </p:nvSpPr>
          <p:spPr>
            <a:xfrm>
              <a:off x="5657875" y="3296875"/>
              <a:ext cx="204375" cy="128250"/>
            </a:xfrm>
            <a:custGeom>
              <a:avLst/>
              <a:gdLst/>
              <a:ahLst/>
              <a:cxnLst/>
              <a:rect l="l" t="t" r="r" b="b"/>
              <a:pathLst>
                <a:path w="8175" h="5130" extrusionOk="0">
                  <a:moveTo>
                    <a:pt x="148" y="27"/>
                  </a:moveTo>
                  <a:cubicBezTo>
                    <a:pt x="79" y="35"/>
                    <a:pt x="26" y="90"/>
                    <a:pt x="17" y="158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8" y="315"/>
                    <a:pt x="871" y="261"/>
                    <a:pt x="880" y="192"/>
                  </a:cubicBezTo>
                  <a:cubicBezTo>
                    <a:pt x="889" y="111"/>
                    <a:pt x="831" y="36"/>
                    <a:pt x="749" y="27"/>
                  </a:cubicBezTo>
                  <a:close/>
                  <a:moveTo>
                    <a:pt x="1418" y="27"/>
                  </a:moveTo>
                  <a:cubicBezTo>
                    <a:pt x="1336" y="36"/>
                    <a:pt x="1278" y="111"/>
                    <a:pt x="1288" y="192"/>
                  </a:cubicBezTo>
                  <a:cubicBezTo>
                    <a:pt x="1296" y="261"/>
                    <a:pt x="1351" y="315"/>
                    <a:pt x="1418" y="324"/>
                  </a:cubicBezTo>
                  <a:lnTo>
                    <a:pt x="2996" y="324"/>
                  </a:lnTo>
                  <a:cubicBezTo>
                    <a:pt x="3079" y="324"/>
                    <a:pt x="3146" y="257"/>
                    <a:pt x="3146" y="173"/>
                  </a:cubicBezTo>
                  <a:cubicBezTo>
                    <a:pt x="3146" y="93"/>
                    <a:pt x="3079" y="27"/>
                    <a:pt x="2999" y="27"/>
                  </a:cubicBezTo>
                  <a:close/>
                  <a:moveTo>
                    <a:pt x="3666" y="0"/>
                  </a:moveTo>
                  <a:cubicBezTo>
                    <a:pt x="3571" y="0"/>
                    <a:pt x="3493" y="78"/>
                    <a:pt x="3493" y="173"/>
                  </a:cubicBezTo>
                  <a:cubicBezTo>
                    <a:pt x="3493" y="268"/>
                    <a:pt x="3571" y="346"/>
                    <a:pt x="3666" y="346"/>
                  </a:cubicBezTo>
                  <a:lnTo>
                    <a:pt x="3667" y="346"/>
                  </a:lnTo>
                  <a:cubicBezTo>
                    <a:pt x="3763" y="346"/>
                    <a:pt x="3839" y="270"/>
                    <a:pt x="3839" y="176"/>
                  </a:cubicBezTo>
                  <a:lnTo>
                    <a:pt x="3839" y="173"/>
                  </a:lnTo>
                  <a:cubicBezTo>
                    <a:pt x="3839" y="78"/>
                    <a:pt x="3761" y="0"/>
                    <a:pt x="3666" y="0"/>
                  </a:cubicBezTo>
                  <a:close/>
                  <a:moveTo>
                    <a:pt x="4696" y="0"/>
                  </a:moveTo>
                  <a:cubicBezTo>
                    <a:pt x="4601" y="0"/>
                    <a:pt x="4524" y="78"/>
                    <a:pt x="4524" y="173"/>
                  </a:cubicBezTo>
                  <a:cubicBezTo>
                    <a:pt x="4524" y="268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6"/>
                  </a:cubicBezTo>
                  <a:lnTo>
                    <a:pt x="4869" y="173"/>
                  </a:lnTo>
                  <a:cubicBezTo>
                    <a:pt x="4869" y="78"/>
                    <a:pt x="4792" y="0"/>
                    <a:pt x="4696" y="0"/>
                  </a:cubicBezTo>
                  <a:close/>
                  <a:moveTo>
                    <a:pt x="6242" y="0"/>
                  </a:moveTo>
                  <a:cubicBezTo>
                    <a:pt x="6147" y="0"/>
                    <a:pt x="6069" y="78"/>
                    <a:pt x="6069" y="173"/>
                  </a:cubicBezTo>
                  <a:cubicBezTo>
                    <a:pt x="6069" y="268"/>
                    <a:pt x="6147" y="346"/>
                    <a:pt x="6242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6"/>
                  </a:cubicBezTo>
                  <a:lnTo>
                    <a:pt x="6415" y="173"/>
                  </a:lnTo>
                  <a:cubicBezTo>
                    <a:pt x="6415" y="78"/>
                    <a:pt x="6337" y="0"/>
                    <a:pt x="6242" y="0"/>
                  </a:cubicBezTo>
                  <a:close/>
                  <a:moveTo>
                    <a:pt x="4183" y="0"/>
                  </a:moveTo>
                  <a:cubicBezTo>
                    <a:pt x="4087" y="0"/>
                    <a:pt x="4010" y="78"/>
                    <a:pt x="4010" y="173"/>
                  </a:cubicBezTo>
                  <a:cubicBezTo>
                    <a:pt x="4010" y="268"/>
                    <a:pt x="4087" y="346"/>
                    <a:pt x="4183" y="346"/>
                  </a:cubicBezTo>
                  <a:cubicBezTo>
                    <a:pt x="4184" y="346"/>
                    <a:pt x="4184" y="346"/>
                    <a:pt x="4185" y="346"/>
                  </a:cubicBezTo>
                  <a:cubicBezTo>
                    <a:pt x="4278" y="346"/>
                    <a:pt x="4354" y="271"/>
                    <a:pt x="4355" y="178"/>
                  </a:cubicBezTo>
                  <a:lnTo>
                    <a:pt x="4355" y="173"/>
                  </a:lnTo>
                  <a:cubicBezTo>
                    <a:pt x="4355" y="78"/>
                    <a:pt x="4278" y="0"/>
                    <a:pt x="4183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39" y="78"/>
                    <a:pt x="5039" y="173"/>
                  </a:cubicBezTo>
                  <a:cubicBezTo>
                    <a:pt x="5039" y="268"/>
                    <a:pt x="5116" y="346"/>
                    <a:pt x="5212" y="346"/>
                  </a:cubicBezTo>
                  <a:cubicBezTo>
                    <a:pt x="5212" y="346"/>
                    <a:pt x="5213" y="346"/>
                    <a:pt x="5214" y="346"/>
                  </a:cubicBezTo>
                  <a:cubicBezTo>
                    <a:pt x="5308" y="346"/>
                    <a:pt x="5384" y="271"/>
                    <a:pt x="5384" y="178"/>
                  </a:cubicBezTo>
                  <a:lnTo>
                    <a:pt x="5384" y="173"/>
                  </a:lnTo>
                  <a:cubicBezTo>
                    <a:pt x="5384" y="78"/>
                    <a:pt x="5307" y="0"/>
                    <a:pt x="5212" y="0"/>
                  </a:cubicBezTo>
                  <a:close/>
                  <a:moveTo>
                    <a:pt x="5725" y="3"/>
                  </a:moveTo>
                  <a:cubicBezTo>
                    <a:pt x="5631" y="3"/>
                    <a:pt x="5554" y="79"/>
                    <a:pt x="5554" y="173"/>
                  </a:cubicBezTo>
                  <a:cubicBezTo>
                    <a:pt x="5552" y="268"/>
                    <a:pt x="5628" y="347"/>
                    <a:pt x="5724" y="349"/>
                  </a:cubicBezTo>
                  <a:cubicBezTo>
                    <a:pt x="5819" y="349"/>
                    <a:pt x="5898" y="273"/>
                    <a:pt x="5899" y="178"/>
                  </a:cubicBezTo>
                  <a:lnTo>
                    <a:pt x="5899" y="173"/>
                  </a:lnTo>
                  <a:cubicBezTo>
                    <a:pt x="5899" y="79"/>
                    <a:pt x="5822" y="3"/>
                    <a:pt x="5728" y="3"/>
                  </a:cubicBezTo>
                  <a:cubicBezTo>
                    <a:pt x="5727" y="3"/>
                    <a:pt x="5726" y="3"/>
                    <a:pt x="5725" y="3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8"/>
                    <a:pt x="17" y="880"/>
                  </a:cubicBezTo>
                  <a:cubicBezTo>
                    <a:pt x="26" y="947"/>
                    <a:pt x="79" y="1002"/>
                    <a:pt x="148" y="1010"/>
                  </a:cubicBezTo>
                  <a:lnTo>
                    <a:pt x="749" y="1010"/>
                  </a:lnTo>
                  <a:cubicBezTo>
                    <a:pt x="831" y="1010"/>
                    <a:pt x="897" y="944"/>
                    <a:pt x="897" y="863"/>
                  </a:cubicBezTo>
                  <a:lnTo>
                    <a:pt x="897" y="861"/>
                  </a:lnTo>
                  <a:cubicBezTo>
                    <a:pt x="897" y="779"/>
                    <a:pt x="830" y="714"/>
                    <a:pt x="749" y="714"/>
                  </a:cubicBezTo>
                  <a:close/>
                  <a:moveTo>
                    <a:pt x="1418" y="714"/>
                  </a:moveTo>
                  <a:cubicBezTo>
                    <a:pt x="1336" y="723"/>
                    <a:pt x="1278" y="797"/>
                    <a:pt x="1288" y="879"/>
                  </a:cubicBezTo>
                  <a:cubicBezTo>
                    <a:pt x="1296" y="947"/>
                    <a:pt x="1351" y="1001"/>
                    <a:pt x="1418" y="1010"/>
                  </a:cubicBezTo>
                  <a:lnTo>
                    <a:pt x="2996" y="1010"/>
                  </a:lnTo>
                  <a:cubicBezTo>
                    <a:pt x="3079" y="1010"/>
                    <a:pt x="3146" y="943"/>
                    <a:pt x="3146" y="861"/>
                  </a:cubicBezTo>
                  <a:cubicBezTo>
                    <a:pt x="3146" y="779"/>
                    <a:pt x="3079" y="714"/>
                    <a:pt x="2999" y="714"/>
                  </a:cubicBezTo>
                  <a:close/>
                  <a:moveTo>
                    <a:pt x="148" y="1400"/>
                  </a:moveTo>
                  <a:cubicBezTo>
                    <a:pt x="66" y="1410"/>
                    <a:pt x="8" y="1485"/>
                    <a:pt x="17" y="1567"/>
                  </a:cubicBezTo>
                  <a:cubicBezTo>
                    <a:pt x="26" y="1635"/>
                    <a:pt x="79" y="1689"/>
                    <a:pt x="148" y="1696"/>
                  </a:cubicBezTo>
                  <a:lnTo>
                    <a:pt x="749" y="1696"/>
                  </a:lnTo>
                  <a:cubicBezTo>
                    <a:pt x="830" y="1696"/>
                    <a:pt x="897" y="1631"/>
                    <a:pt x="897" y="1550"/>
                  </a:cubicBezTo>
                  <a:cubicBezTo>
                    <a:pt x="898" y="1469"/>
                    <a:pt x="833" y="1402"/>
                    <a:pt x="751" y="1400"/>
                  </a:cubicBezTo>
                  <a:close/>
                  <a:moveTo>
                    <a:pt x="1419" y="1400"/>
                  </a:moveTo>
                  <a:cubicBezTo>
                    <a:pt x="1337" y="1410"/>
                    <a:pt x="1278" y="1483"/>
                    <a:pt x="1288" y="1565"/>
                  </a:cubicBezTo>
                  <a:cubicBezTo>
                    <a:pt x="1296" y="1634"/>
                    <a:pt x="1351" y="1689"/>
                    <a:pt x="1419" y="1696"/>
                  </a:cubicBezTo>
                  <a:lnTo>
                    <a:pt x="2996" y="1696"/>
                  </a:lnTo>
                  <a:cubicBezTo>
                    <a:pt x="2997" y="1696"/>
                    <a:pt x="2998" y="1696"/>
                    <a:pt x="2999" y="1696"/>
                  </a:cubicBezTo>
                  <a:cubicBezTo>
                    <a:pt x="3079" y="1696"/>
                    <a:pt x="3145" y="1631"/>
                    <a:pt x="3146" y="1552"/>
                  </a:cubicBezTo>
                  <a:lnTo>
                    <a:pt x="3146" y="1549"/>
                  </a:lnTo>
                  <a:cubicBezTo>
                    <a:pt x="3146" y="1467"/>
                    <a:pt x="3079" y="1400"/>
                    <a:pt x="2996" y="1400"/>
                  </a:cubicBezTo>
                  <a:close/>
                  <a:moveTo>
                    <a:pt x="3665" y="1375"/>
                  </a:moveTo>
                  <a:cubicBezTo>
                    <a:pt x="3571" y="1375"/>
                    <a:pt x="3495" y="1450"/>
                    <a:pt x="3493" y="1544"/>
                  </a:cubicBezTo>
                  <a:cubicBezTo>
                    <a:pt x="3492" y="1640"/>
                    <a:pt x="3569" y="1719"/>
                    <a:pt x="3665" y="1720"/>
                  </a:cubicBezTo>
                  <a:lnTo>
                    <a:pt x="3669" y="1720"/>
                  </a:lnTo>
                  <a:cubicBezTo>
                    <a:pt x="3763" y="1720"/>
                    <a:pt x="3839" y="1643"/>
                    <a:pt x="3839" y="1549"/>
                  </a:cubicBezTo>
                  <a:cubicBezTo>
                    <a:pt x="3840" y="1454"/>
                    <a:pt x="3764" y="1375"/>
                    <a:pt x="3667" y="1375"/>
                  </a:cubicBezTo>
                  <a:cubicBezTo>
                    <a:pt x="3667" y="1375"/>
                    <a:pt x="3666" y="1375"/>
                    <a:pt x="3665" y="1375"/>
                  </a:cubicBezTo>
                  <a:close/>
                  <a:moveTo>
                    <a:pt x="4181" y="1375"/>
                  </a:moveTo>
                  <a:cubicBezTo>
                    <a:pt x="4087" y="1375"/>
                    <a:pt x="4010" y="1450"/>
                    <a:pt x="4010" y="1544"/>
                  </a:cubicBezTo>
                  <a:cubicBezTo>
                    <a:pt x="4008" y="1640"/>
                    <a:pt x="4084" y="1719"/>
                    <a:pt x="4180" y="1720"/>
                  </a:cubicBezTo>
                  <a:lnTo>
                    <a:pt x="4183" y="1720"/>
                  </a:lnTo>
                  <a:cubicBezTo>
                    <a:pt x="4276" y="1720"/>
                    <a:pt x="4354" y="1644"/>
                    <a:pt x="4355" y="1549"/>
                  </a:cubicBezTo>
                  <a:cubicBezTo>
                    <a:pt x="4355" y="1454"/>
                    <a:pt x="4279" y="1375"/>
                    <a:pt x="4184" y="1375"/>
                  </a:cubicBezTo>
                  <a:cubicBezTo>
                    <a:pt x="4183" y="1375"/>
                    <a:pt x="4182" y="1375"/>
                    <a:pt x="4181" y="1375"/>
                  </a:cubicBezTo>
                  <a:close/>
                  <a:moveTo>
                    <a:pt x="4695" y="1375"/>
                  </a:moveTo>
                  <a:cubicBezTo>
                    <a:pt x="4601" y="1375"/>
                    <a:pt x="4525" y="1450"/>
                    <a:pt x="4524" y="1544"/>
                  </a:cubicBezTo>
                  <a:cubicBezTo>
                    <a:pt x="4522" y="1640"/>
                    <a:pt x="4598" y="1719"/>
                    <a:pt x="4695" y="1720"/>
                  </a:cubicBezTo>
                  <a:lnTo>
                    <a:pt x="4698" y="1720"/>
                  </a:lnTo>
                  <a:cubicBezTo>
                    <a:pt x="4793" y="1720"/>
                    <a:pt x="4869" y="1643"/>
                    <a:pt x="4869" y="1549"/>
                  </a:cubicBezTo>
                  <a:cubicBezTo>
                    <a:pt x="4871" y="1454"/>
                    <a:pt x="4793" y="1375"/>
                    <a:pt x="4698" y="1375"/>
                  </a:cubicBezTo>
                  <a:cubicBezTo>
                    <a:pt x="4697" y="1375"/>
                    <a:pt x="4696" y="1375"/>
                    <a:pt x="4695" y="1375"/>
                  </a:cubicBezTo>
                  <a:close/>
                  <a:moveTo>
                    <a:pt x="5212" y="1375"/>
                  </a:moveTo>
                  <a:cubicBezTo>
                    <a:pt x="5118" y="1375"/>
                    <a:pt x="5040" y="1450"/>
                    <a:pt x="5039" y="1544"/>
                  </a:cubicBezTo>
                  <a:cubicBezTo>
                    <a:pt x="5039" y="1640"/>
                    <a:pt x="5115" y="1719"/>
                    <a:pt x="5210" y="1720"/>
                  </a:cubicBezTo>
                  <a:lnTo>
                    <a:pt x="5213" y="1720"/>
                  </a:lnTo>
                  <a:cubicBezTo>
                    <a:pt x="5307" y="1720"/>
                    <a:pt x="5384" y="1644"/>
                    <a:pt x="5386" y="1549"/>
                  </a:cubicBezTo>
                  <a:lnTo>
                    <a:pt x="5384" y="1549"/>
                  </a:lnTo>
                  <a:cubicBezTo>
                    <a:pt x="5386" y="1454"/>
                    <a:pt x="5310" y="1375"/>
                    <a:pt x="5214" y="1375"/>
                  </a:cubicBezTo>
                  <a:cubicBezTo>
                    <a:pt x="5214" y="1375"/>
                    <a:pt x="5213" y="1375"/>
                    <a:pt x="5212" y="1375"/>
                  </a:cubicBezTo>
                  <a:close/>
                  <a:moveTo>
                    <a:pt x="6242" y="1375"/>
                  </a:moveTo>
                  <a:cubicBezTo>
                    <a:pt x="6148" y="1375"/>
                    <a:pt x="6071" y="1450"/>
                    <a:pt x="6069" y="1544"/>
                  </a:cubicBezTo>
                  <a:cubicBezTo>
                    <a:pt x="6069" y="1640"/>
                    <a:pt x="6145" y="1719"/>
                    <a:pt x="6240" y="1720"/>
                  </a:cubicBezTo>
                  <a:lnTo>
                    <a:pt x="6245" y="1720"/>
                  </a:lnTo>
                  <a:cubicBezTo>
                    <a:pt x="6339" y="1720"/>
                    <a:pt x="6415" y="1643"/>
                    <a:pt x="6415" y="1549"/>
                  </a:cubicBezTo>
                  <a:cubicBezTo>
                    <a:pt x="6416" y="1454"/>
                    <a:pt x="6340" y="1375"/>
                    <a:pt x="6245" y="1375"/>
                  </a:cubicBezTo>
                  <a:cubicBezTo>
                    <a:pt x="6244" y="1375"/>
                    <a:pt x="6243" y="1375"/>
                    <a:pt x="6242" y="1375"/>
                  </a:cubicBezTo>
                  <a:close/>
                  <a:moveTo>
                    <a:pt x="5709" y="1375"/>
                  </a:moveTo>
                  <a:cubicBezTo>
                    <a:pt x="5622" y="1375"/>
                    <a:pt x="5547" y="1441"/>
                    <a:pt x="5538" y="1528"/>
                  </a:cubicBezTo>
                  <a:cubicBezTo>
                    <a:pt x="5527" y="1623"/>
                    <a:pt x="5596" y="1708"/>
                    <a:pt x="5689" y="1720"/>
                  </a:cubicBezTo>
                  <a:cubicBezTo>
                    <a:pt x="5696" y="1721"/>
                    <a:pt x="5702" y="1721"/>
                    <a:pt x="5709" y="1721"/>
                  </a:cubicBezTo>
                  <a:cubicBezTo>
                    <a:pt x="5715" y="1721"/>
                    <a:pt x="5721" y="1721"/>
                    <a:pt x="5728" y="1720"/>
                  </a:cubicBezTo>
                  <a:cubicBezTo>
                    <a:pt x="5822" y="1720"/>
                    <a:pt x="5899" y="1643"/>
                    <a:pt x="5899" y="1549"/>
                  </a:cubicBezTo>
                  <a:cubicBezTo>
                    <a:pt x="5899" y="1455"/>
                    <a:pt x="5825" y="1378"/>
                    <a:pt x="5731" y="1376"/>
                  </a:cubicBezTo>
                  <a:lnTo>
                    <a:pt x="5728" y="1376"/>
                  </a:lnTo>
                  <a:cubicBezTo>
                    <a:pt x="5722" y="1375"/>
                    <a:pt x="5715" y="1375"/>
                    <a:pt x="5709" y="1375"/>
                  </a:cubicBezTo>
                  <a:close/>
                  <a:moveTo>
                    <a:pt x="1419" y="2086"/>
                  </a:moveTo>
                  <a:cubicBezTo>
                    <a:pt x="1337" y="2097"/>
                    <a:pt x="1278" y="2171"/>
                    <a:pt x="1288" y="2253"/>
                  </a:cubicBezTo>
                  <a:cubicBezTo>
                    <a:pt x="1296" y="2322"/>
                    <a:pt x="1351" y="2375"/>
                    <a:pt x="1419" y="2383"/>
                  </a:cubicBezTo>
                  <a:lnTo>
                    <a:pt x="2996" y="2383"/>
                  </a:lnTo>
                  <a:cubicBezTo>
                    <a:pt x="2997" y="2383"/>
                    <a:pt x="2998" y="2383"/>
                    <a:pt x="2999" y="2383"/>
                  </a:cubicBezTo>
                  <a:cubicBezTo>
                    <a:pt x="3079" y="2383"/>
                    <a:pt x="3145" y="2319"/>
                    <a:pt x="3146" y="2238"/>
                  </a:cubicBezTo>
                  <a:lnTo>
                    <a:pt x="3146" y="2235"/>
                  </a:lnTo>
                  <a:cubicBezTo>
                    <a:pt x="3146" y="2153"/>
                    <a:pt x="3079" y="2086"/>
                    <a:pt x="2996" y="2086"/>
                  </a:cubicBezTo>
                  <a:close/>
                  <a:moveTo>
                    <a:pt x="148" y="2086"/>
                  </a:moveTo>
                  <a:cubicBezTo>
                    <a:pt x="66" y="2097"/>
                    <a:pt x="8" y="2171"/>
                    <a:pt x="17" y="2253"/>
                  </a:cubicBezTo>
                  <a:cubicBezTo>
                    <a:pt x="26" y="2322"/>
                    <a:pt x="79" y="2375"/>
                    <a:pt x="148" y="2384"/>
                  </a:cubicBezTo>
                  <a:lnTo>
                    <a:pt x="749" y="2384"/>
                  </a:lnTo>
                  <a:cubicBezTo>
                    <a:pt x="830" y="2384"/>
                    <a:pt x="897" y="2317"/>
                    <a:pt x="897" y="2237"/>
                  </a:cubicBezTo>
                  <a:cubicBezTo>
                    <a:pt x="898" y="2155"/>
                    <a:pt x="833" y="2088"/>
                    <a:pt x="751" y="2086"/>
                  </a:cubicBezTo>
                  <a:close/>
                  <a:moveTo>
                    <a:pt x="148" y="2774"/>
                  </a:moveTo>
                  <a:cubicBezTo>
                    <a:pt x="66" y="2783"/>
                    <a:pt x="8" y="2858"/>
                    <a:pt x="17" y="2940"/>
                  </a:cubicBezTo>
                  <a:cubicBezTo>
                    <a:pt x="26" y="3008"/>
                    <a:pt x="79" y="3062"/>
                    <a:pt x="148" y="3071"/>
                  </a:cubicBezTo>
                  <a:lnTo>
                    <a:pt x="749" y="3071"/>
                  </a:lnTo>
                  <a:cubicBezTo>
                    <a:pt x="830" y="3071"/>
                    <a:pt x="897" y="3004"/>
                    <a:pt x="897" y="2923"/>
                  </a:cubicBezTo>
                  <a:cubicBezTo>
                    <a:pt x="898" y="2841"/>
                    <a:pt x="833" y="2774"/>
                    <a:pt x="751" y="2774"/>
                  </a:cubicBezTo>
                  <a:close/>
                  <a:moveTo>
                    <a:pt x="1419" y="2773"/>
                  </a:moveTo>
                  <a:cubicBezTo>
                    <a:pt x="1337" y="2783"/>
                    <a:pt x="1278" y="2858"/>
                    <a:pt x="1288" y="2940"/>
                  </a:cubicBezTo>
                  <a:cubicBezTo>
                    <a:pt x="1296" y="3008"/>
                    <a:pt x="1351" y="3062"/>
                    <a:pt x="1419" y="3071"/>
                  </a:cubicBezTo>
                  <a:lnTo>
                    <a:pt x="2996" y="3071"/>
                  </a:lnTo>
                  <a:cubicBezTo>
                    <a:pt x="3078" y="3071"/>
                    <a:pt x="3145" y="3007"/>
                    <a:pt x="3146" y="2925"/>
                  </a:cubicBezTo>
                  <a:lnTo>
                    <a:pt x="3146" y="2923"/>
                  </a:lnTo>
                  <a:cubicBezTo>
                    <a:pt x="3146" y="2840"/>
                    <a:pt x="3079" y="2773"/>
                    <a:pt x="2996" y="2773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20"/>
                  </a:cubicBezTo>
                  <a:cubicBezTo>
                    <a:pt x="5253" y="3616"/>
                    <a:pt x="5331" y="3693"/>
                    <a:pt x="5426" y="3694"/>
                  </a:cubicBezTo>
                  <a:lnTo>
                    <a:pt x="5427" y="3694"/>
                  </a:lnTo>
                  <a:cubicBezTo>
                    <a:pt x="5523" y="3694"/>
                    <a:pt x="5599" y="3619"/>
                    <a:pt x="5600" y="3523"/>
                  </a:cubicBezTo>
                  <a:cubicBezTo>
                    <a:pt x="5602" y="3428"/>
                    <a:pt x="5526" y="3351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5941" y="3349"/>
                  </a:moveTo>
                  <a:cubicBezTo>
                    <a:pt x="5847" y="3349"/>
                    <a:pt x="5770" y="3424"/>
                    <a:pt x="5768" y="3520"/>
                  </a:cubicBezTo>
                  <a:cubicBezTo>
                    <a:pt x="5768" y="3616"/>
                    <a:pt x="5844" y="3693"/>
                    <a:pt x="5940" y="3694"/>
                  </a:cubicBezTo>
                  <a:lnTo>
                    <a:pt x="5944" y="3694"/>
                  </a:lnTo>
                  <a:cubicBezTo>
                    <a:pt x="6038" y="3694"/>
                    <a:pt x="6114" y="3619"/>
                    <a:pt x="6114" y="3523"/>
                  </a:cubicBezTo>
                  <a:cubicBezTo>
                    <a:pt x="6115" y="3428"/>
                    <a:pt x="6039" y="3351"/>
                    <a:pt x="5944" y="3349"/>
                  </a:cubicBezTo>
                  <a:cubicBezTo>
                    <a:pt x="5943" y="3349"/>
                    <a:pt x="5942" y="3349"/>
                    <a:pt x="5941" y="3349"/>
                  </a:cubicBezTo>
                  <a:close/>
                  <a:moveTo>
                    <a:pt x="6456" y="3349"/>
                  </a:moveTo>
                  <a:cubicBezTo>
                    <a:pt x="6362" y="3349"/>
                    <a:pt x="6286" y="3424"/>
                    <a:pt x="6285" y="3520"/>
                  </a:cubicBezTo>
                  <a:cubicBezTo>
                    <a:pt x="6284" y="3616"/>
                    <a:pt x="6359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9"/>
                    <a:pt x="6630" y="3523"/>
                  </a:cubicBezTo>
                  <a:cubicBezTo>
                    <a:pt x="6632" y="3428"/>
                    <a:pt x="6555" y="3351"/>
                    <a:pt x="6459" y="3349"/>
                  </a:cubicBezTo>
                  <a:cubicBezTo>
                    <a:pt x="6458" y="3349"/>
                    <a:pt x="6457" y="3349"/>
                    <a:pt x="6456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800" y="3424"/>
                    <a:pt x="6799" y="3520"/>
                  </a:cubicBezTo>
                  <a:cubicBezTo>
                    <a:pt x="6797" y="3616"/>
                    <a:pt x="6875" y="3693"/>
                    <a:pt x="6970" y="3694"/>
                  </a:cubicBezTo>
                  <a:lnTo>
                    <a:pt x="6973" y="3694"/>
                  </a:lnTo>
                  <a:cubicBezTo>
                    <a:pt x="7068" y="3694"/>
                    <a:pt x="7144" y="3619"/>
                    <a:pt x="7144" y="3523"/>
                  </a:cubicBezTo>
                  <a:cubicBezTo>
                    <a:pt x="7146" y="3428"/>
                    <a:pt x="7068" y="3351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5" y="3520"/>
                  </a:cubicBezTo>
                  <a:cubicBezTo>
                    <a:pt x="7314" y="3616"/>
                    <a:pt x="7390" y="3693"/>
                    <a:pt x="7485" y="3694"/>
                  </a:cubicBezTo>
                  <a:lnTo>
                    <a:pt x="7488" y="3694"/>
                  </a:lnTo>
                  <a:cubicBezTo>
                    <a:pt x="7582" y="3694"/>
                    <a:pt x="7659" y="3619"/>
                    <a:pt x="7661" y="3523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0" y="3349"/>
                  </a:moveTo>
                  <a:cubicBezTo>
                    <a:pt x="7906" y="3349"/>
                    <a:pt x="7829" y="3424"/>
                    <a:pt x="7829" y="3520"/>
                  </a:cubicBezTo>
                  <a:cubicBezTo>
                    <a:pt x="7828" y="3616"/>
                    <a:pt x="7903" y="3693"/>
                    <a:pt x="7999" y="3694"/>
                  </a:cubicBezTo>
                  <a:lnTo>
                    <a:pt x="8003" y="3694"/>
                  </a:lnTo>
                  <a:cubicBezTo>
                    <a:pt x="8097" y="3694"/>
                    <a:pt x="8174" y="3619"/>
                    <a:pt x="8174" y="3523"/>
                  </a:cubicBezTo>
                  <a:cubicBezTo>
                    <a:pt x="8174" y="3428"/>
                    <a:pt x="8099" y="3351"/>
                    <a:pt x="8003" y="3349"/>
                  </a:cubicBezTo>
                  <a:cubicBezTo>
                    <a:pt x="8002" y="3349"/>
                    <a:pt x="8001" y="3349"/>
                    <a:pt x="8000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4"/>
                    <a:pt x="17" y="3626"/>
                  </a:cubicBezTo>
                  <a:cubicBezTo>
                    <a:pt x="26" y="3694"/>
                    <a:pt x="79" y="3748"/>
                    <a:pt x="148" y="3757"/>
                  </a:cubicBezTo>
                  <a:lnTo>
                    <a:pt x="749" y="3757"/>
                  </a:lnTo>
                  <a:cubicBezTo>
                    <a:pt x="830" y="3757"/>
                    <a:pt x="897" y="3691"/>
                    <a:pt x="897" y="3610"/>
                  </a:cubicBezTo>
                  <a:cubicBezTo>
                    <a:pt x="898" y="3528"/>
                    <a:pt x="833" y="3461"/>
                    <a:pt x="751" y="3461"/>
                  </a:cubicBezTo>
                  <a:close/>
                  <a:moveTo>
                    <a:pt x="3307" y="3461"/>
                  </a:moveTo>
                  <a:cubicBezTo>
                    <a:pt x="3225" y="3470"/>
                    <a:pt x="3167" y="3544"/>
                    <a:pt x="3178" y="3626"/>
                  </a:cubicBezTo>
                  <a:cubicBezTo>
                    <a:pt x="3185" y="3694"/>
                    <a:pt x="3240" y="3748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0"/>
                    <a:pt x="5033" y="3610"/>
                  </a:cubicBezTo>
                  <a:cubicBezTo>
                    <a:pt x="5034" y="3528"/>
                    <a:pt x="4969" y="3461"/>
                    <a:pt x="4888" y="3461"/>
                  </a:cubicBezTo>
                  <a:close/>
                  <a:moveTo>
                    <a:pt x="148" y="4147"/>
                  </a:moveTo>
                  <a:cubicBezTo>
                    <a:pt x="66" y="4156"/>
                    <a:pt x="8" y="4230"/>
                    <a:pt x="17" y="4312"/>
                  </a:cubicBezTo>
                  <a:cubicBezTo>
                    <a:pt x="26" y="4381"/>
                    <a:pt x="79" y="4434"/>
                    <a:pt x="148" y="4443"/>
                  </a:cubicBezTo>
                  <a:lnTo>
                    <a:pt x="749" y="4443"/>
                  </a:lnTo>
                  <a:cubicBezTo>
                    <a:pt x="830" y="4443"/>
                    <a:pt x="897" y="4378"/>
                    <a:pt x="897" y="4296"/>
                  </a:cubicBezTo>
                  <a:cubicBezTo>
                    <a:pt x="898" y="4214"/>
                    <a:pt x="833" y="4149"/>
                    <a:pt x="751" y="4147"/>
                  </a:cubicBezTo>
                  <a:close/>
                  <a:moveTo>
                    <a:pt x="3307" y="4147"/>
                  </a:moveTo>
                  <a:cubicBezTo>
                    <a:pt x="3225" y="4156"/>
                    <a:pt x="3167" y="4230"/>
                    <a:pt x="3178" y="4312"/>
                  </a:cubicBezTo>
                  <a:cubicBezTo>
                    <a:pt x="3185" y="4381"/>
                    <a:pt x="3240" y="4434"/>
                    <a:pt x="3307" y="4443"/>
                  </a:cubicBezTo>
                  <a:lnTo>
                    <a:pt x="4885" y="4443"/>
                  </a:lnTo>
                  <a:cubicBezTo>
                    <a:pt x="4967" y="4443"/>
                    <a:pt x="5033" y="4378"/>
                    <a:pt x="5033" y="4296"/>
                  </a:cubicBezTo>
                  <a:cubicBezTo>
                    <a:pt x="5034" y="4214"/>
                    <a:pt x="4969" y="4147"/>
                    <a:pt x="4888" y="4147"/>
                  </a:cubicBezTo>
                  <a:close/>
                  <a:moveTo>
                    <a:pt x="5426" y="4765"/>
                  </a:moveTo>
                  <a:cubicBezTo>
                    <a:pt x="5332" y="4765"/>
                    <a:pt x="5256" y="4840"/>
                    <a:pt x="5255" y="4936"/>
                  </a:cubicBezTo>
                  <a:cubicBezTo>
                    <a:pt x="5253" y="5032"/>
                    <a:pt x="5331" y="5109"/>
                    <a:pt x="5426" y="5110"/>
                  </a:cubicBezTo>
                  <a:lnTo>
                    <a:pt x="5427" y="5110"/>
                  </a:lnTo>
                  <a:cubicBezTo>
                    <a:pt x="5523" y="5110"/>
                    <a:pt x="5599" y="5035"/>
                    <a:pt x="5600" y="4939"/>
                  </a:cubicBezTo>
                  <a:cubicBezTo>
                    <a:pt x="5602" y="4844"/>
                    <a:pt x="5524" y="4767"/>
                    <a:pt x="5429" y="4765"/>
                  </a:cubicBezTo>
                  <a:cubicBezTo>
                    <a:pt x="5428" y="4765"/>
                    <a:pt x="5427" y="4765"/>
                    <a:pt x="5426" y="4765"/>
                  </a:cubicBezTo>
                  <a:close/>
                  <a:moveTo>
                    <a:pt x="5941" y="4765"/>
                  </a:moveTo>
                  <a:cubicBezTo>
                    <a:pt x="5846" y="4765"/>
                    <a:pt x="5770" y="4840"/>
                    <a:pt x="5768" y="4936"/>
                  </a:cubicBezTo>
                  <a:cubicBezTo>
                    <a:pt x="5767" y="5032"/>
                    <a:pt x="5844" y="5109"/>
                    <a:pt x="5940" y="5110"/>
                  </a:cubicBezTo>
                  <a:lnTo>
                    <a:pt x="5944" y="5110"/>
                  </a:lnTo>
                  <a:cubicBezTo>
                    <a:pt x="6038" y="5110"/>
                    <a:pt x="6114" y="5035"/>
                    <a:pt x="6114" y="4939"/>
                  </a:cubicBezTo>
                  <a:cubicBezTo>
                    <a:pt x="6115" y="4844"/>
                    <a:pt x="6039" y="4767"/>
                    <a:pt x="5944" y="4765"/>
                  </a:cubicBezTo>
                  <a:cubicBezTo>
                    <a:pt x="5943" y="4765"/>
                    <a:pt x="5942" y="4765"/>
                    <a:pt x="5941" y="4765"/>
                  </a:cubicBezTo>
                  <a:close/>
                  <a:moveTo>
                    <a:pt x="6456" y="4765"/>
                  </a:moveTo>
                  <a:cubicBezTo>
                    <a:pt x="6362" y="4765"/>
                    <a:pt x="6286" y="4840"/>
                    <a:pt x="6285" y="4936"/>
                  </a:cubicBezTo>
                  <a:cubicBezTo>
                    <a:pt x="6284" y="5032"/>
                    <a:pt x="6359" y="5109"/>
                    <a:pt x="6455" y="5110"/>
                  </a:cubicBezTo>
                  <a:lnTo>
                    <a:pt x="6458" y="5110"/>
                  </a:lnTo>
                  <a:cubicBezTo>
                    <a:pt x="6552" y="5110"/>
                    <a:pt x="6629" y="5035"/>
                    <a:pt x="6630" y="4939"/>
                  </a:cubicBezTo>
                  <a:cubicBezTo>
                    <a:pt x="6632" y="4844"/>
                    <a:pt x="6555" y="4767"/>
                    <a:pt x="6459" y="4765"/>
                  </a:cubicBezTo>
                  <a:cubicBezTo>
                    <a:pt x="6458" y="4765"/>
                    <a:pt x="6457" y="4765"/>
                    <a:pt x="6456" y="4765"/>
                  </a:cubicBezTo>
                  <a:close/>
                  <a:moveTo>
                    <a:pt x="6970" y="4765"/>
                  </a:moveTo>
                  <a:cubicBezTo>
                    <a:pt x="6876" y="4765"/>
                    <a:pt x="6800" y="4840"/>
                    <a:pt x="6799" y="4936"/>
                  </a:cubicBezTo>
                  <a:cubicBezTo>
                    <a:pt x="6797" y="5032"/>
                    <a:pt x="6873" y="5109"/>
                    <a:pt x="6970" y="5110"/>
                  </a:cubicBezTo>
                  <a:lnTo>
                    <a:pt x="6973" y="5110"/>
                  </a:lnTo>
                  <a:cubicBezTo>
                    <a:pt x="7068" y="5110"/>
                    <a:pt x="7144" y="5035"/>
                    <a:pt x="7144" y="4939"/>
                  </a:cubicBezTo>
                  <a:cubicBezTo>
                    <a:pt x="7146" y="4844"/>
                    <a:pt x="7068" y="4767"/>
                    <a:pt x="6973" y="4765"/>
                  </a:cubicBezTo>
                  <a:cubicBezTo>
                    <a:pt x="6972" y="4765"/>
                    <a:pt x="6971" y="4765"/>
                    <a:pt x="6970" y="4765"/>
                  </a:cubicBezTo>
                  <a:close/>
                  <a:moveTo>
                    <a:pt x="7487" y="4765"/>
                  </a:moveTo>
                  <a:cubicBezTo>
                    <a:pt x="7393" y="4765"/>
                    <a:pt x="7315" y="4840"/>
                    <a:pt x="7315" y="4936"/>
                  </a:cubicBezTo>
                  <a:cubicBezTo>
                    <a:pt x="7314" y="5032"/>
                    <a:pt x="7390" y="5109"/>
                    <a:pt x="7485" y="5110"/>
                  </a:cubicBezTo>
                  <a:lnTo>
                    <a:pt x="7488" y="5110"/>
                  </a:lnTo>
                  <a:cubicBezTo>
                    <a:pt x="7582" y="5110"/>
                    <a:pt x="7659" y="5035"/>
                    <a:pt x="7661" y="4939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0" y="4765"/>
                  </a:moveTo>
                  <a:cubicBezTo>
                    <a:pt x="7906" y="4765"/>
                    <a:pt x="7829" y="4840"/>
                    <a:pt x="7829" y="4936"/>
                  </a:cubicBezTo>
                  <a:cubicBezTo>
                    <a:pt x="7828" y="5032"/>
                    <a:pt x="7903" y="5109"/>
                    <a:pt x="7999" y="5110"/>
                  </a:cubicBezTo>
                  <a:lnTo>
                    <a:pt x="8003" y="5110"/>
                  </a:lnTo>
                  <a:cubicBezTo>
                    <a:pt x="8097" y="5110"/>
                    <a:pt x="8174" y="5035"/>
                    <a:pt x="8174" y="4939"/>
                  </a:cubicBezTo>
                  <a:cubicBezTo>
                    <a:pt x="8174" y="4844"/>
                    <a:pt x="8099" y="4767"/>
                    <a:pt x="8003" y="4765"/>
                  </a:cubicBezTo>
                  <a:cubicBezTo>
                    <a:pt x="8002" y="4765"/>
                    <a:pt x="8001" y="4765"/>
                    <a:pt x="8000" y="4765"/>
                  </a:cubicBezTo>
                  <a:close/>
                  <a:moveTo>
                    <a:pt x="148" y="4834"/>
                  </a:moveTo>
                  <a:cubicBezTo>
                    <a:pt x="66" y="4835"/>
                    <a:pt x="0" y="4901"/>
                    <a:pt x="0" y="4982"/>
                  </a:cubicBezTo>
                  <a:cubicBezTo>
                    <a:pt x="0" y="5064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1" y="5130"/>
                    <a:pt x="897" y="5064"/>
                    <a:pt x="897" y="4982"/>
                  </a:cubicBezTo>
                  <a:cubicBezTo>
                    <a:pt x="897" y="4901"/>
                    <a:pt x="831" y="4835"/>
                    <a:pt x="749" y="4834"/>
                  </a:cubicBezTo>
                  <a:close/>
                  <a:moveTo>
                    <a:pt x="3307" y="4834"/>
                  </a:moveTo>
                  <a:cubicBezTo>
                    <a:pt x="3227" y="4835"/>
                    <a:pt x="3161" y="4901"/>
                    <a:pt x="3161" y="4982"/>
                  </a:cubicBezTo>
                  <a:cubicBezTo>
                    <a:pt x="3161" y="5064"/>
                    <a:pt x="3227" y="5130"/>
                    <a:pt x="3307" y="5130"/>
                  </a:cubicBezTo>
                  <a:lnTo>
                    <a:pt x="4885" y="5130"/>
                  </a:lnTo>
                  <a:cubicBezTo>
                    <a:pt x="4967" y="5130"/>
                    <a:pt x="5033" y="5064"/>
                    <a:pt x="5033" y="4982"/>
                  </a:cubicBezTo>
                  <a:cubicBezTo>
                    <a:pt x="5033" y="4901"/>
                    <a:pt x="4967" y="4835"/>
                    <a:pt x="4885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0">
              <a:extLst>
                <a:ext uri="{FF2B5EF4-FFF2-40B4-BE49-F238E27FC236}">
                  <a16:creationId xmlns:a16="http://schemas.microsoft.com/office/drawing/2014/main" id="{1CAA944C-1BDC-A93E-21B9-538720012CF1}"/>
                </a:ext>
              </a:extLst>
            </p:cNvPr>
            <p:cNvSpPr/>
            <p:nvPr/>
          </p:nvSpPr>
          <p:spPr>
            <a:xfrm>
              <a:off x="5657875" y="3437575"/>
              <a:ext cx="204375" cy="128300"/>
            </a:xfrm>
            <a:custGeom>
              <a:avLst/>
              <a:gdLst/>
              <a:ahLst/>
              <a:cxnLst/>
              <a:rect l="l" t="t" r="r" b="b"/>
              <a:pathLst>
                <a:path w="8175" h="5132" extrusionOk="0">
                  <a:moveTo>
                    <a:pt x="1419" y="26"/>
                  </a:moveTo>
                  <a:cubicBezTo>
                    <a:pt x="1337" y="27"/>
                    <a:pt x="1272" y="94"/>
                    <a:pt x="1272" y="176"/>
                  </a:cubicBezTo>
                  <a:cubicBezTo>
                    <a:pt x="1272" y="257"/>
                    <a:pt x="1337" y="322"/>
                    <a:pt x="1419" y="322"/>
                  </a:cubicBezTo>
                  <a:lnTo>
                    <a:pt x="2996" y="322"/>
                  </a:lnTo>
                  <a:cubicBezTo>
                    <a:pt x="2997" y="322"/>
                    <a:pt x="2998" y="322"/>
                    <a:pt x="2999" y="322"/>
                  </a:cubicBezTo>
                  <a:cubicBezTo>
                    <a:pt x="3079" y="322"/>
                    <a:pt x="3145" y="259"/>
                    <a:pt x="3146" y="178"/>
                  </a:cubicBezTo>
                  <a:lnTo>
                    <a:pt x="3146" y="176"/>
                  </a:lnTo>
                  <a:cubicBezTo>
                    <a:pt x="3146" y="93"/>
                    <a:pt x="3079" y="26"/>
                    <a:pt x="2996" y="26"/>
                  </a:cubicBezTo>
                  <a:close/>
                  <a:moveTo>
                    <a:pt x="148" y="27"/>
                  </a:moveTo>
                  <a:cubicBezTo>
                    <a:pt x="66" y="27"/>
                    <a:pt x="0" y="94"/>
                    <a:pt x="0" y="176"/>
                  </a:cubicBezTo>
                  <a:cubicBezTo>
                    <a:pt x="0" y="257"/>
                    <a:pt x="66" y="324"/>
                    <a:pt x="148" y="324"/>
                  </a:cubicBezTo>
                  <a:lnTo>
                    <a:pt x="749" y="324"/>
                  </a:lnTo>
                  <a:cubicBezTo>
                    <a:pt x="830" y="324"/>
                    <a:pt x="897" y="257"/>
                    <a:pt x="897" y="176"/>
                  </a:cubicBezTo>
                  <a:cubicBezTo>
                    <a:pt x="897" y="94"/>
                    <a:pt x="831" y="27"/>
                    <a:pt x="749" y="27"/>
                  </a:cubicBezTo>
                  <a:close/>
                  <a:moveTo>
                    <a:pt x="3665" y="1"/>
                  </a:moveTo>
                  <a:cubicBezTo>
                    <a:pt x="3571" y="1"/>
                    <a:pt x="3495" y="76"/>
                    <a:pt x="3493" y="170"/>
                  </a:cubicBezTo>
                  <a:cubicBezTo>
                    <a:pt x="3492" y="267"/>
                    <a:pt x="3569" y="345"/>
                    <a:pt x="3665" y="346"/>
                  </a:cubicBezTo>
                  <a:lnTo>
                    <a:pt x="3669" y="346"/>
                  </a:lnTo>
                  <a:cubicBezTo>
                    <a:pt x="3763" y="346"/>
                    <a:pt x="3839" y="270"/>
                    <a:pt x="3839" y="175"/>
                  </a:cubicBezTo>
                  <a:cubicBezTo>
                    <a:pt x="3840" y="80"/>
                    <a:pt x="3764" y="2"/>
                    <a:pt x="3667" y="1"/>
                  </a:cubicBezTo>
                  <a:cubicBezTo>
                    <a:pt x="3667" y="1"/>
                    <a:pt x="3666" y="1"/>
                    <a:pt x="3665" y="1"/>
                  </a:cubicBezTo>
                  <a:close/>
                  <a:moveTo>
                    <a:pt x="4181" y="1"/>
                  </a:moveTo>
                  <a:cubicBezTo>
                    <a:pt x="4087" y="1"/>
                    <a:pt x="4010" y="76"/>
                    <a:pt x="4010" y="170"/>
                  </a:cubicBezTo>
                  <a:cubicBezTo>
                    <a:pt x="4008" y="267"/>
                    <a:pt x="4084" y="345"/>
                    <a:pt x="4180" y="346"/>
                  </a:cubicBezTo>
                  <a:lnTo>
                    <a:pt x="4183" y="346"/>
                  </a:lnTo>
                  <a:cubicBezTo>
                    <a:pt x="4276" y="346"/>
                    <a:pt x="4354" y="270"/>
                    <a:pt x="4355" y="175"/>
                  </a:cubicBezTo>
                  <a:cubicBezTo>
                    <a:pt x="4355" y="80"/>
                    <a:pt x="4279" y="2"/>
                    <a:pt x="4184" y="1"/>
                  </a:cubicBezTo>
                  <a:cubicBezTo>
                    <a:pt x="4183" y="1"/>
                    <a:pt x="4182" y="1"/>
                    <a:pt x="4181" y="1"/>
                  </a:cubicBezTo>
                  <a:close/>
                  <a:moveTo>
                    <a:pt x="4695" y="1"/>
                  </a:moveTo>
                  <a:cubicBezTo>
                    <a:pt x="4601" y="1"/>
                    <a:pt x="4525" y="76"/>
                    <a:pt x="4524" y="170"/>
                  </a:cubicBezTo>
                  <a:cubicBezTo>
                    <a:pt x="4522" y="267"/>
                    <a:pt x="4598" y="345"/>
                    <a:pt x="4695" y="346"/>
                  </a:cubicBezTo>
                  <a:lnTo>
                    <a:pt x="4698" y="346"/>
                  </a:lnTo>
                  <a:cubicBezTo>
                    <a:pt x="4793" y="346"/>
                    <a:pt x="4869" y="270"/>
                    <a:pt x="4869" y="175"/>
                  </a:cubicBezTo>
                  <a:cubicBezTo>
                    <a:pt x="4871" y="80"/>
                    <a:pt x="4793" y="2"/>
                    <a:pt x="4698" y="1"/>
                  </a:cubicBezTo>
                  <a:cubicBezTo>
                    <a:pt x="4697" y="1"/>
                    <a:pt x="4696" y="1"/>
                    <a:pt x="4695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0" y="76"/>
                    <a:pt x="5039" y="170"/>
                  </a:cubicBezTo>
                  <a:cubicBezTo>
                    <a:pt x="5039" y="267"/>
                    <a:pt x="5115" y="345"/>
                    <a:pt x="5210" y="346"/>
                  </a:cubicBezTo>
                  <a:lnTo>
                    <a:pt x="5213" y="346"/>
                  </a:lnTo>
                  <a:cubicBezTo>
                    <a:pt x="5307" y="346"/>
                    <a:pt x="5384" y="270"/>
                    <a:pt x="5386" y="175"/>
                  </a:cubicBezTo>
                  <a:lnTo>
                    <a:pt x="5384" y="175"/>
                  </a:lnTo>
                  <a:cubicBezTo>
                    <a:pt x="5386" y="80"/>
                    <a:pt x="5310" y="2"/>
                    <a:pt x="5214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8" y="1"/>
                    <a:pt x="6071" y="76"/>
                    <a:pt x="6069" y="170"/>
                  </a:cubicBezTo>
                  <a:cubicBezTo>
                    <a:pt x="6069" y="267"/>
                    <a:pt x="6145" y="345"/>
                    <a:pt x="6240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6" y="80"/>
                    <a:pt x="6340" y="2"/>
                    <a:pt x="6245" y="1"/>
                  </a:cubicBezTo>
                  <a:cubicBezTo>
                    <a:pt x="6244" y="1"/>
                    <a:pt x="6243" y="1"/>
                    <a:pt x="6242" y="1"/>
                  </a:cubicBezTo>
                  <a:close/>
                  <a:moveTo>
                    <a:pt x="5709" y="1"/>
                  </a:moveTo>
                  <a:cubicBezTo>
                    <a:pt x="5622" y="1"/>
                    <a:pt x="5547" y="67"/>
                    <a:pt x="5538" y="155"/>
                  </a:cubicBezTo>
                  <a:cubicBezTo>
                    <a:pt x="5527" y="249"/>
                    <a:pt x="5596" y="336"/>
                    <a:pt x="5689" y="346"/>
                  </a:cubicBezTo>
                  <a:cubicBezTo>
                    <a:pt x="5696" y="347"/>
                    <a:pt x="5702" y="347"/>
                    <a:pt x="5709" y="347"/>
                  </a:cubicBezTo>
                  <a:cubicBezTo>
                    <a:pt x="5715" y="347"/>
                    <a:pt x="5721" y="347"/>
                    <a:pt x="5728" y="346"/>
                  </a:cubicBezTo>
                  <a:cubicBezTo>
                    <a:pt x="5822" y="346"/>
                    <a:pt x="5899" y="269"/>
                    <a:pt x="5899" y="175"/>
                  </a:cubicBezTo>
                  <a:cubicBezTo>
                    <a:pt x="5899" y="81"/>
                    <a:pt x="5825" y="4"/>
                    <a:pt x="5731" y="2"/>
                  </a:cubicBezTo>
                  <a:lnTo>
                    <a:pt x="5728" y="2"/>
                  </a:lnTo>
                  <a:cubicBezTo>
                    <a:pt x="5722" y="1"/>
                    <a:pt x="5715" y="1"/>
                    <a:pt x="5709" y="1"/>
                  </a:cubicBezTo>
                  <a:close/>
                  <a:moveTo>
                    <a:pt x="148" y="715"/>
                  </a:moveTo>
                  <a:cubicBezTo>
                    <a:pt x="66" y="715"/>
                    <a:pt x="0" y="781"/>
                    <a:pt x="0" y="863"/>
                  </a:cubicBezTo>
                  <a:cubicBezTo>
                    <a:pt x="0" y="945"/>
                    <a:pt x="66" y="1012"/>
                    <a:pt x="148" y="1012"/>
                  </a:cubicBezTo>
                  <a:lnTo>
                    <a:pt x="749" y="1012"/>
                  </a:lnTo>
                  <a:cubicBezTo>
                    <a:pt x="831" y="1012"/>
                    <a:pt x="897" y="945"/>
                    <a:pt x="897" y="863"/>
                  </a:cubicBezTo>
                  <a:cubicBezTo>
                    <a:pt x="897" y="781"/>
                    <a:pt x="830" y="715"/>
                    <a:pt x="749" y="715"/>
                  </a:cubicBezTo>
                  <a:close/>
                  <a:moveTo>
                    <a:pt x="1418" y="715"/>
                  </a:moveTo>
                  <a:cubicBezTo>
                    <a:pt x="1337" y="715"/>
                    <a:pt x="1272" y="781"/>
                    <a:pt x="1272" y="863"/>
                  </a:cubicBezTo>
                  <a:cubicBezTo>
                    <a:pt x="1272" y="945"/>
                    <a:pt x="1337" y="1010"/>
                    <a:pt x="1418" y="1012"/>
                  </a:cubicBezTo>
                  <a:lnTo>
                    <a:pt x="2996" y="1012"/>
                  </a:lnTo>
                  <a:cubicBezTo>
                    <a:pt x="3079" y="1012"/>
                    <a:pt x="3146" y="945"/>
                    <a:pt x="3146" y="863"/>
                  </a:cubicBezTo>
                  <a:cubicBezTo>
                    <a:pt x="3146" y="781"/>
                    <a:pt x="3079" y="715"/>
                    <a:pt x="2999" y="715"/>
                  </a:cubicBezTo>
                  <a:close/>
                  <a:moveTo>
                    <a:pt x="148" y="1402"/>
                  </a:moveTo>
                  <a:cubicBezTo>
                    <a:pt x="66" y="1412"/>
                    <a:pt x="8" y="1487"/>
                    <a:pt x="17" y="1568"/>
                  </a:cubicBezTo>
                  <a:cubicBezTo>
                    <a:pt x="26" y="1637"/>
                    <a:pt x="79" y="1691"/>
                    <a:pt x="148" y="1698"/>
                  </a:cubicBezTo>
                  <a:lnTo>
                    <a:pt x="749" y="1698"/>
                  </a:lnTo>
                  <a:cubicBezTo>
                    <a:pt x="828" y="1698"/>
                    <a:pt x="892" y="1637"/>
                    <a:pt x="897" y="1558"/>
                  </a:cubicBezTo>
                  <a:lnTo>
                    <a:pt x="897" y="1549"/>
                  </a:lnTo>
                  <a:cubicBezTo>
                    <a:pt x="897" y="1469"/>
                    <a:pt x="830" y="1402"/>
                    <a:pt x="749" y="1402"/>
                  </a:cubicBezTo>
                  <a:close/>
                  <a:moveTo>
                    <a:pt x="1418" y="1402"/>
                  </a:moveTo>
                  <a:cubicBezTo>
                    <a:pt x="1336" y="1412"/>
                    <a:pt x="1278" y="1485"/>
                    <a:pt x="1288" y="1567"/>
                  </a:cubicBezTo>
                  <a:cubicBezTo>
                    <a:pt x="1296" y="1635"/>
                    <a:pt x="1351" y="1691"/>
                    <a:pt x="1418" y="1698"/>
                  </a:cubicBezTo>
                  <a:lnTo>
                    <a:pt x="2996" y="1698"/>
                  </a:lnTo>
                  <a:cubicBezTo>
                    <a:pt x="3076" y="1698"/>
                    <a:pt x="3142" y="1637"/>
                    <a:pt x="3146" y="1558"/>
                  </a:cubicBezTo>
                  <a:lnTo>
                    <a:pt x="3146" y="1549"/>
                  </a:lnTo>
                  <a:cubicBezTo>
                    <a:pt x="3146" y="1467"/>
                    <a:pt x="3079" y="1402"/>
                    <a:pt x="2999" y="1402"/>
                  </a:cubicBezTo>
                  <a:close/>
                  <a:moveTo>
                    <a:pt x="3666" y="1384"/>
                  </a:moveTo>
                  <a:cubicBezTo>
                    <a:pt x="3571" y="1384"/>
                    <a:pt x="3493" y="1461"/>
                    <a:pt x="3493" y="1557"/>
                  </a:cubicBezTo>
                  <a:cubicBezTo>
                    <a:pt x="3493" y="1652"/>
                    <a:pt x="3571" y="1729"/>
                    <a:pt x="3666" y="1729"/>
                  </a:cubicBezTo>
                  <a:lnTo>
                    <a:pt x="3667" y="1729"/>
                  </a:lnTo>
                  <a:cubicBezTo>
                    <a:pt x="3763" y="1729"/>
                    <a:pt x="3839" y="1653"/>
                    <a:pt x="3839" y="1560"/>
                  </a:cubicBezTo>
                  <a:lnTo>
                    <a:pt x="3839" y="1557"/>
                  </a:lnTo>
                  <a:cubicBezTo>
                    <a:pt x="3839" y="1461"/>
                    <a:pt x="3761" y="1384"/>
                    <a:pt x="3666" y="1384"/>
                  </a:cubicBezTo>
                  <a:close/>
                  <a:moveTo>
                    <a:pt x="4696" y="1384"/>
                  </a:moveTo>
                  <a:cubicBezTo>
                    <a:pt x="4601" y="1384"/>
                    <a:pt x="4524" y="1461"/>
                    <a:pt x="4524" y="1557"/>
                  </a:cubicBezTo>
                  <a:cubicBezTo>
                    <a:pt x="4524" y="1652"/>
                    <a:pt x="4601" y="1729"/>
                    <a:pt x="4696" y="1729"/>
                  </a:cubicBezTo>
                  <a:lnTo>
                    <a:pt x="4698" y="1729"/>
                  </a:lnTo>
                  <a:cubicBezTo>
                    <a:pt x="4792" y="1729"/>
                    <a:pt x="4869" y="1653"/>
                    <a:pt x="4869" y="1560"/>
                  </a:cubicBezTo>
                  <a:lnTo>
                    <a:pt x="4869" y="1557"/>
                  </a:lnTo>
                  <a:cubicBezTo>
                    <a:pt x="4869" y="1461"/>
                    <a:pt x="4792" y="1384"/>
                    <a:pt x="4696" y="1384"/>
                  </a:cubicBezTo>
                  <a:close/>
                  <a:moveTo>
                    <a:pt x="6242" y="1384"/>
                  </a:moveTo>
                  <a:cubicBezTo>
                    <a:pt x="6147" y="1384"/>
                    <a:pt x="6069" y="1461"/>
                    <a:pt x="6069" y="1557"/>
                  </a:cubicBezTo>
                  <a:cubicBezTo>
                    <a:pt x="6069" y="1652"/>
                    <a:pt x="6147" y="1729"/>
                    <a:pt x="6242" y="1729"/>
                  </a:cubicBezTo>
                  <a:lnTo>
                    <a:pt x="6245" y="1729"/>
                  </a:lnTo>
                  <a:cubicBezTo>
                    <a:pt x="6339" y="1729"/>
                    <a:pt x="6415" y="1653"/>
                    <a:pt x="6415" y="1560"/>
                  </a:cubicBezTo>
                  <a:lnTo>
                    <a:pt x="6415" y="1557"/>
                  </a:lnTo>
                  <a:cubicBezTo>
                    <a:pt x="6415" y="1461"/>
                    <a:pt x="6337" y="1384"/>
                    <a:pt x="6242" y="1384"/>
                  </a:cubicBezTo>
                  <a:close/>
                  <a:moveTo>
                    <a:pt x="4183" y="1384"/>
                  </a:moveTo>
                  <a:cubicBezTo>
                    <a:pt x="4087" y="1384"/>
                    <a:pt x="4010" y="1461"/>
                    <a:pt x="4010" y="1557"/>
                  </a:cubicBezTo>
                  <a:cubicBezTo>
                    <a:pt x="4010" y="1652"/>
                    <a:pt x="4087" y="1729"/>
                    <a:pt x="4183" y="1729"/>
                  </a:cubicBezTo>
                  <a:cubicBezTo>
                    <a:pt x="4184" y="1729"/>
                    <a:pt x="4184" y="1729"/>
                    <a:pt x="4185" y="1729"/>
                  </a:cubicBezTo>
                  <a:cubicBezTo>
                    <a:pt x="4278" y="1729"/>
                    <a:pt x="4354" y="1654"/>
                    <a:pt x="4355" y="1561"/>
                  </a:cubicBezTo>
                  <a:lnTo>
                    <a:pt x="4355" y="1557"/>
                  </a:lnTo>
                  <a:cubicBezTo>
                    <a:pt x="4355" y="1461"/>
                    <a:pt x="4278" y="1384"/>
                    <a:pt x="4183" y="1384"/>
                  </a:cubicBezTo>
                  <a:close/>
                  <a:moveTo>
                    <a:pt x="5212" y="1384"/>
                  </a:moveTo>
                  <a:cubicBezTo>
                    <a:pt x="5116" y="1384"/>
                    <a:pt x="5039" y="1461"/>
                    <a:pt x="5039" y="1557"/>
                  </a:cubicBezTo>
                  <a:cubicBezTo>
                    <a:pt x="5039" y="1652"/>
                    <a:pt x="5116" y="1729"/>
                    <a:pt x="5212" y="1729"/>
                  </a:cubicBezTo>
                  <a:cubicBezTo>
                    <a:pt x="5212" y="1729"/>
                    <a:pt x="5213" y="1729"/>
                    <a:pt x="5214" y="1729"/>
                  </a:cubicBezTo>
                  <a:cubicBezTo>
                    <a:pt x="5308" y="1729"/>
                    <a:pt x="5384" y="1654"/>
                    <a:pt x="5384" y="1561"/>
                  </a:cubicBezTo>
                  <a:lnTo>
                    <a:pt x="5384" y="1557"/>
                  </a:lnTo>
                  <a:cubicBezTo>
                    <a:pt x="5384" y="1461"/>
                    <a:pt x="5307" y="1384"/>
                    <a:pt x="5212" y="1384"/>
                  </a:cubicBezTo>
                  <a:close/>
                  <a:moveTo>
                    <a:pt x="5725" y="1387"/>
                  </a:moveTo>
                  <a:cubicBezTo>
                    <a:pt x="5631" y="1387"/>
                    <a:pt x="5554" y="1462"/>
                    <a:pt x="5554" y="1557"/>
                  </a:cubicBezTo>
                  <a:cubicBezTo>
                    <a:pt x="5552" y="1652"/>
                    <a:pt x="5628" y="1731"/>
                    <a:pt x="5724" y="1732"/>
                  </a:cubicBezTo>
                  <a:cubicBezTo>
                    <a:pt x="5819" y="1732"/>
                    <a:pt x="5898" y="1656"/>
                    <a:pt x="5899" y="1561"/>
                  </a:cubicBezTo>
                  <a:lnTo>
                    <a:pt x="5899" y="1557"/>
                  </a:lnTo>
                  <a:cubicBezTo>
                    <a:pt x="5899" y="1463"/>
                    <a:pt x="5822" y="1387"/>
                    <a:pt x="5728" y="1387"/>
                  </a:cubicBezTo>
                  <a:cubicBezTo>
                    <a:pt x="5727" y="1387"/>
                    <a:pt x="5726" y="1387"/>
                    <a:pt x="5725" y="1387"/>
                  </a:cubicBezTo>
                  <a:close/>
                  <a:moveTo>
                    <a:pt x="1418" y="2088"/>
                  </a:moveTo>
                  <a:cubicBezTo>
                    <a:pt x="1336" y="2099"/>
                    <a:pt x="1278" y="2173"/>
                    <a:pt x="1288" y="2255"/>
                  </a:cubicBezTo>
                  <a:cubicBezTo>
                    <a:pt x="1296" y="2322"/>
                    <a:pt x="1351" y="2377"/>
                    <a:pt x="1418" y="2384"/>
                  </a:cubicBezTo>
                  <a:lnTo>
                    <a:pt x="2996" y="2384"/>
                  </a:lnTo>
                  <a:cubicBezTo>
                    <a:pt x="3079" y="2384"/>
                    <a:pt x="3146" y="2317"/>
                    <a:pt x="3146" y="2235"/>
                  </a:cubicBezTo>
                  <a:cubicBezTo>
                    <a:pt x="3146" y="2154"/>
                    <a:pt x="3079" y="2088"/>
                    <a:pt x="2999" y="2088"/>
                  </a:cubicBezTo>
                  <a:close/>
                  <a:moveTo>
                    <a:pt x="148" y="2088"/>
                  </a:moveTo>
                  <a:cubicBezTo>
                    <a:pt x="66" y="2099"/>
                    <a:pt x="8" y="2173"/>
                    <a:pt x="17" y="2255"/>
                  </a:cubicBezTo>
                  <a:cubicBezTo>
                    <a:pt x="26" y="2323"/>
                    <a:pt x="79" y="2377"/>
                    <a:pt x="148" y="2386"/>
                  </a:cubicBezTo>
                  <a:lnTo>
                    <a:pt x="749" y="2386"/>
                  </a:lnTo>
                  <a:cubicBezTo>
                    <a:pt x="831" y="2386"/>
                    <a:pt x="897" y="2319"/>
                    <a:pt x="897" y="2238"/>
                  </a:cubicBezTo>
                  <a:lnTo>
                    <a:pt x="897" y="2235"/>
                  </a:lnTo>
                  <a:cubicBezTo>
                    <a:pt x="897" y="2155"/>
                    <a:pt x="830" y="2088"/>
                    <a:pt x="749" y="2088"/>
                  </a:cubicBezTo>
                  <a:close/>
                  <a:moveTo>
                    <a:pt x="1418" y="2774"/>
                  </a:moveTo>
                  <a:cubicBezTo>
                    <a:pt x="1336" y="2785"/>
                    <a:pt x="1278" y="2859"/>
                    <a:pt x="1288" y="2941"/>
                  </a:cubicBezTo>
                  <a:cubicBezTo>
                    <a:pt x="1296" y="3010"/>
                    <a:pt x="1351" y="3063"/>
                    <a:pt x="1418" y="3071"/>
                  </a:cubicBezTo>
                  <a:lnTo>
                    <a:pt x="2996" y="3071"/>
                  </a:lnTo>
                  <a:cubicBezTo>
                    <a:pt x="3079" y="3071"/>
                    <a:pt x="3146" y="3004"/>
                    <a:pt x="3146" y="2922"/>
                  </a:cubicBezTo>
                  <a:cubicBezTo>
                    <a:pt x="3146" y="2840"/>
                    <a:pt x="3079" y="2774"/>
                    <a:pt x="2999" y="2774"/>
                  </a:cubicBezTo>
                  <a:close/>
                  <a:moveTo>
                    <a:pt x="148" y="2776"/>
                  </a:moveTo>
                  <a:cubicBezTo>
                    <a:pt x="66" y="2785"/>
                    <a:pt x="8" y="2859"/>
                    <a:pt x="17" y="2941"/>
                  </a:cubicBezTo>
                  <a:cubicBezTo>
                    <a:pt x="26" y="3010"/>
                    <a:pt x="79" y="3063"/>
                    <a:pt x="148" y="3072"/>
                  </a:cubicBezTo>
                  <a:lnTo>
                    <a:pt x="749" y="3072"/>
                  </a:lnTo>
                  <a:cubicBezTo>
                    <a:pt x="831" y="3072"/>
                    <a:pt x="897" y="3005"/>
                    <a:pt x="897" y="2925"/>
                  </a:cubicBezTo>
                  <a:lnTo>
                    <a:pt x="897" y="2922"/>
                  </a:lnTo>
                  <a:cubicBezTo>
                    <a:pt x="897" y="2841"/>
                    <a:pt x="830" y="2776"/>
                    <a:pt x="749" y="2776"/>
                  </a:cubicBezTo>
                  <a:close/>
                  <a:moveTo>
                    <a:pt x="5427" y="3360"/>
                  </a:moveTo>
                  <a:cubicBezTo>
                    <a:pt x="5332" y="3360"/>
                    <a:pt x="5255" y="3437"/>
                    <a:pt x="5255" y="3532"/>
                  </a:cubicBezTo>
                  <a:cubicBezTo>
                    <a:pt x="5255" y="3628"/>
                    <a:pt x="5332" y="3705"/>
                    <a:pt x="5427" y="3705"/>
                  </a:cubicBezTo>
                  <a:cubicBezTo>
                    <a:pt x="5521" y="3705"/>
                    <a:pt x="5599" y="3631"/>
                    <a:pt x="5600" y="3537"/>
                  </a:cubicBezTo>
                  <a:cubicBezTo>
                    <a:pt x="5600" y="3535"/>
                    <a:pt x="5600" y="3534"/>
                    <a:pt x="5600" y="3532"/>
                  </a:cubicBezTo>
                  <a:cubicBezTo>
                    <a:pt x="5600" y="3436"/>
                    <a:pt x="5523" y="3360"/>
                    <a:pt x="5427" y="3360"/>
                  </a:cubicBezTo>
                  <a:close/>
                  <a:moveTo>
                    <a:pt x="5941" y="3360"/>
                  </a:moveTo>
                  <a:cubicBezTo>
                    <a:pt x="5846" y="3360"/>
                    <a:pt x="5768" y="3437"/>
                    <a:pt x="5768" y="3532"/>
                  </a:cubicBezTo>
                  <a:cubicBezTo>
                    <a:pt x="5768" y="3628"/>
                    <a:pt x="5846" y="3705"/>
                    <a:pt x="5941" y="3705"/>
                  </a:cubicBezTo>
                  <a:lnTo>
                    <a:pt x="5944" y="3705"/>
                  </a:lnTo>
                  <a:cubicBezTo>
                    <a:pt x="6038" y="3705"/>
                    <a:pt x="6114" y="3628"/>
                    <a:pt x="6114" y="3534"/>
                  </a:cubicBezTo>
                  <a:cubicBezTo>
                    <a:pt x="6114" y="3533"/>
                    <a:pt x="6114" y="3533"/>
                    <a:pt x="6114" y="3532"/>
                  </a:cubicBezTo>
                  <a:cubicBezTo>
                    <a:pt x="6114" y="3436"/>
                    <a:pt x="6036" y="3360"/>
                    <a:pt x="5941" y="3360"/>
                  </a:cubicBezTo>
                  <a:close/>
                  <a:moveTo>
                    <a:pt x="6458" y="3360"/>
                  </a:moveTo>
                  <a:cubicBezTo>
                    <a:pt x="6362" y="3360"/>
                    <a:pt x="6285" y="3437"/>
                    <a:pt x="6285" y="3532"/>
                  </a:cubicBezTo>
                  <a:cubicBezTo>
                    <a:pt x="6285" y="3628"/>
                    <a:pt x="6362" y="3705"/>
                    <a:pt x="6458" y="3705"/>
                  </a:cubicBezTo>
                  <a:cubicBezTo>
                    <a:pt x="6552" y="3705"/>
                    <a:pt x="6629" y="3631"/>
                    <a:pt x="6630" y="3537"/>
                  </a:cubicBezTo>
                  <a:cubicBezTo>
                    <a:pt x="6630" y="3535"/>
                    <a:pt x="6630" y="3534"/>
                    <a:pt x="6630" y="3532"/>
                  </a:cubicBezTo>
                  <a:cubicBezTo>
                    <a:pt x="6630" y="3436"/>
                    <a:pt x="6553" y="3360"/>
                    <a:pt x="6458" y="3360"/>
                  </a:cubicBezTo>
                  <a:close/>
                  <a:moveTo>
                    <a:pt x="6971" y="3360"/>
                  </a:moveTo>
                  <a:cubicBezTo>
                    <a:pt x="6876" y="3360"/>
                    <a:pt x="6799" y="3437"/>
                    <a:pt x="6799" y="3532"/>
                  </a:cubicBezTo>
                  <a:cubicBezTo>
                    <a:pt x="6799" y="3628"/>
                    <a:pt x="6876" y="3705"/>
                    <a:pt x="6971" y="3705"/>
                  </a:cubicBezTo>
                  <a:lnTo>
                    <a:pt x="6973" y="3705"/>
                  </a:lnTo>
                  <a:cubicBezTo>
                    <a:pt x="7068" y="3705"/>
                    <a:pt x="7144" y="3628"/>
                    <a:pt x="7144" y="3534"/>
                  </a:cubicBezTo>
                  <a:cubicBezTo>
                    <a:pt x="7144" y="3533"/>
                    <a:pt x="7144" y="3533"/>
                    <a:pt x="7144" y="3532"/>
                  </a:cubicBezTo>
                  <a:cubicBezTo>
                    <a:pt x="7144" y="3436"/>
                    <a:pt x="7067" y="3360"/>
                    <a:pt x="6971" y="3360"/>
                  </a:cubicBezTo>
                  <a:close/>
                  <a:moveTo>
                    <a:pt x="7488" y="3360"/>
                  </a:moveTo>
                  <a:cubicBezTo>
                    <a:pt x="7391" y="3360"/>
                    <a:pt x="7315" y="3437"/>
                    <a:pt x="7315" y="3532"/>
                  </a:cubicBezTo>
                  <a:cubicBezTo>
                    <a:pt x="7315" y="3628"/>
                    <a:pt x="7393" y="3705"/>
                    <a:pt x="7488" y="3705"/>
                  </a:cubicBezTo>
                  <a:cubicBezTo>
                    <a:pt x="7582" y="3705"/>
                    <a:pt x="7659" y="3631"/>
                    <a:pt x="7661" y="3537"/>
                  </a:cubicBezTo>
                  <a:cubicBezTo>
                    <a:pt x="7661" y="3535"/>
                    <a:pt x="7661" y="3534"/>
                    <a:pt x="7661" y="3532"/>
                  </a:cubicBezTo>
                  <a:cubicBezTo>
                    <a:pt x="7661" y="3436"/>
                    <a:pt x="7583" y="3360"/>
                    <a:pt x="7488" y="3360"/>
                  </a:cubicBezTo>
                  <a:close/>
                  <a:moveTo>
                    <a:pt x="8002" y="3360"/>
                  </a:moveTo>
                  <a:cubicBezTo>
                    <a:pt x="7906" y="3360"/>
                    <a:pt x="7829" y="3437"/>
                    <a:pt x="7829" y="3532"/>
                  </a:cubicBezTo>
                  <a:cubicBezTo>
                    <a:pt x="7829" y="3628"/>
                    <a:pt x="7906" y="3705"/>
                    <a:pt x="8002" y="3705"/>
                  </a:cubicBezTo>
                  <a:lnTo>
                    <a:pt x="8003" y="3705"/>
                  </a:lnTo>
                  <a:cubicBezTo>
                    <a:pt x="8097" y="3705"/>
                    <a:pt x="8174" y="3628"/>
                    <a:pt x="8174" y="3534"/>
                  </a:cubicBezTo>
                  <a:cubicBezTo>
                    <a:pt x="8174" y="3533"/>
                    <a:pt x="8174" y="3533"/>
                    <a:pt x="8174" y="3532"/>
                  </a:cubicBezTo>
                  <a:cubicBezTo>
                    <a:pt x="8174" y="3436"/>
                    <a:pt x="8097" y="3360"/>
                    <a:pt x="8002" y="3360"/>
                  </a:cubicBezTo>
                  <a:close/>
                  <a:moveTo>
                    <a:pt x="3307" y="3461"/>
                  </a:moveTo>
                  <a:cubicBezTo>
                    <a:pt x="3225" y="3471"/>
                    <a:pt x="3167" y="3546"/>
                    <a:pt x="3178" y="3628"/>
                  </a:cubicBezTo>
                  <a:cubicBezTo>
                    <a:pt x="3185" y="3696"/>
                    <a:pt x="3240" y="3750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2"/>
                    <a:pt x="5033" y="3611"/>
                  </a:cubicBezTo>
                  <a:lnTo>
                    <a:pt x="5033" y="3608"/>
                  </a:lnTo>
                  <a:cubicBezTo>
                    <a:pt x="5033" y="3528"/>
                    <a:pt x="4967" y="3461"/>
                    <a:pt x="4885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6"/>
                    <a:pt x="17" y="3628"/>
                  </a:cubicBezTo>
                  <a:cubicBezTo>
                    <a:pt x="26" y="3696"/>
                    <a:pt x="79" y="3750"/>
                    <a:pt x="148" y="3759"/>
                  </a:cubicBezTo>
                  <a:lnTo>
                    <a:pt x="749" y="3759"/>
                  </a:lnTo>
                  <a:cubicBezTo>
                    <a:pt x="831" y="3759"/>
                    <a:pt x="897" y="3693"/>
                    <a:pt x="897" y="3611"/>
                  </a:cubicBezTo>
                  <a:lnTo>
                    <a:pt x="897" y="3610"/>
                  </a:lnTo>
                  <a:cubicBezTo>
                    <a:pt x="897" y="3528"/>
                    <a:pt x="830" y="3462"/>
                    <a:pt x="749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8" y="4232"/>
                    <a:pt x="17" y="4314"/>
                  </a:cubicBezTo>
                  <a:cubicBezTo>
                    <a:pt x="26" y="4383"/>
                    <a:pt x="79" y="4438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7" y="4380"/>
                    <a:pt x="897" y="4298"/>
                  </a:cubicBezTo>
                  <a:cubicBezTo>
                    <a:pt x="898" y="4217"/>
                    <a:pt x="833" y="4150"/>
                    <a:pt x="751" y="4149"/>
                  </a:cubicBezTo>
                  <a:close/>
                  <a:moveTo>
                    <a:pt x="3307" y="4149"/>
                  </a:moveTo>
                  <a:cubicBezTo>
                    <a:pt x="3225" y="4158"/>
                    <a:pt x="3167" y="4232"/>
                    <a:pt x="3178" y="4314"/>
                  </a:cubicBezTo>
                  <a:cubicBezTo>
                    <a:pt x="3185" y="4383"/>
                    <a:pt x="3240" y="4436"/>
                    <a:pt x="3307" y="4445"/>
                  </a:cubicBezTo>
                  <a:lnTo>
                    <a:pt x="4885" y="4445"/>
                  </a:lnTo>
                  <a:cubicBezTo>
                    <a:pt x="4967" y="4445"/>
                    <a:pt x="5033" y="4378"/>
                    <a:pt x="5033" y="4298"/>
                  </a:cubicBezTo>
                  <a:cubicBezTo>
                    <a:pt x="5034" y="4216"/>
                    <a:pt x="4969" y="4149"/>
                    <a:pt x="4888" y="4149"/>
                  </a:cubicBezTo>
                  <a:close/>
                  <a:moveTo>
                    <a:pt x="5427" y="4776"/>
                  </a:moveTo>
                  <a:cubicBezTo>
                    <a:pt x="5332" y="4776"/>
                    <a:pt x="5255" y="4853"/>
                    <a:pt x="5255" y="4948"/>
                  </a:cubicBezTo>
                  <a:cubicBezTo>
                    <a:pt x="5255" y="5044"/>
                    <a:pt x="5332" y="5121"/>
                    <a:pt x="5427" y="5121"/>
                  </a:cubicBezTo>
                  <a:cubicBezTo>
                    <a:pt x="5521" y="5121"/>
                    <a:pt x="5599" y="5047"/>
                    <a:pt x="5600" y="4953"/>
                  </a:cubicBezTo>
                  <a:cubicBezTo>
                    <a:pt x="5600" y="4951"/>
                    <a:pt x="5600" y="4950"/>
                    <a:pt x="5600" y="4948"/>
                  </a:cubicBezTo>
                  <a:cubicBezTo>
                    <a:pt x="5600" y="4852"/>
                    <a:pt x="5523" y="4776"/>
                    <a:pt x="5427" y="4776"/>
                  </a:cubicBezTo>
                  <a:close/>
                  <a:moveTo>
                    <a:pt x="5941" y="4776"/>
                  </a:moveTo>
                  <a:cubicBezTo>
                    <a:pt x="5846" y="4776"/>
                    <a:pt x="5768" y="4853"/>
                    <a:pt x="5768" y="4948"/>
                  </a:cubicBezTo>
                  <a:cubicBezTo>
                    <a:pt x="5768" y="5044"/>
                    <a:pt x="5846" y="5121"/>
                    <a:pt x="5941" y="5121"/>
                  </a:cubicBezTo>
                  <a:lnTo>
                    <a:pt x="5944" y="5121"/>
                  </a:lnTo>
                  <a:cubicBezTo>
                    <a:pt x="6038" y="5121"/>
                    <a:pt x="6114" y="5044"/>
                    <a:pt x="6114" y="4950"/>
                  </a:cubicBezTo>
                  <a:cubicBezTo>
                    <a:pt x="6114" y="4949"/>
                    <a:pt x="6114" y="4949"/>
                    <a:pt x="6114" y="4948"/>
                  </a:cubicBezTo>
                  <a:cubicBezTo>
                    <a:pt x="6114" y="4852"/>
                    <a:pt x="6036" y="4776"/>
                    <a:pt x="5941" y="4776"/>
                  </a:cubicBezTo>
                  <a:close/>
                  <a:moveTo>
                    <a:pt x="6458" y="4776"/>
                  </a:moveTo>
                  <a:cubicBezTo>
                    <a:pt x="6362" y="4776"/>
                    <a:pt x="6285" y="4853"/>
                    <a:pt x="6285" y="4948"/>
                  </a:cubicBezTo>
                  <a:cubicBezTo>
                    <a:pt x="6285" y="5044"/>
                    <a:pt x="6362" y="5121"/>
                    <a:pt x="6458" y="5121"/>
                  </a:cubicBezTo>
                  <a:cubicBezTo>
                    <a:pt x="6552" y="5121"/>
                    <a:pt x="6629" y="5047"/>
                    <a:pt x="6630" y="4953"/>
                  </a:cubicBezTo>
                  <a:cubicBezTo>
                    <a:pt x="6630" y="4951"/>
                    <a:pt x="6630" y="4950"/>
                    <a:pt x="6630" y="4948"/>
                  </a:cubicBezTo>
                  <a:cubicBezTo>
                    <a:pt x="6630" y="4852"/>
                    <a:pt x="6553" y="4776"/>
                    <a:pt x="6458" y="4776"/>
                  </a:cubicBezTo>
                  <a:close/>
                  <a:moveTo>
                    <a:pt x="6971" y="4776"/>
                  </a:moveTo>
                  <a:cubicBezTo>
                    <a:pt x="6876" y="4776"/>
                    <a:pt x="6799" y="4853"/>
                    <a:pt x="6799" y="4948"/>
                  </a:cubicBezTo>
                  <a:cubicBezTo>
                    <a:pt x="6799" y="5044"/>
                    <a:pt x="6876" y="5121"/>
                    <a:pt x="6971" y="5121"/>
                  </a:cubicBezTo>
                  <a:lnTo>
                    <a:pt x="6973" y="5121"/>
                  </a:lnTo>
                  <a:cubicBezTo>
                    <a:pt x="7068" y="5121"/>
                    <a:pt x="7144" y="5044"/>
                    <a:pt x="7144" y="4950"/>
                  </a:cubicBezTo>
                  <a:cubicBezTo>
                    <a:pt x="7144" y="4949"/>
                    <a:pt x="7144" y="4949"/>
                    <a:pt x="7144" y="4948"/>
                  </a:cubicBezTo>
                  <a:cubicBezTo>
                    <a:pt x="7144" y="4852"/>
                    <a:pt x="7067" y="4776"/>
                    <a:pt x="6971" y="4776"/>
                  </a:cubicBezTo>
                  <a:close/>
                  <a:moveTo>
                    <a:pt x="7488" y="4776"/>
                  </a:moveTo>
                  <a:cubicBezTo>
                    <a:pt x="7391" y="4776"/>
                    <a:pt x="7314" y="4853"/>
                    <a:pt x="7314" y="4948"/>
                  </a:cubicBezTo>
                  <a:cubicBezTo>
                    <a:pt x="7314" y="5044"/>
                    <a:pt x="7391" y="5121"/>
                    <a:pt x="7488" y="5121"/>
                  </a:cubicBezTo>
                  <a:cubicBezTo>
                    <a:pt x="7582" y="5121"/>
                    <a:pt x="7659" y="5047"/>
                    <a:pt x="7661" y="4953"/>
                  </a:cubicBezTo>
                  <a:cubicBezTo>
                    <a:pt x="7661" y="4951"/>
                    <a:pt x="7661" y="4950"/>
                    <a:pt x="7661" y="4948"/>
                  </a:cubicBezTo>
                  <a:lnTo>
                    <a:pt x="7661" y="4948"/>
                  </a:lnTo>
                  <a:lnTo>
                    <a:pt x="7661" y="4948"/>
                  </a:lnTo>
                  <a:cubicBezTo>
                    <a:pt x="7661" y="4852"/>
                    <a:pt x="7583" y="4776"/>
                    <a:pt x="7488" y="4776"/>
                  </a:cubicBezTo>
                  <a:close/>
                  <a:moveTo>
                    <a:pt x="8002" y="4776"/>
                  </a:moveTo>
                  <a:cubicBezTo>
                    <a:pt x="7906" y="4776"/>
                    <a:pt x="7829" y="4853"/>
                    <a:pt x="7829" y="4948"/>
                  </a:cubicBezTo>
                  <a:cubicBezTo>
                    <a:pt x="7829" y="5044"/>
                    <a:pt x="7906" y="5121"/>
                    <a:pt x="8002" y="5121"/>
                  </a:cubicBezTo>
                  <a:lnTo>
                    <a:pt x="8003" y="5121"/>
                  </a:lnTo>
                  <a:cubicBezTo>
                    <a:pt x="8097" y="5121"/>
                    <a:pt x="8174" y="5044"/>
                    <a:pt x="8174" y="4950"/>
                  </a:cubicBezTo>
                  <a:cubicBezTo>
                    <a:pt x="8174" y="4949"/>
                    <a:pt x="8174" y="4949"/>
                    <a:pt x="8174" y="4948"/>
                  </a:cubicBezTo>
                  <a:cubicBezTo>
                    <a:pt x="8174" y="4852"/>
                    <a:pt x="8097" y="4776"/>
                    <a:pt x="8002" y="4776"/>
                  </a:cubicBezTo>
                  <a:close/>
                  <a:moveTo>
                    <a:pt x="148" y="4835"/>
                  </a:moveTo>
                  <a:cubicBezTo>
                    <a:pt x="66" y="4846"/>
                    <a:pt x="8" y="4920"/>
                    <a:pt x="17" y="5002"/>
                  </a:cubicBezTo>
                  <a:cubicBezTo>
                    <a:pt x="26" y="5069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7" y="5066"/>
                    <a:pt x="897" y="4984"/>
                  </a:cubicBezTo>
                  <a:cubicBezTo>
                    <a:pt x="898" y="4904"/>
                    <a:pt x="833" y="4837"/>
                    <a:pt x="751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9"/>
                    <a:pt x="3178" y="5000"/>
                  </a:cubicBezTo>
                  <a:cubicBezTo>
                    <a:pt x="3185" y="5069"/>
                    <a:pt x="3240" y="5123"/>
                    <a:pt x="3307" y="5131"/>
                  </a:cubicBezTo>
                  <a:lnTo>
                    <a:pt x="4885" y="5131"/>
                  </a:lnTo>
                  <a:cubicBezTo>
                    <a:pt x="4967" y="5131"/>
                    <a:pt x="5033" y="5066"/>
                    <a:pt x="5033" y="4984"/>
                  </a:cubicBezTo>
                  <a:cubicBezTo>
                    <a:pt x="5034" y="4902"/>
                    <a:pt x="4969" y="4835"/>
                    <a:pt x="4888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0">
              <a:extLst>
                <a:ext uri="{FF2B5EF4-FFF2-40B4-BE49-F238E27FC236}">
                  <a16:creationId xmlns:a16="http://schemas.microsoft.com/office/drawing/2014/main" id="{7C24F512-E8F3-0377-12CD-8E962572DA91}"/>
                </a:ext>
              </a:extLst>
            </p:cNvPr>
            <p:cNvSpPr/>
            <p:nvPr/>
          </p:nvSpPr>
          <p:spPr>
            <a:xfrm>
              <a:off x="4324075" y="4663075"/>
              <a:ext cx="204475" cy="128275"/>
            </a:xfrm>
            <a:custGeom>
              <a:avLst/>
              <a:gdLst/>
              <a:ahLst/>
              <a:cxnLst/>
              <a:rect l="l" t="t" r="r" b="b"/>
              <a:pathLst>
                <a:path w="8179" h="5131" extrusionOk="0">
                  <a:moveTo>
                    <a:pt x="768" y="26"/>
                  </a:moveTo>
                  <a:cubicBezTo>
                    <a:pt x="762" y="26"/>
                    <a:pt x="756" y="27"/>
                    <a:pt x="750" y="28"/>
                  </a:cubicBezTo>
                  <a:lnTo>
                    <a:pt x="148" y="28"/>
                  </a:lnTo>
                  <a:cubicBezTo>
                    <a:pt x="80" y="35"/>
                    <a:pt x="26" y="90"/>
                    <a:pt x="17" y="159"/>
                  </a:cubicBezTo>
                  <a:cubicBezTo>
                    <a:pt x="8" y="241"/>
                    <a:pt x="66" y="314"/>
                    <a:pt x="148" y="324"/>
                  </a:cubicBezTo>
                  <a:lnTo>
                    <a:pt x="750" y="324"/>
                  </a:lnTo>
                  <a:cubicBezTo>
                    <a:pt x="756" y="325"/>
                    <a:pt x="762" y="325"/>
                    <a:pt x="768" y="325"/>
                  </a:cubicBezTo>
                  <a:cubicBezTo>
                    <a:pt x="774" y="325"/>
                    <a:pt x="780" y="325"/>
                    <a:pt x="786" y="324"/>
                  </a:cubicBezTo>
                  <a:cubicBezTo>
                    <a:pt x="867" y="314"/>
                    <a:pt x="926" y="241"/>
                    <a:pt x="915" y="159"/>
                  </a:cubicBezTo>
                  <a:cubicBezTo>
                    <a:pt x="907" y="83"/>
                    <a:pt x="843" y="26"/>
                    <a:pt x="768" y="26"/>
                  </a:cubicBezTo>
                  <a:close/>
                  <a:moveTo>
                    <a:pt x="1402" y="26"/>
                  </a:moveTo>
                  <a:cubicBezTo>
                    <a:pt x="1328" y="26"/>
                    <a:pt x="1264" y="82"/>
                    <a:pt x="1255" y="157"/>
                  </a:cubicBezTo>
                  <a:cubicBezTo>
                    <a:pt x="1246" y="239"/>
                    <a:pt x="1304" y="314"/>
                    <a:pt x="1386" y="324"/>
                  </a:cubicBezTo>
                  <a:cubicBezTo>
                    <a:pt x="1392" y="325"/>
                    <a:pt x="1397" y="325"/>
                    <a:pt x="1403" y="325"/>
                  </a:cubicBezTo>
                  <a:cubicBezTo>
                    <a:pt x="1409" y="325"/>
                    <a:pt x="1415" y="325"/>
                    <a:pt x="1421" y="324"/>
                  </a:cubicBezTo>
                  <a:lnTo>
                    <a:pt x="2997" y="324"/>
                  </a:lnTo>
                  <a:cubicBezTo>
                    <a:pt x="3080" y="324"/>
                    <a:pt x="3145" y="257"/>
                    <a:pt x="3145" y="174"/>
                  </a:cubicBezTo>
                  <a:lnTo>
                    <a:pt x="3147" y="174"/>
                  </a:lnTo>
                  <a:cubicBezTo>
                    <a:pt x="3147" y="93"/>
                    <a:pt x="3080" y="28"/>
                    <a:pt x="3000" y="28"/>
                  </a:cubicBezTo>
                  <a:lnTo>
                    <a:pt x="1421" y="28"/>
                  </a:lnTo>
                  <a:cubicBezTo>
                    <a:pt x="1415" y="27"/>
                    <a:pt x="1409" y="26"/>
                    <a:pt x="1402" y="26"/>
                  </a:cubicBezTo>
                  <a:close/>
                  <a:moveTo>
                    <a:pt x="3668" y="1"/>
                  </a:moveTo>
                  <a:cubicBezTo>
                    <a:pt x="3573" y="1"/>
                    <a:pt x="3495" y="78"/>
                    <a:pt x="3495" y="174"/>
                  </a:cubicBezTo>
                  <a:cubicBezTo>
                    <a:pt x="3495" y="269"/>
                    <a:pt x="3573" y="346"/>
                    <a:pt x="3668" y="346"/>
                  </a:cubicBezTo>
                  <a:cubicBezTo>
                    <a:pt x="3765" y="346"/>
                    <a:pt x="3841" y="269"/>
                    <a:pt x="3841" y="174"/>
                  </a:cubicBezTo>
                  <a:cubicBezTo>
                    <a:pt x="3841" y="78"/>
                    <a:pt x="3763" y="1"/>
                    <a:pt x="3668" y="1"/>
                  </a:cubicBezTo>
                  <a:close/>
                  <a:moveTo>
                    <a:pt x="4183" y="1"/>
                  </a:moveTo>
                  <a:cubicBezTo>
                    <a:pt x="4088" y="1"/>
                    <a:pt x="4011" y="78"/>
                    <a:pt x="4011" y="174"/>
                  </a:cubicBezTo>
                  <a:cubicBezTo>
                    <a:pt x="4011" y="269"/>
                    <a:pt x="4088" y="346"/>
                    <a:pt x="4183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7"/>
                  </a:cubicBezTo>
                  <a:lnTo>
                    <a:pt x="4356" y="174"/>
                  </a:lnTo>
                  <a:cubicBezTo>
                    <a:pt x="4356" y="78"/>
                    <a:pt x="4279" y="1"/>
                    <a:pt x="4183" y="1"/>
                  </a:cubicBezTo>
                  <a:close/>
                  <a:moveTo>
                    <a:pt x="5212" y="1"/>
                  </a:moveTo>
                  <a:cubicBezTo>
                    <a:pt x="5117" y="1"/>
                    <a:pt x="5039" y="78"/>
                    <a:pt x="5039" y="174"/>
                  </a:cubicBezTo>
                  <a:cubicBezTo>
                    <a:pt x="5039" y="269"/>
                    <a:pt x="5117" y="346"/>
                    <a:pt x="5212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7"/>
                  </a:cubicBezTo>
                  <a:lnTo>
                    <a:pt x="5385" y="174"/>
                  </a:lnTo>
                  <a:cubicBezTo>
                    <a:pt x="5385" y="78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70" y="78"/>
                    <a:pt x="6070" y="174"/>
                  </a:cubicBezTo>
                  <a:cubicBezTo>
                    <a:pt x="6070" y="269"/>
                    <a:pt x="6147" y="346"/>
                    <a:pt x="6242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7"/>
                  </a:cubicBezTo>
                  <a:lnTo>
                    <a:pt x="6415" y="174"/>
                  </a:lnTo>
                  <a:cubicBezTo>
                    <a:pt x="6415" y="78"/>
                    <a:pt x="6338" y="1"/>
                    <a:pt x="6242" y="1"/>
                  </a:cubicBezTo>
                  <a:close/>
                  <a:moveTo>
                    <a:pt x="4698" y="1"/>
                  </a:moveTo>
                  <a:cubicBezTo>
                    <a:pt x="4603" y="1"/>
                    <a:pt x="4526" y="78"/>
                    <a:pt x="4526" y="174"/>
                  </a:cubicBezTo>
                  <a:cubicBezTo>
                    <a:pt x="4526" y="269"/>
                    <a:pt x="4603" y="346"/>
                    <a:pt x="4698" y="346"/>
                  </a:cubicBezTo>
                  <a:cubicBezTo>
                    <a:pt x="4699" y="346"/>
                    <a:pt x="4700" y="346"/>
                    <a:pt x="4701" y="346"/>
                  </a:cubicBezTo>
                  <a:cubicBezTo>
                    <a:pt x="4794" y="346"/>
                    <a:pt x="4870" y="271"/>
                    <a:pt x="4871" y="178"/>
                  </a:cubicBezTo>
                  <a:lnTo>
                    <a:pt x="4871" y="174"/>
                  </a:lnTo>
                  <a:cubicBezTo>
                    <a:pt x="4871" y="78"/>
                    <a:pt x="4794" y="1"/>
                    <a:pt x="4698" y="1"/>
                  </a:cubicBezTo>
                  <a:close/>
                  <a:moveTo>
                    <a:pt x="5729" y="1"/>
                  </a:moveTo>
                  <a:cubicBezTo>
                    <a:pt x="5634" y="1"/>
                    <a:pt x="5556" y="78"/>
                    <a:pt x="5556" y="174"/>
                  </a:cubicBezTo>
                  <a:cubicBezTo>
                    <a:pt x="5556" y="269"/>
                    <a:pt x="5634" y="346"/>
                    <a:pt x="5729" y="346"/>
                  </a:cubicBezTo>
                  <a:cubicBezTo>
                    <a:pt x="5730" y="346"/>
                    <a:pt x="5731" y="346"/>
                    <a:pt x="5732" y="346"/>
                  </a:cubicBezTo>
                  <a:cubicBezTo>
                    <a:pt x="5824" y="346"/>
                    <a:pt x="5900" y="271"/>
                    <a:pt x="5902" y="178"/>
                  </a:cubicBezTo>
                  <a:lnTo>
                    <a:pt x="5902" y="174"/>
                  </a:lnTo>
                  <a:cubicBezTo>
                    <a:pt x="5902" y="78"/>
                    <a:pt x="5824" y="1"/>
                    <a:pt x="5729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7" y="799"/>
                    <a:pt x="17" y="881"/>
                  </a:cubicBezTo>
                  <a:cubicBezTo>
                    <a:pt x="26" y="948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832" y="1010"/>
                    <a:pt x="899" y="943"/>
                    <a:pt x="899" y="861"/>
                  </a:cubicBezTo>
                  <a:cubicBezTo>
                    <a:pt x="899" y="780"/>
                    <a:pt x="833" y="714"/>
                    <a:pt x="751" y="714"/>
                  </a:cubicBezTo>
                  <a:close/>
                  <a:moveTo>
                    <a:pt x="1402" y="713"/>
                  </a:moveTo>
                  <a:cubicBezTo>
                    <a:pt x="1328" y="713"/>
                    <a:pt x="1264" y="768"/>
                    <a:pt x="1255" y="844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80" y="1010"/>
                    <a:pt x="3145" y="943"/>
                    <a:pt x="3145" y="860"/>
                  </a:cubicBezTo>
                  <a:lnTo>
                    <a:pt x="3147" y="860"/>
                  </a:lnTo>
                  <a:cubicBezTo>
                    <a:pt x="3147" y="780"/>
                    <a:pt x="3080" y="714"/>
                    <a:pt x="3000" y="714"/>
                  </a:cubicBezTo>
                  <a:lnTo>
                    <a:pt x="1421" y="714"/>
                  </a:lnTo>
                  <a:cubicBezTo>
                    <a:pt x="1415" y="713"/>
                    <a:pt x="1409" y="713"/>
                    <a:pt x="1402" y="713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6"/>
                    <a:pt x="80" y="1689"/>
                    <a:pt x="148" y="1697"/>
                  </a:cubicBezTo>
                  <a:lnTo>
                    <a:pt x="750" y="1697"/>
                  </a:lnTo>
                  <a:cubicBezTo>
                    <a:pt x="751" y="1697"/>
                    <a:pt x="752" y="1697"/>
                    <a:pt x="753" y="1697"/>
                  </a:cubicBezTo>
                  <a:cubicBezTo>
                    <a:pt x="832" y="1697"/>
                    <a:pt x="897" y="1633"/>
                    <a:pt x="899" y="1552"/>
                  </a:cubicBezTo>
                  <a:lnTo>
                    <a:pt x="899" y="1551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5"/>
                    <a:pt x="1255" y="1530"/>
                  </a:cubicBezTo>
                  <a:cubicBezTo>
                    <a:pt x="1246" y="1612"/>
                    <a:pt x="1304" y="1686"/>
                    <a:pt x="1386" y="1697"/>
                  </a:cubicBezTo>
                  <a:cubicBezTo>
                    <a:pt x="1392" y="1698"/>
                    <a:pt x="1397" y="1698"/>
                    <a:pt x="1403" y="1698"/>
                  </a:cubicBezTo>
                  <a:cubicBezTo>
                    <a:pt x="1409" y="1698"/>
                    <a:pt x="1415" y="1698"/>
                    <a:pt x="1421" y="1697"/>
                  </a:cubicBezTo>
                  <a:lnTo>
                    <a:pt x="2997" y="1697"/>
                  </a:lnTo>
                  <a:cubicBezTo>
                    <a:pt x="2998" y="1697"/>
                    <a:pt x="2998" y="1697"/>
                    <a:pt x="2999" y="1697"/>
                  </a:cubicBezTo>
                  <a:cubicBezTo>
                    <a:pt x="3080" y="1697"/>
                    <a:pt x="3146" y="1632"/>
                    <a:pt x="3147" y="1552"/>
                  </a:cubicBezTo>
                  <a:lnTo>
                    <a:pt x="3147" y="1549"/>
                  </a:lnTo>
                  <a:cubicBezTo>
                    <a:pt x="3147" y="1467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400"/>
                    <a:pt x="1409" y="1399"/>
                    <a:pt x="1402" y="1399"/>
                  </a:cubicBezTo>
                  <a:close/>
                  <a:moveTo>
                    <a:pt x="3668" y="1375"/>
                  </a:moveTo>
                  <a:cubicBezTo>
                    <a:pt x="3573" y="1375"/>
                    <a:pt x="3497" y="1451"/>
                    <a:pt x="3495" y="1545"/>
                  </a:cubicBezTo>
                  <a:cubicBezTo>
                    <a:pt x="3494" y="1640"/>
                    <a:pt x="3571" y="1719"/>
                    <a:pt x="3667" y="1721"/>
                  </a:cubicBezTo>
                  <a:lnTo>
                    <a:pt x="3668" y="1721"/>
                  </a:lnTo>
                  <a:cubicBezTo>
                    <a:pt x="3763" y="1721"/>
                    <a:pt x="3839" y="1645"/>
                    <a:pt x="3841" y="1549"/>
                  </a:cubicBezTo>
                  <a:cubicBezTo>
                    <a:pt x="3842" y="1454"/>
                    <a:pt x="3766" y="1375"/>
                    <a:pt x="3671" y="1375"/>
                  </a:cubicBezTo>
                  <a:cubicBezTo>
                    <a:pt x="3670" y="1375"/>
                    <a:pt x="3669" y="1375"/>
                    <a:pt x="3668" y="1375"/>
                  </a:cubicBezTo>
                  <a:close/>
                  <a:moveTo>
                    <a:pt x="4182" y="1375"/>
                  </a:moveTo>
                  <a:cubicBezTo>
                    <a:pt x="4088" y="1375"/>
                    <a:pt x="4011" y="1451"/>
                    <a:pt x="4009" y="1545"/>
                  </a:cubicBezTo>
                  <a:cubicBezTo>
                    <a:pt x="4009" y="1640"/>
                    <a:pt x="4085" y="1719"/>
                    <a:pt x="4180" y="1721"/>
                  </a:cubicBezTo>
                  <a:lnTo>
                    <a:pt x="4185" y="1721"/>
                  </a:lnTo>
                  <a:cubicBezTo>
                    <a:pt x="4279" y="1721"/>
                    <a:pt x="4355" y="1643"/>
                    <a:pt x="4355" y="1549"/>
                  </a:cubicBezTo>
                  <a:cubicBezTo>
                    <a:pt x="4356" y="1454"/>
                    <a:pt x="4280" y="1375"/>
                    <a:pt x="4185" y="1375"/>
                  </a:cubicBezTo>
                  <a:cubicBezTo>
                    <a:pt x="4184" y="1375"/>
                    <a:pt x="4183" y="1375"/>
                    <a:pt x="4182" y="1375"/>
                  </a:cubicBezTo>
                  <a:close/>
                  <a:moveTo>
                    <a:pt x="4697" y="1375"/>
                  </a:moveTo>
                  <a:cubicBezTo>
                    <a:pt x="4603" y="1375"/>
                    <a:pt x="4527" y="1451"/>
                    <a:pt x="4526" y="1545"/>
                  </a:cubicBezTo>
                  <a:cubicBezTo>
                    <a:pt x="4524" y="1640"/>
                    <a:pt x="4600" y="1719"/>
                    <a:pt x="4697" y="1721"/>
                  </a:cubicBezTo>
                  <a:lnTo>
                    <a:pt x="4698" y="1721"/>
                  </a:lnTo>
                  <a:cubicBezTo>
                    <a:pt x="4792" y="1721"/>
                    <a:pt x="4870" y="1645"/>
                    <a:pt x="4871" y="1549"/>
                  </a:cubicBezTo>
                  <a:cubicBezTo>
                    <a:pt x="4873" y="1454"/>
                    <a:pt x="4795" y="1375"/>
                    <a:pt x="4700" y="1375"/>
                  </a:cubicBezTo>
                  <a:cubicBezTo>
                    <a:pt x="4699" y="1375"/>
                    <a:pt x="4698" y="1375"/>
                    <a:pt x="4697" y="1375"/>
                  </a:cubicBezTo>
                  <a:close/>
                  <a:moveTo>
                    <a:pt x="5211" y="1375"/>
                  </a:moveTo>
                  <a:cubicBezTo>
                    <a:pt x="5117" y="1375"/>
                    <a:pt x="5041" y="1451"/>
                    <a:pt x="5039" y="1545"/>
                  </a:cubicBezTo>
                  <a:cubicBezTo>
                    <a:pt x="5038" y="1640"/>
                    <a:pt x="5115" y="1719"/>
                    <a:pt x="5211" y="1721"/>
                  </a:cubicBezTo>
                  <a:lnTo>
                    <a:pt x="5215" y="1721"/>
                  </a:lnTo>
                  <a:cubicBezTo>
                    <a:pt x="5309" y="1721"/>
                    <a:pt x="5385" y="1643"/>
                    <a:pt x="5385" y="1549"/>
                  </a:cubicBezTo>
                  <a:cubicBezTo>
                    <a:pt x="5386" y="1454"/>
                    <a:pt x="5310" y="1375"/>
                    <a:pt x="5214" y="1375"/>
                  </a:cubicBezTo>
                  <a:cubicBezTo>
                    <a:pt x="5213" y="1375"/>
                    <a:pt x="5212" y="1375"/>
                    <a:pt x="5211" y="1375"/>
                  </a:cubicBezTo>
                  <a:close/>
                  <a:moveTo>
                    <a:pt x="5728" y="1375"/>
                  </a:moveTo>
                  <a:cubicBezTo>
                    <a:pt x="5633" y="1375"/>
                    <a:pt x="5556" y="1451"/>
                    <a:pt x="5556" y="1545"/>
                  </a:cubicBezTo>
                  <a:cubicBezTo>
                    <a:pt x="5555" y="1640"/>
                    <a:pt x="5631" y="1719"/>
                    <a:pt x="5726" y="1721"/>
                  </a:cubicBezTo>
                  <a:lnTo>
                    <a:pt x="5729" y="1721"/>
                  </a:lnTo>
                  <a:cubicBezTo>
                    <a:pt x="5823" y="1721"/>
                    <a:pt x="5900" y="1645"/>
                    <a:pt x="5902" y="1549"/>
                  </a:cubicBezTo>
                  <a:cubicBezTo>
                    <a:pt x="5902" y="1454"/>
                    <a:pt x="5826" y="1375"/>
                    <a:pt x="5730" y="1375"/>
                  </a:cubicBezTo>
                  <a:cubicBezTo>
                    <a:pt x="5729" y="1375"/>
                    <a:pt x="5728" y="1375"/>
                    <a:pt x="5728" y="1375"/>
                  </a:cubicBezTo>
                  <a:close/>
                  <a:moveTo>
                    <a:pt x="6241" y="1375"/>
                  </a:moveTo>
                  <a:cubicBezTo>
                    <a:pt x="6147" y="1375"/>
                    <a:pt x="6071" y="1451"/>
                    <a:pt x="6070" y="1545"/>
                  </a:cubicBezTo>
                  <a:cubicBezTo>
                    <a:pt x="6068" y="1640"/>
                    <a:pt x="6144" y="1719"/>
                    <a:pt x="6239" y="1721"/>
                  </a:cubicBezTo>
                  <a:lnTo>
                    <a:pt x="6244" y="1721"/>
                  </a:lnTo>
                  <a:cubicBezTo>
                    <a:pt x="6339" y="1721"/>
                    <a:pt x="6415" y="1643"/>
                    <a:pt x="6415" y="1549"/>
                  </a:cubicBezTo>
                  <a:cubicBezTo>
                    <a:pt x="6417" y="1454"/>
                    <a:pt x="6339" y="1375"/>
                    <a:pt x="6244" y="1375"/>
                  </a:cubicBezTo>
                  <a:cubicBezTo>
                    <a:pt x="6243" y="1375"/>
                    <a:pt x="6242" y="1375"/>
                    <a:pt x="6241" y="1375"/>
                  </a:cubicBezTo>
                  <a:close/>
                  <a:moveTo>
                    <a:pt x="1403" y="2086"/>
                  </a:moveTo>
                  <a:cubicBezTo>
                    <a:pt x="1328" y="2086"/>
                    <a:pt x="1264" y="2142"/>
                    <a:pt x="1255" y="2218"/>
                  </a:cubicBezTo>
                  <a:cubicBezTo>
                    <a:pt x="1246" y="2300"/>
                    <a:pt x="1304" y="2374"/>
                    <a:pt x="1386" y="2383"/>
                  </a:cubicBezTo>
                  <a:cubicBezTo>
                    <a:pt x="1392" y="2384"/>
                    <a:pt x="1397" y="2384"/>
                    <a:pt x="1403" y="2384"/>
                  </a:cubicBezTo>
                  <a:cubicBezTo>
                    <a:pt x="1409" y="2384"/>
                    <a:pt x="1415" y="2384"/>
                    <a:pt x="1421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9"/>
                  </a:cubicBezTo>
                  <a:lnTo>
                    <a:pt x="3147" y="2236"/>
                  </a:lnTo>
                  <a:cubicBezTo>
                    <a:pt x="3147" y="2154"/>
                    <a:pt x="3080" y="2087"/>
                    <a:pt x="2997" y="2087"/>
                  </a:cubicBezTo>
                  <a:lnTo>
                    <a:pt x="1421" y="2087"/>
                  </a:lnTo>
                  <a:cubicBezTo>
                    <a:pt x="1415" y="2086"/>
                    <a:pt x="1409" y="2086"/>
                    <a:pt x="1403" y="2086"/>
                  </a:cubicBezTo>
                  <a:close/>
                  <a:moveTo>
                    <a:pt x="148" y="2087"/>
                  </a:moveTo>
                  <a:cubicBezTo>
                    <a:pt x="66" y="2097"/>
                    <a:pt x="8" y="2172"/>
                    <a:pt x="17" y="2254"/>
                  </a:cubicBezTo>
                  <a:cubicBezTo>
                    <a:pt x="26" y="2322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0" y="2385"/>
                    <a:pt x="897" y="2321"/>
                    <a:pt x="899" y="2239"/>
                  </a:cubicBezTo>
                  <a:lnTo>
                    <a:pt x="899" y="2237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05" y="2772"/>
                  </a:moveTo>
                  <a:cubicBezTo>
                    <a:pt x="1330" y="2772"/>
                    <a:pt x="1264" y="2828"/>
                    <a:pt x="1255" y="2904"/>
                  </a:cubicBezTo>
                  <a:cubicBezTo>
                    <a:pt x="1246" y="2986"/>
                    <a:pt x="1304" y="3061"/>
                    <a:pt x="1386" y="3070"/>
                  </a:cubicBezTo>
                  <a:cubicBezTo>
                    <a:pt x="1392" y="3070"/>
                    <a:pt x="1397" y="3071"/>
                    <a:pt x="1403" y="3071"/>
                  </a:cubicBezTo>
                  <a:cubicBezTo>
                    <a:pt x="1409" y="3071"/>
                    <a:pt x="1415" y="3070"/>
                    <a:pt x="1421" y="3070"/>
                  </a:cubicBezTo>
                  <a:lnTo>
                    <a:pt x="2997" y="3070"/>
                  </a:lnTo>
                  <a:cubicBezTo>
                    <a:pt x="2998" y="3070"/>
                    <a:pt x="2998" y="3070"/>
                    <a:pt x="2999" y="3070"/>
                  </a:cubicBezTo>
                  <a:cubicBezTo>
                    <a:pt x="3080" y="3070"/>
                    <a:pt x="3146" y="3006"/>
                    <a:pt x="3147" y="2925"/>
                  </a:cubicBezTo>
                  <a:lnTo>
                    <a:pt x="3147" y="2924"/>
                  </a:lnTo>
                  <a:cubicBezTo>
                    <a:pt x="3147" y="2840"/>
                    <a:pt x="3080" y="2773"/>
                    <a:pt x="2997" y="2773"/>
                  </a:cubicBezTo>
                  <a:lnTo>
                    <a:pt x="1421" y="2773"/>
                  </a:lnTo>
                  <a:cubicBezTo>
                    <a:pt x="1416" y="2773"/>
                    <a:pt x="1410" y="2772"/>
                    <a:pt x="1405" y="2772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8"/>
                    <a:pt x="17" y="2940"/>
                  </a:cubicBezTo>
                  <a:cubicBezTo>
                    <a:pt x="26" y="3009"/>
                    <a:pt x="80" y="3062"/>
                    <a:pt x="148" y="3071"/>
                  </a:cubicBezTo>
                  <a:lnTo>
                    <a:pt x="750" y="3071"/>
                  </a:lnTo>
                  <a:cubicBezTo>
                    <a:pt x="830" y="3071"/>
                    <a:pt x="897" y="3007"/>
                    <a:pt x="899" y="2925"/>
                  </a:cubicBezTo>
                  <a:lnTo>
                    <a:pt x="899" y="2924"/>
                  </a:lnTo>
                  <a:cubicBezTo>
                    <a:pt x="899" y="2840"/>
                    <a:pt x="832" y="2775"/>
                    <a:pt x="750" y="2775"/>
                  </a:cubicBezTo>
                  <a:close/>
                  <a:moveTo>
                    <a:pt x="5427" y="3349"/>
                  </a:moveTo>
                  <a:cubicBezTo>
                    <a:pt x="5333" y="3349"/>
                    <a:pt x="5255" y="3425"/>
                    <a:pt x="5255" y="3521"/>
                  </a:cubicBezTo>
                  <a:cubicBezTo>
                    <a:pt x="5254" y="3616"/>
                    <a:pt x="5330" y="3693"/>
                    <a:pt x="5425" y="3695"/>
                  </a:cubicBezTo>
                  <a:lnTo>
                    <a:pt x="5428" y="3695"/>
                  </a:lnTo>
                  <a:cubicBezTo>
                    <a:pt x="5522" y="3695"/>
                    <a:pt x="5599" y="3619"/>
                    <a:pt x="5601" y="3524"/>
                  </a:cubicBezTo>
                  <a:cubicBezTo>
                    <a:pt x="5601" y="3428"/>
                    <a:pt x="5525" y="3351"/>
                    <a:pt x="5430" y="3349"/>
                  </a:cubicBezTo>
                  <a:cubicBezTo>
                    <a:pt x="5429" y="3349"/>
                    <a:pt x="5428" y="3349"/>
                    <a:pt x="5427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5"/>
                    <a:pt x="5769" y="3521"/>
                  </a:cubicBezTo>
                  <a:cubicBezTo>
                    <a:pt x="5768" y="3616"/>
                    <a:pt x="5843" y="3693"/>
                    <a:pt x="5939" y="3695"/>
                  </a:cubicBezTo>
                  <a:lnTo>
                    <a:pt x="5943" y="3695"/>
                  </a:lnTo>
                  <a:cubicBezTo>
                    <a:pt x="6038" y="3695"/>
                    <a:pt x="6114" y="3619"/>
                    <a:pt x="6114" y="3524"/>
                  </a:cubicBezTo>
                  <a:cubicBezTo>
                    <a:pt x="6116" y="3428"/>
                    <a:pt x="6038" y="3351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6" y="3425"/>
                    <a:pt x="6284" y="3521"/>
                  </a:cubicBezTo>
                  <a:cubicBezTo>
                    <a:pt x="6284" y="3616"/>
                    <a:pt x="6360" y="3693"/>
                    <a:pt x="6455" y="3695"/>
                  </a:cubicBezTo>
                  <a:lnTo>
                    <a:pt x="6457" y="3695"/>
                  </a:lnTo>
                  <a:cubicBezTo>
                    <a:pt x="6552" y="3695"/>
                    <a:pt x="6630" y="3619"/>
                    <a:pt x="6630" y="3524"/>
                  </a:cubicBezTo>
                  <a:cubicBezTo>
                    <a:pt x="6631" y="3428"/>
                    <a:pt x="6555" y="3351"/>
                    <a:pt x="6460" y="3349"/>
                  </a:cubicBezTo>
                  <a:cubicBezTo>
                    <a:pt x="6459" y="3349"/>
                    <a:pt x="6458" y="3349"/>
                    <a:pt x="6457" y="3349"/>
                  </a:cubicBezTo>
                  <a:close/>
                  <a:moveTo>
                    <a:pt x="6972" y="3349"/>
                  </a:moveTo>
                  <a:cubicBezTo>
                    <a:pt x="6878" y="3349"/>
                    <a:pt x="6802" y="3425"/>
                    <a:pt x="6801" y="3521"/>
                  </a:cubicBezTo>
                  <a:cubicBezTo>
                    <a:pt x="6799" y="3616"/>
                    <a:pt x="6877" y="3693"/>
                    <a:pt x="6972" y="3695"/>
                  </a:cubicBezTo>
                  <a:lnTo>
                    <a:pt x="6974" y="3695"/>
                  </a:lnTo>
                  <a:cubicBezTo>
                    <a:pt x="7069" y="3695"/>
                    <a:pt x="7145" y="3619"/>
                    <a:pt x="7146" y="3524"/>
                  </a:cubicBezTo>
                  <a:cubicBezTo>
                    <a:pt x="7148" y="3428"/>
                    <a:pt x="7072" y="3351"/>
                    <a:pt x="6975" y="3349"/>
                  </a:cubicBezTo>
                  <a:cubicBezTo>
                    <a:pt x="6974" y="3349"/>
                    <a:pt x="6973" y="3349"/>
                    <a:pt x="6972" y="3349"/>
                  </a:cubicBezTo>
                  <a:close/>
                  <a:moveTo>
                    <a:pt x="7487" y="3349"/>
                  </a:moveTo>
                  <a:cubicBezTo>
                    <a:pt x="7392" y="3349"/>
                    <a:pt x="7316" y="3425"/>
                    <a:pt x="7315" y="3521"/>
                  </a:cubicBezTo>
                  <a:cubicBezTo>
                    <a:pt x="7313" y="3616"/>
                    <a:pt x="7390" y="3693"/>
                    <a:pt x="7486" y="3695"/>
                  </a:cubicBezTo>
                  <a:lnTo>
                    <a:pt x="7490" y="3695"/>
                  </a:lnTo>
                  <a:cubicBezTo>
                    <a:pt x="7584" y="3695"/>
                    <a:pt x="7660" y="3619"/>
                    <a:pt x="7660" y="3524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3" y="3349"/>
                  </a:moveTo>
                  <a:cubicBezTo>
                    <a:pt x="7909" y="3349"/>
                    <a:pt x="7833" y="3425"/>
                    <a:pt x="7831" y="3521"/>
                  </a:cubicBezTo>
                  <a:cubicBezTo>
                    <a:pt x="7830" y="3616"/>
                    <a:pt x="7906" y="3693"/>
                    <a:pt x="8001" y="3695"/>
                  </a:cubicBezTo>
                  <a:lnTo>
                    <a:pt x="8004" y="3695"/>
                  </a:lnTo>
                  <a:cubicBezTo>
                    <a:pt x="8098" y="3695"/>
                    <a:pt x="8175" y="3619"/>
                    <a:pt x="8177" y="3524"/>
                  </a:cubicBezTo>
                  <a:cubicBezTo>
                    <a:pt x="8178" y="3428"/>
                    <a:pt x="8101" y="3351"/>
                    <a:pt x="8005" y="3349"/>
                  </a:cubicBezTo>
                  <a:cubicBezTo>
                    <a:pt x="8004" y="3349"/>
                    <a:pt x="8004" y="3349"/>
                    <a:pt x="8003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5"/>
                    <a:pt x="17" y="3626"/>
                  </a:cubicBezTo>
                  <a:cubicBezTo>
                    <a:pt x="26" y="3695"/>
                    <a:pt x="80" y="3749"/>
                    <a:pt x="148" y="3757"/>
                  </a:cubicBezTo>
                  <a:lnTo>
                    <a:pt x="750" y="3757"/>
                  </a:lnTo>
                  <a:cubicBezTo>
                    <a:pt x="830" y="3757"/>
                    <a:pt x="897" y="3693"/>
                    <a:pt x="899" y="3612"/>
                  </a:cubicBezTo>
                  <a:lnTo>
                    <a:pt x="899" y="3610"/>
                  </a:lnTo>
                  <a:cubicBezTo>
                    <a:pt x="899" y="3528"/>
                    <a:pt x="832" y="3461"/>
                    <a:pt x="750" y="3461"/>
                  </a:cubicBezTo>
                  <a:close/>
                  <a:moveTo>
                    <a:pt x="3308" y="3461"/>
                  </a:moveTo>
                  <a:cubicBezTo>
                    <a:pt x="3226" y="3470"/>
                    <a:pt x="3168" y="3545"/>
                    <a:pt x="3178" y="3626"/>
                  </a:cubicBezTo>
                  <a:cubicBezTo>
                    <a:pt x="3186" y="3695"/>
                    <a:pt x="3241" y="3749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10"/>
                  </a:cubicBezTo>
                  <a:lnTo>
                    <a:pt x="5036" y="3610"/>
                  </a:lnTo>
                  <a:cubicBezTo>
                    <a:pt x="5036" y="3527"/>
                    <a:pt x="4969" y="3461"/>
                    <a:pt x="4886" y="3461"/>
                  </a:cubicBezTo>
                  <a:close/>
                  <a:moveTo>
                    <a:pt x="3308" y="4148"/>
                  </a:moveTo>
                  <a:cubicBezTo>
                    <a:pt x="3226" y="4156"/>
                    <a:pt x="3168" y="4231"/>
                    <a:pt x="3178" y="4313"/>
                  </a:cubicBezTo>
                  <a:cubicBezTo>
                    <a:pt x="3186" y="4381"/>
                    <a:pt x="3241" y="4435"/>
                    <a:pt x="3308" y="4444"/>
                  </a:cubicBezTo>
                  <a:lnTo>
                    <a:pt x="4886" y="4444"/>
                  </a:lnTo>
                  <a:cubicBezTo>
                    <a:pt x="4968" y="4444"/>
                    <a:pt x="5033" y="4378"/>
                    <a:pt x="5033" y="4296"/>
                  </a:cubicBezTo>
                  <a:lnTo>
                    <a:pt x="5036" y="4296"/>
                  </a:lnTo>
                  <a:cubicBezTo>
                    <a:pt x="5036" y="4215"/>
                    <a:pt x="4969" y="4148"/>
                    <a:pt x="4886" y="4148"/>
                  </a:cubicBezTo>
                  <a:close/>
                  <a:moveTo>
                    <a:pt x="148" y="4148"/>
                  </a:moveTo>
                  <a:cubicBezTo>
                    <a:pt x="66" y="4156"/>
                    <a:pt x="8" y="4231"/>
                    <a:pt x="17" y="4313"/>
                  </a:cubicBezTo>
                  <a:cubicBezTo>
                    <a:pt x="26" y="4381"/>
                    <a:pt x="80" y="4435"/>
                    <a:pt x="148" y="4444"/>
                  </a:cubicBezTo>
                  <a:lnTo>
                    <a:pt x="750" y="4444"/>
                  </a:lnTo>
                  <a:cubicBezTo>
                    <a:pt x="751" y="4444"/>
                    <a:pt x="752" y="4444"/>
                    <a:pt x="752" y="4444"/>
                  </a:cubicBezTo>
                  <a:cubicBezTo>
                    <a:pt x="832" y="4444"/>
                    <a:pt x="897" y="4379"/>
                    <a:pt x="899" y="4298"/>
                  </a:cubicBezTo>
                  <a:lnTo>
                    <a:pt x="899" y="4296"/>
                  </a:lnTo>
                  <a:cubicBezTo>
                    <a:pt x="899" y="4215"/>
                    <a:pt x="832" y="4148"/>
                    <a:pt x="750" y="4148"/>
                  </a:cubicBezTo>
                  <a:close/>
                  <a:moveTo>
                    <a:pt x="5427" y="4765"/>
                  </a:moveTo>
                  <a:cubicBezTo>
                    <a:pt x="5333" y="4765"/>
                    <a:pt x="5255" y="4841"/>
                    <a:pt x="5255" y="4937"/>
                  </a:cubicBezTo>
                  <a:cubicBezTo>
                    <a:pt x="5254" y="5032"/>
                    <a:pt x="5330" y="5109"/>
                    <a:pt x="5425" y="5111"/>
                  </a:cubicBezTo>
                  <a:lnTo>
                    <a:pt x="5428" y="5111"/>
                  </a:lnTo>
                  <a:cubicBezTo>
                    <a:pt x="5522" y="5111"/>
                    <a:pt x="5599" y="5035"/>
                    <a:pt x="5601" y="4940"/>
                  </a:cubicBezTo>
                  <a:cubicBezTo>
                    <a:pt x="5601" y="4844"/>
                    <a:pt x="5525" y="4767"/>
                    <a:pt x="5430" y="4765"/>
                  </a:cubicBezTo>
                  <a:cubicBezTo>
                    <a:pt x="5429" y="4765"/>
                    <a:pt x="5428" y="4765"/>
                    <a:pt x="5427" y="4765"/>
                  </a:cubicBezTo>
                  <a:close/>
                  <a:moveTo>
                    <a:pt x="5940" y="4765"/>
                  </a:moveTo>
                  <a:cubicBezTo>
                    <a:pt x="5846" y="4765"/>
                    <a:pt x="5770" y="4841"/>
                    <a:pt x="5769" y="4937"/>
                  </a:cubicBezTo>
                  <a:cubicBezTo>
                    <a:pt x="5768" y="5032"/>
                    <a:pt x="5843" y="5109"/>
                    <a:pt x="5939" y="5111"/>
                  </a:cubicBezTo>
                  <a:lnTo>
                    <a:pt x="5943" y="5111"/>
                  </a:lnTo>
                  <a:cubicBezTo>
                    <a:pt x="6038" y="5111"/>
                    <a:pt x="6114" y="5035"/>
                    <a:pt x="6114" y="4940"/>
                  </a:cubicBezTo>
                  <a:cubicBezTo>
                    <a:pt x="6116" y="4844"/>
                    <a:pt x="6038" y="4767"/>
                    <a:pt x="5943" y="4765"/>
                  </a:cubicBezTo>
                  <a:cubicBezTo>
                    <a:pt x="5942" y="4765"/>
                    <a:pt x="5941" y="4765"/>
                    <a:pt x="5940" y="4765"/>
                  </a:cubicBezTo>
                  <a:close/>
                  <a:moveTo>
                    <a:pt x="6457" y="4765"/>
                  </a:moveTo>
                  <a:cubicBezTo>
                    <a:pt x="6363" y="4765"/>
                    <a:pt x="6286" y="4841"/>
                    <a:pt x="6284" y="4937"/>
                  </a:cubicBezTo>
                  <a:cubicBezTo>
                    <a:pt x="6284" y="5032"/>
                    <a:pt x="6360" y="5109"/>
                    <a:pt x="6455" y="5111"/>
                  </a:cubicBezTo>
                  <a:lnTo>
                    <a:pt x="6457" y="5111"/>
                  </a:lnTo>
                  <a:cubicBezTo>
                    <a:pt x="6552" y="5111"/>
                    <a:pt x="6630" y="5035"/>
                    <a:pt x="6630" y="4940"/>
                  </a:cubicBezTo>
                  <a:cubicBezTo>
                    <a:pt x="6631" y="4844"/>
                    <a:pt x="6555" y="4767"/>
                    <a:pt x="6460" y="4765"/>
                  </a:cubicBezTo>
                  <a:cubicBezTo>
                    <a:pt x="6459" y="4765"/>
                    <a:pt x="6458" y="4765"/>
                    <a:pt x="6457" y="4765"/>
                  </a:cubicBezTo>
                  <a:close/>
                  <a:moveTo>
                    <a:pt x="6972" y="4765"/>
                  </a:moveTo>
                  <a:cubicBezTo>
                    <a:pt x="6878" y="4765"/>
                    <a:pt x="6802" y="4841"/>
                    <a:pt x="6801" y="4937"/>
                  </a:cubicBezTo>
                  <a:cubicBezTo>
                    <a:pt x="6799" y="5032"/>
                    <a:pt x="6877" y="5109"/>
                    <a:pt x="6972" y="5111"/>
                  </a:cubicBezTo>
                  <a:lnTo>
                    <a:pt x="6974" y="5111"/>
                  </a:lnTo>
                  <a:cubicBezTo>
                    <a:pt x="7069" y="5111"/>
                    <a:pt x="7145" y="5035"/>
                    <a:pt x="7146" y="4940"/>
                  </a:cubicBezTo>
                  <a:cubicBezTo>
                    <a:pt x="7148" y="4844"/>
                    <a:pt x="7072" y="4767"/>
                    <a:pt x="6975" y="4765"/>
                  </a:cubicBezTo>
                  <a:cubicBezTo>
                    <a:pt x="6974" y="4765"/>
                    <a:pt x="6973" y="4765"/>
                    <a:pt x="6972" y="4765"/>
                  </a:cubicBezTo>
                  <a:close/>
                  <a:moveTo>
                    <a:pt x="7487" y="4765"/>
                  </a:moveTo>
                  <a:cubicBezTo>
                    <a:pt x="7392" y="4765"/>
                    <a:pt x="7316" y="4841"/>
                    <a:pt x="7315" y="4937"/>
                  </a:cubicBezTo>
                  <a:cubicBezTo>
                    <a:pt x="7313" y="5032"/>
                    <a:pt x="7390" y="5109"/>
                    <a:pt x="7486" y="5111"/>
                  </a:cubicBezTo>
                  <a:lnTo>
                    <a:pt x="7490" y="5111"/>
                  </a:lnTo>
                  <a:cubicBezTo>
                    <a:pt x="7584" y="5111"/>
                    <a:pt x="7660" y="5035"/>
                    <a:pt x="7660" y="4940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3" y="4765"/>
                  </a:moveTo>
                  <a:cubicBezTo>
                    <a:pt x="7909" y="4765"/>
                    <a:pt x="7833" y="4841"/>
                    <a:pt x="7831" y="4937"/>
                  </a:cubicBezTo>
                  <a:cubicBezTo>
                    <a:pt x="7830" y="5032"/>
                    <a:pt x="7906" y="5109"/>
                    <a:pt x="8001" y="5111"/>
                  </a:cubicBezTo>
                  <a:lnTo>
                    <a:pt x="8004" y="5111"/>
                  </a:lnTo>
                  <a:cubicBezTo>
                    <a:pt x="8098" y="5111"/>
                    <a:pt x="8175" y="5035"/>
                    <a:pt x="8177" y="4940"/>
                  </a:cubicBezTo>
                  <a:cubicBezTo>
                    <a:pt x="8178" y="4844"/>
                    <a:pt x="8101" y="4767"/>
                    <a:pt x="8005" y="4765"/>
                  </a:cubicBezTo>
                  <a:cubicBezTo>
                    <a:pt x="8004" y="4765"/>
                    <a:pt x="8004" y="4765"/>
                    <a:pt x="8003" y="4765"/>
                  </a:cubicBezTo>
                  <a:close/>
                  <a:moveTo>
                    <a:pt x="3308" y="4834"/>
                  </a:moveTo>
                  <a:cubicBezTo>
                    <a:pt x="3227" y="4835"/>
                    <a:pt x="3162" y="4901"/>
                    <a:pt x="3162" y="4983"/>
                  </a:cubicBezTo>
                  <a:cubicBezTo>
                    <a:pt x="3162" y="5065"/>
                    <a:pt x="3227" y="5130"/>
                    <a:pt x="3308" y="5130"/>
                  </a:cubicBezTo>
                  <a:lnTo>
                    <a:pt x="4886" y="5130"/>
                  </a:lnTo>
                  <a:cubicBezTo>
                    <a:pt x="4968" y="5130"/>
                    <a:pt x="5033" y="5065"/>
                    <a:pt x="5033" y="4983"/>
                  </a:cubicBezTo>
                  <a:lnTo>
                    <a:pt x="5036" y="4983"/>
                  </a:lnTo>
                  <a:cubicBezTo>
                    <a:pt x="5036" y="4901"/>
                    <a:pt x="4969" y="4834"/>
                    <a:pt x="4886" y="4834"/>
                  </a:cubicBezTo>
                  <a:close/>
                  <a:moveTo>
                    <a:pt x="148" y="4834"/>
                  </a:moveTo>
                  <a:cubicBezTo>
                    <a:pt x="66" y="4835"/>
                    <a:pt x="1" y="4901"/>
                    <a:pt x="1" y="4983"/>
                  </a:cubicBezTo>
                  <a:cubicBezTo>
                    <a:pt x="1" y="5065"/>
                    <a:pt x="66" y="5130"/>
                    <a:pt x="148" y="5130"/>
                  </a:cubicBezTo>
                  <a:lnTo>
                    <a:pt x="750" y="5130"/>
                  </a:lnTo>
                  <a:cubicBezTo>
                    <a:pt x="751" y="5130"/>
                    <a:pt x="752" y="5130"/>
                    <a:pt x="752" y="5130"/>
                  </a:cubicBezTo>
                  <a:cubicBezTo>
                    <a:pt x="832" y="5130"/>
                    <a:pt x="897" y="5065"/>
                    <a:pt x="899" y="4986"/>
                  </a:cubicBezTo>
                  <a:lnTo>
                    <a:pt x="899" y="4983"/>
                  </a:lnTo>
                  <a:cubicBezTo>
                    <a:pt x="899" y="4901"/>
                    <a:pt x="832" y="4834"/>
                    <a:pt x="750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0">
              <a:extLst>
                <a:ext uri="{FF2B5EF4-FFF2-40B4-BE49-F238E27FC236}">
                  <a16:creationId xmlns:a16="http://schemas.microsoft.com/office/drawing/2014/main" id="{EEAD5C2C-6EF7-C8B2-5289-867EA04C4AC6}"/>
                </a:ext>
              </a:extLst>
            </p:cNvPr>
            <p:cNvSpPr/>
            <p:nvPr/>
          </p:nvSpPr>
          <p:spPr>
            <a:xfrm>
              <a:off x="4324075" y="4800475"/>
              <a:ext cx="204475" cy="128300"/>
            </a:xfrm>
            <a:custGeom>
              <a:avLst/>
              <a:gdLst/>
              <a:ahLst/>
              <a:cxnLst/>
              <a:rect l="l" t="t" r="r" b="b"/>
              <a:pathLst>
                <a:path w="8179" h="5132" extrusionOk="0">
                  <a:moveTo>
                    <a:pt x="1405" y="25"/>
                  </a:moveTo>
                  <a:cubicBezTo>
                    <a:pt x="1330" y="25"/>
                    <a:pt x="1264" y="81"/>
                    <a:pt x="1255" y="157"/>
                  </a:cubicBezTo>
                  <a:cubicBezTo>
                    <a:pt x="1246" y="239"/>
                    <a:pt x="1304" y="313"/>
                    <a:pt x="1386" y="322"/>
                  </a:cubicBezTo>
                  <a:cubicBezTo>
                    <a:pt x="1392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7" y="322"/>
                  </a:lnTo>
                  <a:cubicBezTo>
                    <a:pt x="2998" y="322"/>
                    <a:pt x="2998" y="322"/>
                    <a:pt x="2999" y="322"/>
                  </a:cubicBezTo>
                  <a:cubicBezTo>
                    <a:pt x="3080" y="322"/>
                    <a:pt x="3146" y="259"/>
                    <a:pt x="3147" y="178"/>
                  </a:cubicBezTo>
                  <a:lnTo>
                    <a:pt x="3147" y="176"/>
                  </a:lnTo>
                  <a:cubicBezTo>
                    <a:pt x="3147" y="93"/>
                    <a:pt x="3080" y="26"/>
                    <a:pt x="2997" y="26"/>
                  </a:cubicBezTo>
                  <a:lnTo>
                    <a:pt x="1421" y="26"/>
                  </a:lnTo>
                  <a:cubicBezTo>
                    <a:pt x="1416" y="25"/>
                    <a:pt x="1410" y="25"/>
                    <a:pt x="1405" y="25"/>
                  </a:cubicBezTo>
                  <a:close/>
                  <a:moveTo>
                    <a:pt x="769" y="26"/>
                  </a:moveTo>
                  <a:cubicBezTo>
                    <a:pt x="763" y="26"/>
                    <a:pt x="756" y="27"/>
                    <a:pt x="750" y="27"/>
                  </a:cubicBezTo>
                  <a:lnTo>
                    <a:pt x="148" y="27"/>
                  </a:lnTo>
                  <a:cubicBezTo>
                    <a:pt x="80" y="35"/>
                    <a:pt x="26" y="88"/>
                    <a:pt x="17" y="157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50" y="324"/>
                  </a:lnTo>
                  <a:cubicBezTo>
                    <a:pt x="756" y="324"/>
                    <a:pt x="762" y="325"/>
                    <a:pt x="768" y="325"/>
                  </a:cubicBezTo>
                  <a:cubicBezTo>
                    <a:pt x="774" y="325"/>
                    <a:pt x="780" y="324"/>
                    <a:pt x="786" y="324"/>
                  </a:cubicBezTo>
                  <a:cubicBezTo>
                    <a:pt x="867" y="313"/>
                    <a:pt x="926" y="239"/>
                    <a:pt x="915" y="157"/>
                  </a:cubicBezTo>
                  <a:cubicBezTo>
                    <a:pt x="907" y="81"/>
                    <a:pt x="843" y="26"/>
                    <a:pt x="769" y="26"/>
                  </a:cubicBezTo>
                  <a:close/>
                  <a:moveTo>
                    <a:pt x="3668" y="1"/>
                  </a:moveTo>
                  <a:cubicBezTo>
                    <a:pt x="3574" y="1"/>
                    <a:pt x="3497" y="76"/>
                    <a:pt x="3495" y="170"/>
                  </a:cubicBezTo>
                  <a:cubicBezTo>
                    <a:pt x="3495" y="267"/>
                    <a:pt x="3571" y="344"/>
                    <a:pt x="3667" y="346"/>
                  </a:cubicBezTo>
                  <a:lnTo>
                    <a:pt x="3668" y="346"/>
                  </a:lnTo>
                  <a:cubicBezTo>
                    <a:pt x="3763" y="346"/>
                    <a:pt x="3841" y="270"/>
                    <a:pt x="3841" y="175"/>
                  </a:cubicBezTo>
                  <a:cubicBezTo>
                    <a:pt x="3842" y="79"/>
                    <a:pt x="3766" y="2"/>
                    <a:pt x="3671" y="1"/>
                  </a:cubicBezTo>
                  <a:cubicBezTo>
                    <a:pt x="3670" y="1"/>
                    <a:pt x="3669" y="1"/>
                    <a:pt x="3668" y="1"/>
                  </a:cubicBezTo>
                  <a:close/>
                  <a:moveTo>
                    <a:pt x="4182" y="1"/>
                  </a:moveTo>
                  <a:cubicBezTo>
                    <a:pt x="4088" y="1"/>
                    <a:pt x="4011" y="76"/>
                    <a:pt x="4011" y="170"/>
                  </a:cubicBezTo>
                  <a:cubicBezTo>
                    <a:pt x="4009" y="267"/>
                    <a:pt x="4085" y="344"/>
                    <a:pt x="4180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5"/>
                  </a:cubicBezTo>
                  <a:cubicBezTo>
                    <a:pt x="4356" y="79"/>
                    <a:pt x="4280" y="2"/>
                    <a:pt x="4185" y="1"/>
                  </a:cubicBezTo>
                  <a:cubicBezTo>
                    <a:pt x="4184" y="1"/>
                    <a:pt x="4183" y="1"/>
                    <a:pt x="4182" y="1"/>
                  </a:cubicBezTo>
                  <a:close/>
                  <a:moveTo>
                    <a:pt x="4699" y="1"/>
                  </a:moveTo>
                  <a:cubicBezTo>
                    <a:pt x="4603" y="1"/>
                    <a:pt x="4527" y="76"/>
                    <a:pt x="4526" y="170"/>
                  </a:cubicBezTo>
                  <a:cubicBezTo>
                    <a:pt x="4524" y="267"/>
                    <a:pt x="4602" y="344"/>
                    <a:pt x="4697" y="346"/>
                  </a:cubicBezTo>
                  <a:lnTo>
                    <a:pt x="4698" y="346"/>
                  </a:lnTo>
                  <a:cubicBezTo>
                    <a:pt x="4794" y="346"/>
                    <a:pt x="4870" y="270"/>
                    <a:pt x="4871" y="175"/>
                  </a:cubicBezTo>
                  <a:cubicBezTo>
                    <a:pt x="4873" y="79"/>
                    <a:pt x="4797" y="2"/>
                    <a:pt x="4701" y="1"/>
                  </a:cubicBezTo>
                  <a:cubicBezTo>
                    <a:pt x="4700" y="1"/>
                    <a:pt x="4700" y="1"/>
                    <a:pt x="4699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1" y="76"/>
                    <a:pt x="5039" y="170"/>
                  </a:cubicBezTo>
                  <a:cubicBezTo>
                    <a:pt x="5039" y="267"/>
                    <a:pt x="5115" y="344"/>
                    <a:pt x="5211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5"/>
                  </a:cubicBezTo>
                  <a:cubicBezTo>
                    <a:pt x="5386" y="79"/>
                    <a:pt x="5310" y="2"/>
                    <a:pt x="5215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5728" y="1"/>
                  </a:moveTo>
                  <a:cubicBezTo>
                    <a:pt x="5634" y="1"/>
                    <a:pt x="5558" y="76"/>
                    <a:pt x="5556" y="170"/>
                  </a:cubicBezTo>
                  <a:cubicBezTo>
                    <a:pt x="5555" y="267"/>
                    <a:pt x="5631" y="344"/>
                    <a:pt x="5727" y="346"/>
                  </a:cubicBezTo>
                  <a:lnTo>
                    <a:pt x="5729" y="346"/>
                  </a:lnTo>
                  <a:cubicBezTo>
                    <a:pt x="5823" y="346"/>
                    <a:pt x="5900" y="270"/>
                    <a:pt x="5902" y="175"/>
                  </a:cubicBezTo>
                  <a:cubicBezTo>
                    <a:pt x="5903" y="79"/>
                    <a:pt x="5826" y="2"/>
                    <a:pt x="5730" y="1"/>
                  </a:cubicBezTo>
                  <a:cubicBezTo>
                    <a:pt x="5729" y="1"/>
                    <a:pt x="5728" y="1"/>
                    <a:pt x="5728" y="1"/>
                  </a:cubicBezTo>
                  <a:close/>
                  <a:moveTo>
                    <a:pt x="6241" y="1"/>
                  </a:moveTo>
                  <a:cubicBezTo>
                    <a:pt x="6147" y="1"/>
                    <a:pt x="6071" y="76"/>
                    <a:pt x="6070" y="170"/>
                  </a:cubicBezTo>
                  <a:cubicBezTo>
                    <a:pt x="6068" y="267"/>
                    <a:pt x="6144" y="344"/>
                    <a:pt x="6241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7" y="79"/>
                    <a:pt x="6341" y="2"/>
                    <a:pt x="6244" y="1"/>
                  </a:cubicBezTo>
                  <a:cubicBezTo>
                    <a:pt x="6243" y="1"/>
                    <a:pt x="6242" y="1"/>
                    <a:pt x="6241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7"/>
                    <a:pt x="17" y="879"/>
                  </a:cubicBezTo>
                  <a:cubicBezTo>
                    <a:pt x="26" y="947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751" y="1010"/>
                    <a:pt x="752" y="1010"/>
                    <a:pt x="752" y="1010"/>
                  </a:cubicBezTo>
                  <a:cubicBezTo>
                    <a:pt x="832" y="1010"/>
                    <a:pt x="897" y="945"/>
                    <a:pt x="899" y="866"/>
                  </a:cubicBezTo>
                  <a:lnTo>
                    <a:pt x="899" y="863"/>
                  </a:lnTo>
                  <a:cubicBezTo>
                    <a:pt x="899" y="781"/>
                    <a:pt x="832" y="714"/>
                    <a:pt x="750" y="714"/>
                  </a:cubicBezTo>
                  <a:close/>
                  <a:moveTo>
                    <a:pt x="1405" y="711"/>
                  </a:moveTo>
                  <a:cubicBezTo>
                    <a:pt x="1330" y="711"/>
                    <a:pt x="1264" y="767"/>
                    <a:pt x="1255" y="843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78" y="1010"/>
                    <a:pt x="3145" y="946"/>
                    <a:pt x="3147" y="864"/>
                  </a:cubicBezTo>
                  <a:lnTo>
                    <a:pt x="3147" y="863"/>
                  </a:lnTo>
                  <a:cubicBezTo>
                    <a:pt x="3147" y="779"/>
                    <a:pt x="3080" y="712"/>
                    <a:pt x="2997" y="712"/>
                  </a:cubicBezTo>
                  <a:lnTo>
                    <a:pt x="1421" y="712"/>
                  </a:lnTo>
                  <a:cubicBezTo>
                    <a:pt x="1416" y="712"/>
                    <a:pt x="1410" y="711"/>
                    <a:pt x="1405" y="711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4"/>
                    <a:pt x="80" y="1689"/>
                    <a:pt x="148" y="1696"/>
                  </a:cubicBezTo>
                  <a:lnTo>
                    <a:pt x="750" y="1696"/>
                  </a:lnTo>
                  <a:cubicBezTo>
                    <a:pt x="751" y="1696"/>
                    <a:pt x="752" y="1696"/>
                    <a:pt x="752" y="1696"/>
                  </a:cubicBezTo>
                  <a:cubicBezTo>
                    <a:pt x="832" y="1696"/>
                    <a:pt x="897" y="1632"/>
                    <a:pt x="899" y="1552"/>
                  </a:cubicBezTo>
                  <a:lnTo>
                    <a:pt x="899" y="1549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4"/>
                    <a:pt x="1255" y="1530"/>
                  </a:cubicBezTo>
                  <a:cubicBezTo>
                    <a:pt x="1246" y="1612"/>
                    <a:pt x="1304" y="1686"/>
                    <a:pt x="1386" y="1696"/>
                  </a:cubicBezTo>
                  <a:cubicBezTo>
                    <a:pt x="1392" y="1697"/>
                    <a:pt x="1397" y="1698"/>
                    <a:pt x="1403" y="1698"/>
                  </a:cubicBezTo>
                  <a:cubicBezTo>
                    <a:pt x="1409" y="1698"/>
                    <a:pt x="1415" y="1697"/>
                    <a:pt x="1421" y="1696"/>
                  </a:cubicBezTo>
                  <a:lnTo>
                    <a:pt x="2997" y="1696"/>
                  </a:lnTo>
                  <a:cubicBezTo>
                    <a:pt x="3078" y="1696"/>
                    <a:pt x="3145" y="1632"/>
                    <a:pt x="3147" y="1551"/>
                  </a:cubicBezTo>
                  <a:lnTo>
                    <a:pt x="3147" y="1549"/>
                  </a:lnTo>
                  <a:cubicBezTo>
                    <a:pt x="3147" y="1466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399"/>
                    <a:pt x="1409" y="1399"/>
                    <a:pt x="1402" y="1399"/>
                  </a:cubicBezTo>
                  <a:close/>
                  <a:moveTo>
                    <a:pt x="3668" y="1373"/>
                  </a:moveTo>
                  <a:cubicBezTo>
                    <a:pt x="3573" y="1373"/>
                    <a:pt x="3497" y="1450"/>
                    <a:pt x="3495" y="1545"/>
                  </a:cubicBezTo>
                  <a:cubicBezTo>
                    <a:pt x="3494" y="1640"/>
                    <a:pt x="3571" y="1717"/>
                    <a:pt x="3667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41" y="1549"/>
                  </a:cubicBezTo>
                  <a:cubicBezTo>
                    <a:pt x="3842" y="1452"/>
                    <a:pt x="3766" y="1375"/>
                    <a:pt x="3671" y="1373"/>
                  </a:cubicBezTo>
                  <a:cubicBezTo>
                    <a:pt x="3670" y="1373"/>
                    <a:pt x="3669" y="1373"/>
                    <a:pt x="3668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1" y="1450"/>
                    <a:pt x="4009" y="1545"/>
                  </a:cubicBezTo>
                  <a:cubicBezTo>
                    <a:pt x="4009" y="1640"/>
                    <a:pt x="4085" y="1717"/>
                    <a:pt x="4180" y="1719"/>
                  </a:cubicBezTo>
                  <a:lnTo>
                    <a:pt x="4185" y="1719"/>
                  </a:lnTo>
                  <a:cubicBezTo>
                    <a:pt x="4279" y="1719"/>
                    <a:pt x="4355" y="1643"/>
                    <a:pt x="4355" y="1549"/>
                  </a:cubicBezTo>
                  <a:cubicBezTo>
                    <a:pt x="4356" y="1452"/>
                    <a:pt x="4280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4697" y="1373"/>
                  </a:moveTo>
                  <a:cubicBezTo>
                    <a:pt x="4603" y="1373"/>
                    <a:pt x="4527" y="1450"/>
                    <a:pt x="4526" y="1545"/>
                  </a:cubicBezTo>
                  <a:cubicBezTo>
                    <a:pt x="4524" y="1640"/>
                    <a:pt x="4600" y="1717"/>
                    <a:pt x="4697" y="1719"/>
                  </a:cubicBezTo>
                  <a:lnTo>
                    <a:pt x="4698" y="1719"/>
                  </a:lnTo>
                  <a:cubicBezTo>
                    <a:pt x="4792" y="1719"/>
                    <a:pt x="4870" y="1643"/>
                    <a:pt x="4871" y="1549"/>
                  </a:cubicBezTo>
                  <a:cubicBezTo>
                    <a:pt x="4873" y="1452"/>
                    <a:pt x="4795" y="1375"/>
                    <a:pt x="4700" y="1373"/>
                  </a:cubicBezTo>
                  <a:cubicBezTo>
                    <a:pt x="4699" y="1373"/>
                    <a:pt x="4698" y="1373"/>
                    <a:pt x="4697" y="1373"/>
                  </a:cubicBezTo>
                  <a:close/>
                  <a:moveTo>
                    <a:pt x="5211" y="1373"/>
                  </a:moveTo>
                  <a:cubicBezTo>
                    <a:pt x="5117" y="1373"/>
                    <a:pt x="5041" y="1450"/>
                    <a:pt x="5039" y="1545"/>
                  </a:cubicBezTo>
                  <a:cubicBezTo>
                    <a:pt x="5038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5" y="1643"/>
                    <a:pt x="5385" y="1549"/>
                  </a:cubicBezTo>
                  <a:cubicBezTo>
                    <a:pt x="5386" y="1452"/>
                    <a:pt x="5310" y="1375"/>
                    <a:pt x="5214" y="1373"/>
                  </a:cubicBezTo>
                  <a:cubicBezTo>
                    <a:pt x="5213" y="1373"/>
                    <a:pt x="5212" y="1373"/>
                    <a:pt x="5211" y="1373"/>
                  </a:cubicBezTo>
                  <a:close/>
                  <a:moveTo>
                    <a:pt x="5728" y="1373"/>
                  </a:moveTo>
                  <a:cubicBezTo>
                    <a:pt x="5634" y="1373"/>
                    <a:pt x="5556" y="1450"/>
                    <a:pt x="5556" y="1545"/>
                  </a:cubicBezTo>
                  <a:cubicBezTo>
                    <a:pt x="5555" y="1640"/>
                    <a:pt x="5631" y="1717"/>
                    <a:pt x="5726" y="1719"/>
                  </a:cubicBezTo>
                  <a:lnTo>
                    <a:pt x="5729" y="1719"/>
                  </a:lnTo>
                  <a:cubicBezTo>
                    <a:pt x="5823" y="1719"/>
                    <a:pt x="5900" y="1643"/>
                    <a:pt x="5902" y="1549"/>
                  </a:cubicBezTo>
                  <a:cubicBezTo>
                    <a:pt x="5902" y="1452"/>
                    <a:pt x="5826" y="1375"/>
                    <a:pt x="5730" y="1373"/>
                  </a:cubicBezTo>
                  <a:cubicBezTo>
                    <a:pt x="5729" y="1373"/>
                    <a:pt x="5728" y="1373"/>
                    <a:pt x="5728" y="1373"/>
                  </a:cubicBezTo>
                  <a:close/>
                  <a:moveTo>
                    <a:pt x="6241" y="1373"/>
                  </a:moveTo>
                  <a:cubicBezTo>
                    <a:pt x="6147" y="1373"/>
                    <a:pt x="6071" y="1450"/>
                    <a:pt x="6070" y="1545"/>
                  </a:cubicBezTo>
                  <a:cubicBezTo>
                    <a:pt x="6068" y="1640"/>
                    <a:pt x="6144" y="1717"/>
                    <a:pt x="6239" y="1719"/>
                  </a:cubicBezTo>
                  <a:lnTo>
                    <a:pt x="6244" y="1719"/>
                  </a:lnTo>
                  <a:cubicBezTo>
                    <a:pt x="6339" y="1719"/>
                    <a:pt x="6415" y="1643"/>
                    <a:pt x="6415" y="1549"/>
                  </a:cubicBezTo>
                  <a:cubicBezTo>
                    <a:pt x="6417" y="1452"/>
                    <a:pt x="6339" y="1375"/>
                    <a:pt x="6244" y="1373"/>
                  </a:cubicBezTo>
                  <a:cubicBezTo>
                    <a:pt x="6243" y="1373"/>
                    <a:pt x="6242" y="1373"/>
                    <a:pt x="6241" y="1373"/>
                  </a:cubicBezTo>
                  <a:close/>
                  <a:moveTo>
                    <a:pt x="1421" y="2087"/>
                  </a:moveTo>
                  <a:cubicBezTo>
                    <a:pt x="1338" y="2087"/>
                    <a:pt x="1272" y="2154"/>
                    <a:pt x="1272" y="2235"/>
                  </a:cubicBezTo>
                  <a:cubicBezTo>
                    <a:pt x="1272" y="2317"/>
                    <a:pt x="1338" y="2383"/>
                    <a:pt x="1418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7"/>
                  </a:cubicBezTo>
                  <a:lnTo>
                    <a:pt x="3147" y="2235"/>
                  </a:lnTo>
                  <a:cubicBezTo>
                    <a:pt x="3147" y="2154"/>
                    <a:pt x="3080" y="2087"/>
                    <a:pt x="2997" y="2087"/>
                  </a:cubicBezTo>
                  <a:close/>
                  <a:moveTo>
                    <a:pt x="148" y="2087"/>
                  </a:moveTo>
                  <a:cubicBezTo>
                    <a:pt x="66" y="2088"/>
                    <a:pt x="1" y="2155"/>
                    <a:pt x="1" y="2235"/>
                  </a:cubicBezTo>
                  <a:cubicBezTo>
                    <a:pt x="1" y="2317"/>
                    <a:pt x="66" y="2383"/>
                    <a:pt x="148" y="2383"/>
                  </a:cubicBezTo>
                  <a:lnTo>
                    <a:pt x="750" y="2383"/>
                  </a:lnTo>
                  <a:cubicBezTo>
                    <a:pt x="751" y="2383"/>
                    <a:pt x="752" y="2383"/>
                    <a:pt x="753" y="2383"/>
                  </a:cubicBezTo>
                  <a:cubicBezTo>
                    <a:pt x="832" y="2383"/>
                    <a:pt x="897" y="2319"/>
                    <a:pt x="899" y="2238"/>
                  </a:cubicBezTo>
                  <a:lnTo>
                    <a:pt x="899" y="2235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19" y="2774"/>
                  </a:moveTo>
                  <a:cubicBezTo>
                    <a:pt x="1338" y="2774"/>
                    <a:pt x="1272" y="2839"/>
                    <a:pt x="1271" y="2920"/>
                  </a:cubicBezTo>
                  <a:lnTo>
                    <a:pt x="1271" y="2922"/>
                  </a:lnTo>
                  <a:cubicBezTo>
                    <a:pt x="1271" y="3004"/>
                    <a:pt x="1338" y="3071"/>
                    <a:pt x="1421" y="3071"/>
                  </a:cubicBezTo>
                  <a:lnTo>
                    <a:pt x="2997" y="3071"/>
                  </a:lnTo>
                  <a:cubicBezTo>
                    <a:pt x="3080" y="3071"/>
                    <a:pt x="3147" y="3005"/>
                    <a:pt x="3147" y="2922"/>
                  </a:cubicBezTo>
                  <a:cubicBezTo>
                    <a:pt x="3147" y="2921"/>
                    <a:pt x="3147" y="2921"/>
                    <a:pt x="3147" y="2920"/>
                  </a:cubicBezTo>
                  <a:lnTo>
                    <a:pt x="3147" y="2920"/>
                  </a:lnTo>
                  <a:cubicBezTo>
                    <a:pt x="3146" y="2839"/>
                    <a:pt x="3079" y="2774"/>
                    <a:pt x="3000" y="2774"/>
                  </a:cubicBezTo>
                  <a:lnTo>
                    <a:pt x="1421" y="2774"/>
                  </a:lnTo>
                  <a:cubicBezTo>
                    <a:pt x="1420" y="2774"/>
                    <a:pt x="1419" y="2774"/>
                    <a:pt x="1419" y="2774"/>
                  </a:cubicBezTo>
                  <a:close/>
                  <a:moveTo>
                    <a:pt x="148" y="2776"/>
                  </a:moveTo>
                  <a:cubicBezTo>
                    <a:pt x="66" y="2776"/>
                    <a:pt x="1" y="2841"/>
                    <a:pt x="1" y="2923"/>
                  </a:cubicBezTo>
                  <a:cubicBezTo>
                    <a:pt x="1" y="3004"/>
                    <a:pt x="66" y="3071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3"/>
                  </a:cubicBezTo>
                  <a:cubicBezTo>
                    <a:pt x="899" y="2841"/>
                    <a:pt x="833" y="2776"/>
                    <a:pt x="751" y="2776"/>
                  </a:cubicBezTo>
                  <a:close/>
                  <a:moveTo>
                    <a:pt x="5430" y="3348"/>
                  </a:moveTo>
                  <a:cubicBezTo>
                    <a:pt x="5334" y="3348"/>
                    <a:pt x="5255" y="3424"/>
                    <a:pt x="5255" y="3519"/>
                  </a:cubicBezTo>
                  <a:cubicBezTo>
                    <a:pt x="5254" y="3614"/>
                    <a:pt x="5330" y="3693"/>
                    <a:pt x="5425" y="3693"/>
                  </a:cubicBezTo>
                  <a:lnTo>
                    <a:pt x="5428" y="3693"/>
                  </a:lnTo>
                  <a:cubicBezTo>
                    <a:pt x="5522" y="3693"/>
                    <a:pt x="5599" y="3617"/>
                    <a:pt x="5601" y="3523"/>
                  </a:cubicBezTo>
                  <a:cubicBezTo>
                    <a:pt x="5601" y="3428"/>
                    <a:pt x="5525" y="3349"/>
                    <a:pt x="5430" y="3348"/>
                  </a:cubicBezTo>
                  <a:close/>
                  <a:moveTo>
                    <a:pt x="5943" y="3348"/>
                  </a:moveTo>
                  <a:cubicBezTo>
                    <a:pt x="5848" y="3348"/>
                    <a:pt x="5770" y="3424"/>
                    <a:pt x="5769" y="3519"/>
                  </a:cubicBezTo>
                  <a:cubicBezTo>
                    <a:pt x="5768" y="3614"/>
                    <a:pt x="5843" y="3693"/>
                    <a:pt x="5939" y="3693"/>
                  </a:cubicBezTo>
                  <a:lnTo>
                    <a:pt x="5943" y="3693"/>
                  </a:lnTo>
                  <a:cubicBezTo>
                    <a:pt x="6038" y="3693"/>
                    <a:pt x="6114" y="3617"/>
                    <a:pt x="6114" y="3523"/>
                  </a:cubicBezTo>
                  <a:cubicBezTo>
                    <a:pt x="6116" y="3428"/>
                    <a:pt x="6038" y="3349"/>
                    <a:pt x="5943" y="3348"/>
                  </a:cubicBezTo>
                  <a:close/>
                  <a:moveTo>
                    <a:pt x="6460" y="3348"/>
                  </a:moveTo>
                  <a:cubicBezTo>
                    <a:pt x="6365" y="3348"/>
                    <a:pt x="6286" y="3424"/>
                    <a:pt x="6284" y="3519"/>
                  </a:cubicBezTo>
                  <a:cubicBezTo>
                    <a:pt x="6284" y="3614"/>
                    <a:pt x="6360" y="3693"/>
                    <a:pt x="6455" y="3693"/>
                  </a:cubicBezTo>
                  <a:lnTo>
                    <a:pt x="6457" y="3693"/>
                  </a:lnTo>
                  <a:cubicBezTo>
                    <a:pt x="6552" y="3693"/>
                    <a:pt x="6630" y="3617"/>
                    <a:pt x="6630" y="3523"/>
                  </a:cubicBezTo>
                  <a:cubicBezTo>
                    <a:pt x="6631" y="3428"/>
                    <a:pt x="6555" y="3349"/>
                    <a:pt x="6460" y="3348"/>
                  </a:cubicBezTo>
                  <a:close/>
                  <a:moveTo>
                    <a:pt x="6975" y="3348"/>
                  </a:moveTo>
                  <a:cubicBezTo>
                    <a:pt x="6880" y="3348"/>
                    <a:pt x="6802" y="3424"/>
                    <a:pt x="6801" y="3519"/>
                  </a:cubicBezTo>
                  <a:cubicBezTo>
                    <a:pt x="6799" y="3614"/>
                    <a:pt x="6877" y="3693"/>
                    <a:pt x="6972" y="3693"/>
                  </a:cubicBezTo>
                  <a:lnTo>
                    <a:pt x="6974" y="3693"/>
                  </a:lnTo>
                  <a:cubicBezTo>
                    <a:pt x="7069" y="3693"/>
                    <a:pt x="7145" y="3617"/>
                    <a:pt x="7146" y="3523"/>
                  </a:cubicBezTo>
                  <a:cubicBezTo>
                    <a:pt x="7148" y="3428"/>
                    <a:pt x="7072" y="3349"/>
                    <a:pt x="6975" y="3348"/>
                  </a:cubicBezTo>
                  <a:close/>
                  <a:moveTo>
                    <a:pt x="7490" y="3348"/>
                  </a:moveTo>
                  <a:cubicBezTo>
                    <a:pt x="7393" y="3348"/>
                    <a:pt x="7316" y="3424"/>
                    <a:pt x="7315" y="3519"/>
                  </a:cubicBezTo>
                  <a:cubicBezTo>
                    <a:pt x="7313" y="3614"/>
                    <a:pt x="7390" y="3693"/>
                    <a:pt x="7486" y="3693"/>
                  </a:cubicBezTo>
                  <a:lnTo>
                    <a:pt x="7490" y="3693"/>
                  </a:lnTo>
                  <a:cubicBezTo>
                    <a:pt x="7584" y="3693"/>
                    <a:pt x="7660" y="3617"/>
                    <a:pt x="7660" y="3523"/>
                  </a:cubicBezTo>
                  <a:cubicBezTo>
                    <a:pt x="7661" y="3428"/>
                    <a:pt x="7585" y="3349"/>
                    <a:pt x="7490" y="3348"/>
                  </a:cubicBezTo>
                  <a:close/>
                  <a:moveTo>
                    <a:pt x="8005" y="3348"/>
                  </a:moveTo>
                  <a:cubicBezTo>
                    <a:pt x="7910" y="3348"/>
                    <a:pt x="7833" y="3424"/>
                    <a:pt x="7831" y="3519"/>
                  </a:cubicBezTo>
                  <a:cubicBezTo>
                    <a:pt x="7830" y="3614"/>
                    <a:pt x="7906" y="3693"/>
                    <a:pt x="8001" y="3693"/>
                  </a:cubicBezTo>
                  <a:lnTo>
                    <a:pt x="8004" y="3693"/>
                  </a:lnTo>
                  <a:cubicBezTo>
                    <a:pt x="8098" y="3693"/>
                    <a:pt x="8175" y="3617"/>
                    <a:pt x="8177" y="3523"/>
                  </a:cubicBezTo>
                  <a:cubicBezTo>
                    <a:pt x="8178" y="3428"/>
                    <a:pt x="8101" y="3349"/>
                    <a:pt x="8005" y="3348"/>
                  </a:cubicBezTo>
                  <a:close/>
                  <a:moveTo>
                    <a:pt x="3308" y="3461"/>
                  </a:moveTo>
                  <a:cubicBezTo>
                    <a:pt x="3226" y="3471"/>
                    <a:pt x="3168" y="3546"/>
                    <a:pt x="3178" y="3628"/>
                  </a:cubicBezTo>
                  <a:cubicBezTo>
                    <a:pt x="3186" y="3696"/>
                    <a:pt x="3239" y="3750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08"/>
                  </a:cubicBezTo>
                  <a:lnTo>
                    <a:pt x="5036" y="3608"/>
                  </a:lnTo>
                  <a:cubicBezTo>
                    <a:pt x="5036" y="3528"/>
                    <a:pt x="4969" y="3461"/>
                    <a:pt x="4889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7" y="3546"/>
                    <a:pt x="17" y="3628"/>
                  </a:cubicBezTo>
                  <a:cubicBezTo>
                    <a:pt x="26" y="3696"/>
                    <a:pt x="80" y="3750"/>
                    <a:pt x="148" y="3759"/>
                  </a:cubicBezTo>
                  <a:lnTo>
                    <a:pt x="750" y="3759"/>
                  </a:lnTo>
                  <a:cubicBezTo>
                    <a:pt x="832" y="3759"/>
                    <a:pt x="899" y="3692"/>
                    <a:pt x="899" y="3610"/>
                  </a:cubicBezTo>
                  <a:cubicBezTo>
                    <a:pt x="899" y="3528"/>
                    <a:pt x="833" y="3462"/>
                    <a:pt x="751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7" y="4232"/>
                    <a:pt x="17" y="4314"/>
                  </a:cubicBezTo>
                  <a:cubicBezTo>
                    <a:pt x="26" y="4382"/>
                    <a:pt x="80" y="4438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3" y="4149"/>
                    <a:pt x="751" y="4149"/>
                  </a:cubicBezTo>
                  <a:close/>
                  <a:moveTo>
                    <a:pt x="3308" y="4147"/>
                  </a:moveTo>
                  <a:cubicBezTo>
                    <a:pt x="3226" y="4158"/>
                    <a:pt x="3168" y="4232"/>
                    <a:pt x="3178" y="4314"/>
                  </a:cubicBezTo>
                  <a:cubicBezTo>
                    <a:pt x="3186" y="4382"/>
                    <a:pt x="3239" y="4436"/>
                    <a:pt x="3308" y="4445"/>
                  </a:cubicBezTo>
                  <a:lnTo>
                    <a:pt x="4886" y="4445"/>
                  </a:lnTo>
                  <a:cubicBezTo>
                    <a:pt x="4968" y="4444"/>
                    <a:pt x="5033" y="4377"/>
                    <a:pt x="5033" y="4295"/>
                  </a:cubicBezTo>
                  <a:lnTo>
                    <a:pt x="5036" y="4295"/>
                  </a:lnTo>
                  <a:cubicBezTo>
                    <a:pt x="5036" y="4214"/>
                    <a:pt x="4969" y="4147"/>
                    <a:pt x="4889" y="4147"/>
                  </a:cubicBezTo>
                  <a:close/>
                  <a:moveTo>
                    <a:pt x="5942" y="4767"/>
                  </a:moveTo>
                  <a:cubicBezTo>
                    <a:pt x="5846" y="4767"/>
                    <a:pt x="5769" y="4844"/>
                    <a:pt x="5769" y="4939"/>
                  </a:cubicBezTo>
                  <a:cubicBezTo>
                    <a:pt x="5769" y="5035"/>
                    <a:pt x="5846" y="5112"/>
                    <a:pt x="5942" y="5112"/>
                  </a:cubicBezTo>
                  <a:lnTo>
                    <a:pt x="5943" y="5112"/>
                  </a:lnTo>
                  <a:cubicBezTo>
                    <a:pt x="6037" y="5112"/>
                    <a:pt x="6114" y="5036"/>
                    <a:pt x="6114" y="4941"/>
                  </a:cubicBezTo>
                  <a:lnTo>
                    <a:pt x="6114" y="4939"/>
                  </a:lnTo>
                  <a:cubicBezTo>
                    <a:pt x="6114" y="4844"/>
                    <a:pt x="6037" y="4767"/>
                    <a:pt x="5942" y="4767"/>
                  </a:cubicBezTo>
                  <a:close/>
                  <a:moveTo>
                    <a:pt x="7487" y="4767"/>
                  </a:moveTo>
                  <a:cubicBezTo>
                    <a:pt x="7392" y="4767"/>
                    <a:pt x="7315" y="4844"/>
                    <a:pt x="7315" y="4939"/>
                  </a:cubicBezTo>
                  <a:cubicBezTo>
                    <a:pt x="7315" y="5035"/>
                    <a:pt x="7392" y="5112"/>
                    <a:pt x="7487" y="5112"/>
                  </a:cubicBezTo>
                  <a:lnTo>
                    <a:pt x="7490" y="5112"/>
                  </a:lnTo>
                  <a:cubicBezTo>
                    <a:pt x="7584" y="5112"/>
                    <a:pt x="7660" y="5036"/>
                    <a:pt x="7660" y="4941"/>
                  </a:cubicBezTo>
                  <a:lnTo>
                    <a:pt x="7660" y="4939"/>
                  </a:lnTo>
                  <a:cubicBezTo>
                    <a:pt x="7660" y="4844"/>
                    <a:pt x="7583" y="4767"/>
                    <a:pt x="7487" y="4767"/>
                  </a:cubicBezTo>
                  <a:close/>
                  <a:moveTo>
                    <a:pt x="5428" y="4767"/>
                  </a:moveTo>
                  <a:cubicBezTo>
                    <a:pt x="5333" y="4767"/>
                    <a:pt x="5255" y="4844"/>
                    <a:pt x="5255" y="4939"/>
                  </a:cubicBezTo>
                  <a:cubicBezTo>
                    <a:pt x="5255" y="5035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3" y="5112"/>
                    <a:pt x="5599" y="5037"/>
                    <a:pt x="5601" y="4944"/>
                  </a:cubicBezTo>
                  <a:lnTo>
                    <a:pt x="5601" y="4939"/>
                  </a:lnTo>
                  <a:cubicBezTo>
                    <a:pt x="5601" y="4844"/>
                    <a:pt x="5523" y="4767"/>
                    <a:pt x="5428" y="4767"/>
                  </a:cubicBezTo>
                  <a:close/>
                  <a:moveTo>
                    <a:pt x="6457" y="4767"/>
                  </a:moveTo>
                  <a:cubicBezTo>
                    <a:pt x="6362" y="4767"/>
                    <a:pt x="6284" y="4844"/>
                    <a:pt x="6284" y="4939"/>
                  </a:cubicBezTo>
                  <a:cubicBezTo>
                    <a:pt x="6284" y="5035"/>
                    <a:pt x="6362" y="5112"/>
                    <a:pt x="6457" y="5112"/>
                  </a:cubicBezTo>
                  <a:cubicBezTo>
                    <a:pt x="6458" y="5112"/>
                    <a:pt x="6459" y="5112"/>
                    <a:pt x="6460" y="5112"/>
                  </a:cubicBezTo>
                  <a:cubicBezTo>
                    <a:pt x="6554" y="5112"/>
                    <a:pt x="6630" y="5037"/>
                    <a:pt x="6630" y="4944"/>
                  </a:cubicBezTo>
                  <a:lnTo>
                    <a:pt x="6630" y="4939"/>
                  </a:lnTo>
                  <a:cubicBezTo>
                    <a:pt x="6630" y="4844"/>
                    <a:pt x="6552" y="4767"/>
                    <a:pt x="6457" y="4767"/>
                  </a:cubicBezTo>
                  <a:close/>
                  <a:moveTo>
                    <a:pt x="6974" y="4767"/>
                  </a:moveTo>
                  <a:cubicBezTo>
                    <a:pt x="6878" y="4767"/>
                    <a:pt x="6801" y="4844"/>
                    <a:pt x="6801" y="4939"/>
                  </a:cubicBezTo>
                  <a:cubicBezTo>
                    <a:pt x="6801" y="5035"/>
                    <a:pt x="6878" y="5112"/>
                    <a:pt x="6974" y="5112"/>
                  </a:cubicBezTo>
                  <a:cubicBezTo>
                    <a:pt x="6974" y="5112"/>
                    <a:pt x="6975" y="5112"/>
                    <a:pt x="6976" y="5112"/>
                  </a:cubicBezTo>
                  <a:cubicBezTo>
                    <a:pt x="7069" y="5112"/>
                    <a:pt x="7145" y="5037"/>
                    <a:pt x="7146" y="4944"/>
                  </a:cubicBezTo>
                  <a:lnTo>
                    <a:pt x="7146" y="4939"/>
                  </a:lnTo>
                  <a:cubicBezTo>
                    <a:pt x="7146" y="4844"/>
                    <a:pt x="7069" y="4767"/>
                    <a:pt x="6974" y="4767"/>
                  </a:cubicBezTo>
                  <a:close/>
                  <a:moveTo>
                    <a:pt x="8004" y="4767"/>
                  </a:moveTo>
                  <a:cubicBezTo>
                    <a:pt x="7909" y="4767"/>
                    <a:pt x="7831" y="4844"/>
                    <a:pt x="7831" y="4939"/>
                  </a:cubicBezTo>
                  <a:cubicBezTo>
                    <a:pt x="7831" y="5035"/>
                    <a:pt x="7909" y="5112"/>
                    <a:pt x="8004" y="5112"/>
                  </a:cubicBezTo>
                  <a:cubicBezTo>
                    <a:pt x="8005" y="5112"/>
                    <a:pt x="8006" y="5112"/>
                    <a:pt x="8007" y="5112"/>
                  </a:cubicBezTo>
                  <a:cubicBezTo>
                    <a:pt x="8099" y="5112"/>
                    <a:pt x="8175" y="5037"/>
                    <a:pt x="8177" y="4944"/>
                  </a:cubicBezTo>
                  <a:lnTo>
                    <a:pt x="8177" y="4939"/>
                  </a:lnTo>
                  <a:cubicBezTo>
                    <a:pt x="8177" y="4844"/>
                    <a:pt x="8099" y="4767"/>
                    <a:pt x="8004" y="4767"/>
                  </a:cubicBezTo>
                  <a:close/>
                  <a:moveTo>
                    <a:pt x="148" y="4835"/>
                  </a:moveTo>
                  <a:cubicBezTo>
                    <a:pt x="66" y="4846"/>
                    <a:pt x="7" y="4920"/>
                    <a:pt x="17" y="5002"/>
                  </a:cubicBezTo>
                  <a:cubicBezTo>
                    <a:pt x="26" y="5069"/>
                    <a:pt x="80" y="5124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4"/>
                    <a:pt x="899" y="4983"/>
                  </a:cubicBezTo>
                  <a:cubicBezTo>
                    <a:pt x="899" y="4901"/>
                    <a:pt x="833" y="4835"/>
                    <a:pt x="751" y="4835"/>
                  </a:cubicBezTo>
                  <a:close/>
                  <a:moveTo>
                    <a:pt x="3308" y="4835"/>
                  </a:moveTo>
                  <a:cubicBezTo>
                    <a:pt x="3226" y="4844"/>
                    <a:pt x="3168" y="4918"/>
                    <a:pt x="3178" y="5000"/>
                  </a:cubicBezTo>
                  <a:cubicBezTo>
                    <a:pt x="3186" y="5069"/>
                    <a:pt x="3239" y="5122"/>
                    <a:pt x="3308" y="5131"/>
                  </a:cubicBezTo>
                  <a:lnTo>
                    <a:pt x="4886" y="5131"/>
                  </a:lnTo>
                  <a:cubicBezTo>
                    <a:pt x="4968" y="5130"/>
                    <a:pt x="5033" y="5063"/>
                    <a:pt x="5033" y="4981"/>
                  </a:cubicBezTo>
                  <a:lnTo>
                    <a:pt x="5036" y="4981"/>
                  </a:lnTo>
                  <a:cubicBezTo>
                    <a:pt x="5036" y="4901"/>
                    <a:pt x="4969" y="4835"/>
                    <a:pt x="4889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0">
              <a:extLst>
                <a:ext uri="{FF2B5EF4-FFF2-40B4-BE49-F238E27FC236}">
                  <a16:creationId xmlns:a16="http://schemas.microsoft.com/office/drawing/2014/main" id="{24364E55-1185-3A62-1312-B009BC7E74D3}"/>
                </a:ext>
              </a:extLst>
            </p:cNvPr>
            <p:cNvSpPr/>
            <p:nvPr/>
          </p:nvSpPr>
          <p:spPr>
            <a:xfrm>
              <a:off x="4324225" y="4941225"/>
              <a:ext cx="204325" cy="128250"/>
            </a:xfrm>
            <a:custGeom>
              <a:avLst/>
              <a:gdLst/>
              <a:ahLst/>
              <a:cxnLst/>
              <a:rect l="l" t="t" r="r" b="b"/>
              <a:pathLst>
                <a:path w="8173" h="5130" extrusionOk="0">
                  <a:moveTo>
                    <a:pt x="762" y="26"/>
                  </a:moveTo>
                  <a:cubicBezTo>
                    <a:pt x="756" y="26"/>
                    <a:pt x="750" y="26"/>
                    <a:pt x="744" y="27"/>
                  </a:cubicBezTo>
                  <a:lnTo>
                    <a:pt x="142" y="27"/>
                  </a:lnTo>
                  <a:cubicBezTo>
                    <a:pt x="74" y="34"/>
                    <a:pt x="20" y="90"/>
                    <a:pt x="11" y="158"/>
                  </a:cubicBezTo>
                  <a:cubicBezTo>
                    <a:pt x="2" y="240"/>
                    <a:pt x="60" y="313"/>
                    <a:pt x="142" y="323"/>
                  </a:cubicBezTo>
                  <a:lnTo>
                    <a:pt x="744" y="323"/>
                  </a:lnTo>
                  <a:cubicBezTo>
                    <a:pt x="750" y="324"/>
                    <a:pt x="756" y="324"/>
                    <a:pt x="762" y="324"/>
                  </a:cubicBezTo>
                  <a:cubicBezTo>
                    <a:pt x="768" y="324"/>
                    <a:pt x="774" y="324"/>
                    <a:pt x="780" y="323"/>
                  </a:cubicBezTo>
                  <a:cubicBezTo>
                    <a:pt x="861" y="313"/>
                    <a:pt x="920" y="240"/>
                    <a:pt x="909" y="158"/>
                  </a:cubicBezTo>
                  <a:cubicBezTo>
                    <a:pt x="901" y="82"/>
                    <a:pt x="837" y="26"/>
                    <a:pt x="762" y="26"/>
                  </a:cubicBezTo>
                  <a:close/>
                  <a:moveTo>
                    <a:pt x="1396" y="26"/>
                  </a:moveTo>
                  <a:cubicBezTo>
                    <a:pt x="1322" y="26"/>
                    <a:pt x="1258" y="81"/>
                    <a:pt x="1249" y="157"/>
                  </a:cubicBezTo>
                  <a:cubicBezTo>
                    <a:pt x="1240" y="238"/>
                    <a:pt x="1298" y="313"/>
                    <a:pt x="1380" y="323"/>
                  </a:cubicBezTo>
                  <a:cubicBezTo>
                    <a:pt x="1386" y="324"/>
                    <a:pt x="1391" y="324"/>
                    <a:pt x="1397" y="324"/>
                  </a:cubicBezTo>
                  <a:cubicBezTo>
                    <a:pt x="1403" y="324"/>
                    <a:pt x="1409" y="324"/>
                    <a:pt x="1415" y="323"/>
                  </a:cubicBezTo>
                  <a:lnTo>
                    <a:pt x="2991" y="323"/>
                  </a:lnTo>
                  <a:cubicBezTo>
                    <a:pt x="3074" y="323"/>
                    <a:pt x="3139" y="256"/>
                    <a:pt x="3139" y="173"/>
                  </a:cubicBezTo>
                  <a:lnTo>
                    <a:pt x="3141" y="173"/>
                  </a:lnTo>
                  <a:cubicBezTo>
                    <a:pt x="3141" y="93"/>
                    <a:pt x="3074" y="27"/>
                    <a:pt x="2994" y="27"/>
                  </a:cubicBezTo>
                  <a:lnTo>
                    <a:pt x="1415" y="27"/>
                  </a:lnTo>
                  <a:cubicBezTo>
                    <a:pt x="1409" y="26"/>
                    <a:pt x="1403" y="26"/>
                    <a:pt x="1396" y="26"/>
                  </a:cubicBezTo>
                  <a:close/>
                  <a:moveTo>
                    <a:pt x="3662" y="0"/>
                  </a:moveTo>
                  <a:cubicBezTo>
                    <a:pt x="3567" y="0"/>
                    <a:pt x="3489" y="78"/>
                    <a:pt x="3489" y="173"/>
                  </a:cubicBezTo>
                  <a:cubicBezTo>
                    <a:pt x="3489" y="268"/>
                    <a:pt x="3567" y="346"/>
                    <a:pt x="3662" y="346"/>
                  </a:cubicBezTo>
                  <a:cubicBezTo>
                    <a:pt x="3759" y="346"/>
                    <a:pt x="3835" y="268"/>
                    <a:pt x="3835" y="173"/>
                  </a:cubicBezTo>
                  <a:cubicBezTo>
                    <a:pt x="3835" y="78"/>
                    <a:pt x="3757" y="0"/>
                    <a:pt x="3662" y="0"/>
                  </a:cubicBezTo>
                  <a:close/>
                  <a:moveTo>
                    <a:pt x="4177" y="0"/>
                  </a:moveTo>
                  <a:cubicBezTo>
                    <a:pt x="4082" y="0"/>
                    <a:pt x="4005" y="78"/>
                    <a:pt x="4005" y="173"/>
                  </a:cubicBezTo>
                  <a:cubicBezTo>
                    <a:pt x="4005" y="268"/>
                    <a:pt x="4082" y="346"/>
                    <a:pt x="4177" y="346"/>
                  </a:cubicBezTo>
                  <a:lnTo>
                    <a:pt x="4179" y="346"/>
                  </a:lnTo>
                  <a:cubicBezTo>
                    <a:pt x="4273" y="346"/>
                    <a:pt x="4350" y="270"/>
                    <a:pt x="4350" y="176"/>
                  </a:cubicBezTo>
                  <a:lnTo>
                    <a:pt x="4350" y="173"/>
                  </a:lnTo>
                  <a:cubicBezTo>
                    <a:pt x="4350" y="78"/>
                    <a:pt x="4273" y="0"/>
                    <a:pt x="4177" y="0"/>
                  </a:cubicBezTo>
                  <a:close/>
                  <a:moveTo>
                    <a:pt x="5206" y="0"/>
                  </a:moveTo>
                  <a:cubicBezTo>
                    <a:pt x="5111" y="0"/>
                    <a:pt x="5033" y="78"/>
                    <a:pt x="5033" y="173"/>
                  </a:cubicBezTo>
                  <a:cubicBezTo>
                    <a:pt x="5033" y="268"/>
                    <a:pt x="5111" y="346"/>
                    <a:pt x="5206" y="346"/>
                  </a:cubicBezTo>
                  <a:lnTo>
                    <a:pt x="5209" y="346"/>
                  </a:lnTo>
                  <a:cubicBezTo>
                    <a:pt x="5303" y="346"/>
                    <a:pt x="5379" y="270"/>
                    <a:pt x="5379" y="176"/>
                  </a:cubicBezTo>
                  <a:lnTo>
                    <a:pt x="5379" y="173"/>
                  </a:lnTo>
                  <a:cubicBezTo>
                    <a:pt x="5379" y="78"/>
                    <a:pt x="5301" y="0"/>
                    <a:pt x="5206" y="0"/>
                  </a:cubicBezTo>
                  <a:close/>
                  <a:moveTo>
                    <a:pt x="6236" y="0"/>
                  </a:moveTo>
                  <a:cubicBezTo>
                    <a:pt x="6141" y="0"/>
                    <a:pt x="6064" y="78"/>
                    <a:pt x="6064" y="173"/>
                  </a:cubicBezTo>
                  <a:cubicBezTo>
                    <a:pt x="6064" y="268"/>
                    <a:pt x="6141" y="346"/>
                    <a:pt x="6236" y="346"/>
                  </a:cubicBezTo>
                  <a:lnTo>
                    <a:pt x="6238" y="346"/>
                  </a:lnTo>
                  <a:cubicBezTo>
                    <a:pt x="6333" y="346"/>
                    <a:pt x="6409" y="270"/>
                    <a:pt x="6409" y="176"/>
                  </a:cubicBezTo>
                  <a:lnTo>
                    <a:pt x="6409" y="173"/>
                  </a:lnTo>
                  <a:cubicBezTo>
                    <a:pt x="6409" y="78"/>
                    <a:pt x="6332" y="0"/>
                    <a:pt x="6236" y="0"/>
                  </a:cubicBezTo>
                  <a:close/>
                  <a:moveTo>
                    <a:pt x="4692" y="0"/>
                  </a:moveTo>
                  <a:cubicBezTo>
                    <a:pt x="4597" y="0"/>
                    <a:pt x="4520" y="78"/>
                    <a:pt x="4520" y="173"/>
                  </a:cubicBezTo>
                  <a:cubicBezTo>
                    <a:pt x="4520" y="268"/>
                    <a:pt x="4597" y="346"/>
                    <a:pt x="4692" y="346"/>
                  </a:cubicBezTo>
                  <a:cubicBezTo>
                    <a:pt x="4693" y="346"/>
                    <a:pt x="4694" y="346"/>
                    <a:pt x="4695" y="346"/>
                  </a:cubicBezTo>
                  <a:cubicBezTo>
                    <a:pt x="4788" y="346"/>
                    <a:pt x="4864" y="270"/>
                    <a:pt x="4865" y="177"/>
                  </a:cubicBezTo>
                  <a:lnTo>
                    <a:pt x="4865" y="173"/>
                  </a:lnTo>
                  <a:cubicBezTo>
                    <a:pt x="4865" y="78"/>
                    <a:pt x="4788" y="0"/>
                    <a:pt x="4692" y="0"/>
                  </a:cubicBezTo>
                  <a:close/>
                  <a:moveTo>
                    <a:pt x="5723" y="0"/>
                  </a:moveTo>
                  <a:cubicBezTo>
                    <a:pt x="5628" y="0"/>
                    <a:pt x="5550" y="78"/>
                    <a:pt x="5550" y="173"/>
                  </a:cubicBezTo>
                  <a:cubicBezTo>
                    <a:pt x="5550" y="268"/>
                    <a:pt x="5628" y="346"/>
                    <a:pt x="5723" y="346"/>
                  </a:cubicBezTo>
                  <a:cubicBezTo>
                    <a:pt x="5724" y="346"/>
                    <a:pt x="5725" y="346"/>
                    <a:pt x="5726" y="346"/>
                  </a:cubicBezTo>
                  <a:cubicBezTo>
                    <a:pt x="5818" y="346"/>
                    <a:pt x="5894" y="270"/>
                    <a:pt x="5896" y="177"/>
                  </a:cubicBezTo>
                  <a:lnTo>
                    <a:pt x="5896" y="173"/>
                  </a:lnTo>
                  <a:cubicBezTo>
                    <a:pt x="5896" y="78"/>
                    <a:pt x="5818" y="0"/>
                    <a:pt x="5723" y="0"/>
                  </a:cubicBezTo>
                  <a:close/>
                  <a:moveTo>
                    <a:pt x="142" y="713"/>
                  </a:moveTo>
                  <a:cubicBezTo>
                    <a:pt x="60" y="724"/>
                    <a:pt x="1" y="798"/>
                    <a:pt x="11" y="880"/>
                  </a:cubicBezTo>
                  <a:cubicBezTo>
                    <a:pt x="20" y="949"/>
                    <a:pt x="74" y="1002"/>
                    <a:pt x="142" y="1010"/>
                  </a:cubicBezTo>
                  <a:lnTo>
                    <a:pt x="744" y="1010"/>
                  </a:lnTo>
                  <a:cubicBezTo>
                    <a:pt x="826" y="1010"/>
                    <a:pt x="893" y="943"/>
                    <a:pt x="893" y="861"/>
                  </a:cubicBezTo>
                  <a:cubicBezTo>
                    <a:pt x="893" y="779"/>
                    <a:pt x="827" y="713"/>
                    <a:pt x="745" y="713"/>
                  </a:cubicBezTo>
                  <a:close/>
                  <a:moveTo>
                    <a:pt x="1396" y="712"/>
                  </a:moveTo>
                  <a:cubicBezTo>
                    <a:pt x="1322" y="712"/>
                    <a:pt x="1258" y="767"/>
                    <a:pt x="1249" y="843"/>
                  </a:cubicBezTo>
                  <a:cubicBezTo>
                    <a:pt x="1240" y="925"/>
                    <a:pt x="1298" y="999"/>
                    <a:pt x="1380" y="1010"/>
                  </a:cubicBezTo>
                  <a:cubicBezTo>
                    <a:pt x="1386" y="1010"/>
                    <a:pt x="1391" y="1011"/>
                    <a:pt x="1397" y="1011"/>
                  </a:cubicBezTo>
                  <a:cubicBezTo>
                    <a:pt x="1403" y="1011"/>
                    <a:pt x="1409" y="1010"/>
                    <a:pt x="1415" y="1010"/>
                  </a:cubicBezTo>
                  <a:lnTo>
                    <a:pt x="2991" y="1010"/>
                  </a:lnTo>
                  <a:cubicBezTo>
                    <a:pt x="3074" y="1010"/>
                    <a:pt x="3139" y="943"/>
                    <a:pt x="3139" y="861"/>
                  </a:cubicBezTo>
                  <a:lnTo>
                    <a:pt x="3141" y="861"/>
                  </a:lnTo>
                  <a:cubicBezTo>
                    <a:pt x="3141" y="779"/>
                    <a:pt x="3074" y="713"/>
                    <a:pt x="2994" y="713"/>
                  </a:cubicBezTo>
                  <a:lnTo>
                    <a:pt x="1415" y="713"/>
                  </a:lnTo>
                  <a:cubicBezTo>
                    <a:pt x="1409" y="713"/>
                    <a:pt x="1403" y="712"/>
                    <a:pt x="1396" y="712"/>
                  </a:cubicBezTo>
                  <a:close/>
                  <a:moveTo>
                    <a:pt x="142" y="1400"/>
                  </a:moveTo>
                  <a:cubicBezTo>
                    <a:pt x="60" y="1410"/>
                    <a:pt x="1" y="1485"/>
                    <a:pt x="11" y="1567"/>
                  </a:cubicBezTo>
                  <a:cubicBezTo>
                    <a:pt x="20" y="1635"/>
                    <a:pt x="74" y="1689"/>
                    <a:pt x="142" y="1696"/>
                  </a:cubicBezTo>
                  <a:lnTo>
                    <a:pt x="744" y="1696"/>
                  </a:lnTo>
                  <a:cubicBezTo>
                    <a:pt x="824" y="1696"/>
                    <a:pt x="891" y="1631"/>
                    <a:pt x="893" y="1550"/>
                  </a:cubicBezTo>
                  <a:lnTo>
                    <a:pt x="893" y="1547"/>
                  </a:lnTo>
                  <a:cubicBezTo>
                    <a:pt x="893" y="1465"/>
                    <a:pt x="827" y="1400"/>
                    <a:pt x="745" y="1400"/>
                  </a:cubicBezTo>
                  <a:close/>
                  <a:moveTo>
                    <a:pt x="1396" y="1399"/>
                  </a:moveTo>
                  <a:cubicBezTo>
                    <a:pt x="1322" y="1399"/>
                    <a:pt x="1258" y="1454"/>
                    <a:pt x="1249" y="1529"/>
                  </a:cubicBezTo>
                  <a:cubicBezTo>
                    <a:pt x="1240" y="1611"/>
                    <a:pt x="1298" y="1686"/>
                    <a:pt x="1380" y="1696"/>
                  </a:cubicBezTo>
                  <a:cubicBezTo>
                    <a:pt x="1386" y="1697"/>
                    <a:pt x="1391" y="1697"/>
                    <a:pt x="1397" y="1697"/>
                  </a:cubicBezTo>
                  <a:cubicBezTo>
                    <a:pt x="1403" y="1697"/>
                    <a:pt x="1409" y="1697"/>
                    <a:pt x="1415" y="1696"/>
                  </a:cubicBezTo>
                  <a:lnTo>
                    <a:pt x="2991" y="1696"/>
                  </a:lnTo>
                  <a:cubicBezTo>
                    <a:pt x="3072" y="1696"/>
                    <a:pt x="3139" y="1631"/>
                    <a:pt x="3139" y="1549"/>
                  </a:cubicBezTo>
                  <a:lnTo>
                    <a:pt x="3139" y="1547"/>
                  </a:lnTo>
                  <a:lnTo>
                    <a:pt x="3141" y="1547"/>
                  </a:lnTo>
                  <a:cubicBezTo>
                    <a:pt x="3141" y="1465"/>
                    <a:pt x="3074" y="1400"/>
                    <a:pt x="2994" y="1400"/>
                  </a:cubicBezTo>
                  <a:lnTo>
                    <a:pt x="1415" y="1400"/>
                  </a:lnTo>
                  <a:cubicBezTo>
                    <a:pt x="1409" y="1399"/>
                    <a:pt x="1403" y="1399"/>
                    <a:pt x="1396" y="1399"/>
                  </a:cubicBezTo>
                  <a:close/>
                  <a:moveTo>
                    <a:pt x="3662" y="1376"/>
                  </a:moveTo>
                  <a:cubicBezTo>
                    <a:pt x="3567" y="1376"/>
                    <a:pt x="3489" y="1453"/>
                    <a:pt x="3489" y="1549"/>
                  </a:cubicBezTo>
                  <a:cubicBezTo>
                    <a:pt x="3489" y="1644"/>
                    <a:pt x="3567" y="1721"/>
                    <a:pt x="3662" y="1721"/>
                  </a:cubicBezTo>
                  <a:cubicBezTo>
                    <a:pt x="3757" y="1721"/>
                    <a:pt x="3835" y="1644"/>
                    <a:pt x="3835" y="1549"/>
                  </a:cubicBezTo>
                  <a:cubicBezTo>
                    <a:pt x="3835" y="1453"/>
                    <a:pt x="3757" y="1376"/>
                    <a:pt x="3662" y="1376"/>
                  </a:cubicBezTo>
                  <a:close/>
                  <a:moveTo>
                    <a:pt x="4176" y="1376"/>
                  </a:moveTo>
                  <a:cubicBezTo>
                    <a:pt x="4081" y="1376"/>
                    <a:pt x="4003" y="1453"/>
                    <a:pt x="4003" y="1549"/>
                  </a:cubicBezTo>
                  <a:cubicBezTo>
                    <a:pt x="4003" y="1644"/>
                    <a:pt x="4081" y="1721"/>
                    <a:pt x="4176" y="1721"/>
                  </a:cubicBezTo>
                  <a:lnTo>
                    <a:pt x="4179" y="1721"/>
                  </a:lnTo>
                  <a:cubicBezTo>
                    <a:pt x="4273" y="1721"/>
                    <a:pt x="4349" y="1645"/>
                    <a:pt x="4349" y="1550"/>
                  </a:cubicBezTo>
                  <a:lnTo>
                    <a:pt x="4349" y="1549"/>
                  </a:lnTo>
                  <a:cubicBezTo>
                    <a:pt x="4349" y="1453"/>
                    <a:pt x="4271" y="1376"/>
                    <a:pt x="4176" y="1376"/>
                  </a:cubicBezTo>
                  <a:close/>
                  <a:moveTo>
                    <a:pt x="5206" y="1376"/>
                  </a:moveTo>
                  <a:cubicBezTo>
                    <a:pt x="5111" y="1376"/>
                    <a:pt x="5033" y="1453"/>
                    <a:pt x="5033" y="1549"/>
                  </a:cubicBezTo>
                  <a:cubicBezTo>
                    <a:pt x="5033" y="1644"/>
                    <a:pt x="5111" y="1721"/>
                    <a:pt x="5206" y="1721"/>
                  </a:cubicBezTo>
                  <a:lnTo>
                    <a:pt x="5208" y="1721"/>
                  </a:lnTo>
                  <a:cubicBezTo>
                    <a:pt x="5303" y="1721"/>
                    <a:pt x="5379" y="1645"/>
                    <a:pt x="5379" y="1550"/>
                  </a:cubicBezTo>
                  <a:lnTo>
                    <a:pt x="5379" y="1549"/>
                  </a:lnTo>
                  <a:cubicBezTo>
                    <a:pt x="5379" y="1453"/>
                    <a:pt x="5301" y="1376"/>
                    <a:pt x="5206" y="1376"/>
                  </a:cubicBezTo>
                  <a:close/>
                  <a:moveTo>
                    <a:pt x="6236" y="1376"/>
                  </a:moveTo>
                  <a:cubicBezTo>
                    <a:pt x="6141" y="1376"/>
                    <a:pt x="6064" y="1453"/>
                    <a:pt x="6064" y="1549"/>
                  </a:cubicBezTo>
                  <a:cubicBezTo>
                    <a:pt x="6064" y="1644"/>
                    <a:pt x="6141" y="1721"/>
                    <a:pt x="6236" y="1721"/>
                  </a:cubicBezTo>
                  <a:lnTo>
                    <a:pt x="6238" y="1721"/>
                  </a:lnTo>
                  <a:cubicBezTo>
                    <a:pt x="6332" y="1721"/>
                    <a:pt x="6409" y="1645"/>
                    <a:pt x="6409" y="1550"/>
                  </a:cubicBezTo>
                  <a:lnTo>
                    <a:pt x="6409" y="1549"/>
                  </a:lnTo>
                  <a:cubicBezTo>
                    <a:pt x="6409" y="1453"/>
                    <a:pt x="6332" y="1376"/>
                    <a:pt x="6236" y="1376"/>
                  </a:cubicBezTo>
                  <a:close/>
                  <a:moveTo>
                    <a:pt x="4692" y="1376"/>
                  </a:moveTo>
                  <a:cubicBezTo>
                    <a:pt x="4597" y="1376"/>
                    <a:pt x="4520" y="1453"/>
                    <a:pt x="4520" y="1549"/>
                  </a:cubicBezTo>
                  <a:cubicBezTo>
                    <a:pt x="4520" y="1644"/>
                    <a:pt x="4597" y="1721"/>
                    <a:pt x="4692" y="1721"/>
                  </a:cubicBezTo>
                  <a:cubicBezTo>
                    <a:pt x="4693" y="1721"/>
                    <a:pt x="4694" y="1721"/>
                    <a:pt x="4695" y="1721"/>
                  </a:cubicBezTo>
                  <a:cubicBezTo>
                    <a:pt x="4788" y="1721"/>
                    <a:pt x="4864" y="1646"/>
                    <a:pt x="4865" y="1553"/>
                  </a:cubicBezTo>
                  <a:lnTo>
                    <a:pt x="4865" y="1549"/>
                  </a:lnTo>
                  <a:cubicBezTo>
                    <a:pt x="4865" y="1453"/>
                    <a:pt x="4788" y="1376"/>
                    <a:pt x="4692" y="1376"/>
                  </a:cubicBezTo>
                  <a:close/>
                  <a:moveTo>
                    <a:pt x="5723" y="1376"/>
                  </a:moveTo>
                  <a:cubicBezTo>
                    <a:pt x="5628" y="1376"/>
                    <a:pt x="5550" y="1453"/>
                    <a:pt x="5550" y="1549"/>
                  </a:cubicBezTo>
                  <a:cubicBezTo>
                    <a:pt x="5550" y="1644"/>
                    <a:pt x="5628" y="1721"/>
                    <a:pt x="5723" y="1721"/>
                  </a:cubicBezTo>
                  <a:cubicBezTo>
                    <a:pt x="5724" y="1721"/>
                    <a:pt x="5725" y="1721"/>
                    <a:pt x="5726" y="1721"/>
                  </a:cubicBezTo>
                  <a:cubicBezTo>
                    <a:pt x="5818" y="1721"/>
                    <a:pt x="5894" y="1646"/>
                    <a:pt x="5896" y="1553"/>
                  </a:cubicBezTo>
                  <a:lnTo>
                    <a:pt x="5896" y="1549"/>
                  </a:lnTo>
                  <a:cubicBezTo>
                    <a:pt x="5896" y="1453"/>
                    <a:pt x="5818" y="1376"/>
                    <a:pt x="5723" y="1376"/>
                  </a:cubicBezTo>
                  <a:close/>
                  <a:moveTo>
                    <a:pt x="1397" y="2085"/>
                  </a:moveTo>
                  <a:cubicBezTo>
                    <a:pt x="1322" y="2085"/>
                    <a:pt x="1258" y="2142"/>
                    <a:pt x="1249" y="2217"/>
                  </a:cubicBezTo>
                  <a:cubicBezTo>
                    <a:pt x="1240" y="2299"/>
                    <a:pt x="1298" y="2374"/>
                    <a:pt x="1380" y="2383"/>
                  </a:cubicBezTo>
                  <a:cubicBezTo>
                    <a:pt x="1386" y="2383"/>
                    <a:pt x="1391" y="2384"/>
                    <a:pt x="1397" y="2384"/>
                  </a:cubicBezTo>
                  <a:cubicBezTo>
                    <a:pt x="1403" y="2384"/>
                    <a:pt x="1409" y="2383"/>
                    <a:pt x="1415" y="2383"/>
                  </a:cubicBezTo>
                  <a:lnTo>
                    <a:pt x="2991" y="2383"/>
                  </a:lnTo>
                  <a:cubicBezTo>
                    <a:pt x="2992" y="2383"/>
                    <a:pt x="2992" y="2383"/>
                    <a:pt x="2993" y="2383"/>
                  </a:cubicBezTo>
                  <a:cubicBezTo>
                    <a:pt x="3074" y="2383"/>
                    <a:pt x="3140" y="2318"/>
                    <a:pt x="3141" y="2238"/>
                  </a:cubicBezTo>
                  <a:lnTo>
                    <a:pt x="3141" y="2235"/>
                  </a:lnTo>
                  <a:cubicBezTo>
                    <a:pt x="3141" y="2153"/>
                    <a:pt x="3074" y="2086"/>
                    <a:pt x="2991" y="2086"/>
                  </a:cubicBezTo>
                  <a:lnTo>
                    <a:pt x="1415" y="2086"/>
                  </a:lnTo>
                  <a:cubicBezTo>
                    <a:pt x="1409" y="2085"/>
                    <a:pt x="1403" y="2085"/>
                    <a:pt x="1397" y="2085"/>
                  </a:cubicBezTo>
                  <a:close/>
                  <a:moveTo>
                    <a:pt x="142" y="2086"/>
                  </a:moveTo>
                  <a:cubicBezTo>
                    <a:pt x="60" y="2097"/>
                    <a:pt x="2" y="2171"/>
                    <a:pt x="11" y="2253"/>
                  </a:cubicBezTo>
                  <a:cubicBezTo>
                    <a:pt x="20" y="2321"/>
                    <a:pt x="74" y="2375"/>
                    <a:pt x="142" y="2384"/>
                  </a:cubicBezTo>
                  <a:lnTo>
                    <a:pt x="744" y="2384"/>
                  </a:lnTo>
                  <a:cubicBezTo>
                    <a:pt x="824" y="2384"/>
                    <a:pt x="891" y="2320"/>
                    <a:pt x="893" y="2238"/>
                  </a:cubicBezTo>
                  <a:lnTo>
                    <a:pt x="893" y="2237"/>
                  </a:lnTo>
                  <a:cubicBezTo>
                    <a:pt x="893" y="2153"/>
                    <a:pt x="826" y="2086"/>
                    <a:pt x="744" y="2086"/>
                  </a:cubicBezTo>
                  <a:close/>
                  <a:moveTo>
                    <a:pt x="1399" y="2772"/>
                  </a:moveTo>
                  <a:cubicBezTo>
                    <a:pt x="1324" y="2772"/>
                    <a:pt x="1258" y="2827"/>
                    <a:pt x="1249" y="2904"/>
                  </a:cubicBezTo>
                  <a:cubicBezTo>
                    <a:pt x="1240" y="2986"/>
                    <a:pt x="1298" y="3060"/>
                    <a:pt x="1380" y="3069"/>
                  </a:cubicBezTo>
                  <a:cubicBezTo>
                    <a:pt x="1386" y="3070"/>
                    <a:pt x="1391" y="3070"/>
                    <a:pt x="1397" y="3070"/>
                  </a:cubicBezTo>
                  <a:cubicBezTo>
                    <a:pt x="1403" y="3070"/>
                    <a:pt x="1409" y="3070"/>
                    <a:pt x="1415" y="3069"/>
                  </a:cubicBezTo>
                  <a:lnTo>
                    <a:pt x="2991" y="3069"/>
                  </a:lnTo>
                  <a:cubicBezTo>
                    <a:pt x="2992" y="3069"/>
                    <a:pt x="2992" y="3069"/>
                    <a:pt x="2993" y="3069"/>
                  </a:cubicBezTo>
                  <a:cubicBezTo>
                    <a:pt x="3074" y="3069"/>
                    <a:pt x="3140" y="3005"/>
                    <a:pt x="3141" y="2924"/>
                  </a:cubicBezTo>
                  <a:lnTo>
                    <a:pt x="3141" y="2923"/>
                  </a:lnTo>
                  <a:cubicBezTo>
                    <a:pt x="3141" y="2840"/>
                    <a:pt x="3074" y="2773"/>
                    <a:pt x="2991" y="2773"/>
                  </a:cubicBezTo>
                  <a:lnTo>
                    <a:pt x="1415" y="2773"/>
                  </a:lnTo>
                  <a:cubicBezTo>
                    <a:pt x="1410" y="2772"/>
                    <a:pt x="1404" y="2772"/>
                    <a:pt x="1399" y="2772"/>
                  </a:cubicBezTo>
                  <a:close/>
                  <a:moveTo>
                    <a:pt x="142" y="2774"/>
                  </a:moveTo>
                  <a:cubicBezTo>
                    <a:pt x="60" y="2783"/>
                    <a:pt x="2" y="2857"/>
                    <a:pt x="11" y="2939"/>
                  </a:cubicBezTo>
                  <a:cubicBezTo>
                    <a:pt x="20" y="3008"/>
                    <a:pt x="74" y="3061"/>
                    <a:pt x="142" y="3070"/>
                  </a:cubicBezTo>
                  <a:lnTo>
                    <a:pt x="744" y="3070"/>
                  </a:lnTo>
                  <a:cubicBezTo>
                    <a:pt x="824" y="3070"/>
                    <a:pt x="891" y="3006"/>
                    <a:pt x="893" y="2924"/>
                  </a:cubicBezTo>
                  <a:lnTo>
                    <a:pt x="893" y="2923"/>
                  </a:lnTo>
                  <a:cubicBezTo>
                    <a:pt x="893" y="2840"/>
                    <a:pt x="826" y="2774"/>
                    <a:pt x="744" y="2774"/>
                  </a:cubicBezTo>
                  <a:close/>
                  <a:moveTo>
                    <a:pt x="5936" y="3350"/>
                  </a:moveTo>
                  <a:cubicBezTo>
                    <a:pt x="5840" y="3350"/>
                    <a:pt x="5763" y="3428"/>
                    <a:pt x="5763" y="3523"/>
                  </a:cubicBezTo>
                  <a:cubicBezTo>
                    <a:pt x="5763" y="3618"/>
                    <a:pt x="5840" y="3696"/>
                    <a:pt x="5936" y="3696"/>
                  </a:cubicBezTo>
                  <a:lnTo>
                    <a:pt x="5937" y="3696"/>
                  </a:lnTo>
                  <a:cubicBezTo>
                    <a:pt x="6031" y="3696"/>
                    <a:pt x="6108" y="3620"/>
                    <a:pt x="6108" y="3526"/>
                  </a:cubicBezTo>
                  <a:lnTo>
                    <a:pt x="6108" y="3523"/>
                  </a:lnTo>
                  <a:cubicBezTo>
                    <a:pt x="6108" y="3428"/>
                    <a:pt x="6031" y="3350"/>
                    <a:pt x="5936" y="3350"/>
                  </a:cubicBezTo>
                  <a:close/>
                  <a:moveTo>
                    <a:pt x="7481" y="3350"/>
                  </a:moveTo>
                  <a:cubicBezTo>
                    <a:pt x="7386" y="3350"/>
                    <a:pt x="7309" y="3428"/>
                    <a:pt x="7309" y="3523"/>
                  </a:cubicBezTo>
                  <a:cubicBezTo>
                    <a:pt x="7309" y="3618"/>
                    <a:pt x="7386" y="3696"/>
                    <a:pt x="7481" y="3696"/>
                  </a:cubicBezTo>
                  <a:lnTo>
                    <a:pt x="7484" y="3696"/>
                  </a:lnTo>
                  <a:cubicBezTo>
                    <a:pt x="7578" y="3696"/>
                    <a:pt x="7654" y="3620"/>
                    <a:pt x="7654" y="3526"/>
                  </a:cubicBezTo>
                  <a:lnTo>
                    <a:pt x="7654" y="3523"/>
                  </a:lnTo>
                  <a:cubicBezTo>
                    <a:pt x="7654" y="3428"/>
                    <a:pt x="7577" y="3350"/>
                    <a:pt x="7481" y="3350"/>
                  </a:cubicBezTo>
                  <a:close/>
                  <a:moveTo>
                    <a:pt x="5422" y="3350"/>
                  </a:moveTo>
                  <a:cubicBezTo>
                    <a:pt x="5327" y="3350"/>
                    <a:pt x="5249" y="3428"/>
                    <a:pt x="5249" y="3523"/>
                  </a:cubicBezTo>
                  <a:cubicBezTo>
                    <a:pt x="5249" y="3618"/>
                    <a:pt x="5327" y="3696"/>
                    <a:pt x="5422" y="3696"/>
                  </a:cubicBezTo>
                  <a:cubicBezTo>
                    <a:pt x="5423" y="3696"/>
                    <a:pt x="5424" y="3696"/>
                    <a:pt x="5425" y="3696"/>
                  </a:cubicBezTo>
                  <a:cubicBezTo>
                    <a:pt x="5517" y="3696"/>
                    <a:pt x="5593" y="3620"/>
                    <a:pt x="5595" y="3527"/>
                  </a:cubicBezTo>
                  <a:lnTo>
                    <a:pt x="5595" y="3523"/>
                  </a:lnTo>
                  <a:cubicBezTo>
                    <a:pt x="5595" y="3428"/>
                    <a:pt x="5517" y="3350"/>
                    <a:pt x="5422" y="3350"/>
                  </a:cubicBezTo>
                  <a:close/>
                  <a:moveTo>
                    <a:pt x="6451" y="3350"/>
                  </a:moveTo>
                  <a:cubicBezTo>
                    <a:pt x="6356" y="3350"/>
                    <a:pt x="6278" y="3428"/>
                    <a:pt x="6278" y="3523"/>
                  </a:cubicBezTo>
                  <a:cubicBezTo>
                    <a:pt x="6278" y="3618"/>
                    <a:pt x="6356" y="3696"/>
                    <a:pt x="6451" y="3696"/>
                  </a:cubicBezTo>
                  <a:cubicBezTo>
                    <a:pt x="6452" y="3696"/>
                    <a:pt x="6453" y="3696"/>
                    <a:pt x="6454" y="3696"/>
                  </a:cubicBezTo>
                  <a:cubicBezTo>
                    <a:pt x="6548" y="3696"/>
                    <a:pt x="6624" y="3620"/>
                    <a:pt x="6624" y="3527"/>
                  </a:cubicBezTo>
                  <a:lnTo>
                    <a:pt x="6624" y="3523"/>
                  </a:lnTo>
                  <a:cubicBezTo>
                    <a:pt x="6624" y="3428"/>
                    <a:pt x="6546" y="3350"/>
                    <a:pt x="6451" y="3350"/>
                  </a:cubicBezTo>
                  <a:close/>
                  <a:moveTo>
                    <a:pt x="6968" y="3350"/>
                  </a:moveTo>
                  <a:cubicBezTo>
                    <a:pt x="6872" y="3350"/>
                    <a:pt x="6795" y="3428"/>
                    <a:pt x="6795" y="3523"/>
                  </a:cubicBezTo>
                  <a:cubicBezTo>
                    <a:pt x="6795" y="3618"/>
                    <a:pt x="6872" y="3696"/>
                    <a:pt x="6968" y="3696"/>
                  </a:cubicBezTo>
                  <a:cubicBezTo>
                    <a:pt x="6968" y="3696"/>
                    <a:pt x="6969" y="3696"/>
                    <a:pt x="6970" y="3696"/>
                  </a:cubicBezTo>
                  <a:cubicBezTo>
                    <a:pt x="7063" y="3696"/>
                    <a:pt x="7139" y="3620"/>
                    <a:pt x="7140" y="3527"/>
                  </a:cubicBezTo>
                  <a:lnTo>
                    <a:pt x="7140" y="3523"/>
                  </a:lnTo>
                  <a:cubicBezTo>
                    <a:pt x="7140" y="3428"/>
                    <a:pt x="7063" y="3350"/>
                    <a:pt x="6968" y="3350"/>
                  </a:cubicBezTo>
                  <a:close/>
                  <a:moveTo>
                    <a:pt x="7998" y="3350"/>
                  </a:moveTo>
                  <a:cubicBezTo>
                    <a:pt x="7903" y="3350"/>
                    <a:pt x="7825" y="3428"/>
                    <a:pt x="7825" y="3523"/>
                  </a:cubicBezTo>
                  <a:cubicBezTo>
                    <a:pt x="7825" y="3618"/>
                    <a:pt x="7903" y="3696"/>
                    <a:pt x="7998" y="3696"/>
                  </a:cubicBezTo>
                  <a:cubicBezTo>
                    <a:pt x="7999" y="3696"/>
                    <a:pt x="8000" y="3696"/>
                    <a:pt x="8001" y="3696"/>
                  </a:cubicBezTo>
                  <a:cubicBezTo>
                    <a:pt x="8093" y="3696"/>
                    <a:pt x="8169" y="3620"/>
                    <a:pt x="8171" y="3527"/>
                  </a:cubicBezTo>
                  <a:lnTo>
                    <a:pt x="8171" y="3523"/>
                  </a:lnTo>
                  <a:cubicBezTo>
                    <a:pt x="8171" y="3428"/>
                    <a:pt x="8093" y="3350"/>
                    <a:pt x="7998" y="3350"/>
                  </a:cubicBezTo>
                  <a:close/>
                  <a:moveTo>
                    <a:pt x="3302" y="3460"/>
                  </a:moveTo>
                  <a:cubicBezTo>
                    <a:pt x="3220" y="3469"/>
                    <a:pt x="3162" y="3544"/>
                    <a:pt x="3172" y="3626"/>
                  </a:cubicBezTo>
                  <a:cubicBezTo>
                    <a:pt x="3180" y="3694"/>
                    <a:pt x="3235" y="3748"/>
                    <a:pt x="3302" y="3757"/>
                  </a:cubicBezTo>
                  <a:lnTo>
                    <a:pt x="4880" y="3757"/>
                  </a:lnTo>
                  <a:cubicBezTo>
                    <a:pt x="4962" y="3757"/>
                    <a:pt x="5027" y="3690"/>
                    <a:pt x="5027" y="3609"/>
                  </a:cubicBezTo>
                  <a:lnTo>
                    <a:pt x="5030" y="3609"/>
                  </a:lnTo>
                  <a:cubicBezTo>
                    <a:pt x="5030" y="3526"/>
                    <a:pt x="4963" y="3460"/>
                    <a:pt x="4880" y="3460"/>
                  </a:cubicBezTo>
                  <a:close/>
                  <a:moveTo>
                    <a:pt x="142" y="3460"/>
                  </a:moveTo>
                  <a:cubicBezTo>
                    <a:pt x="60" y="3469"/>
                    <a:pt x="2" y="3544"/>
                    <a:pt x="11" y="3626"/>
                  </a:cubicBezTo>
                  <a:cubicBezTo>
                    <a:pt x="20" y="3694"/>
                    <a:pt x="74" y="3748"/>
                    <a:pt x="142" y="3757"/>
                  </a:cubicBezTo>
                  <a:lnTo>
                    <a:pt x="744" y="3757"/>
                  </a:lnTo>
                  <a:cubicBezTo>
                    <a:pt x="745" y="3757"/>
                    <a:pt x="746" y="3757"/>
                    <a:pt x="746" y="3757"/>
                  </a:cubicBezTo>
                  <a:cubicBezTo>
                    <a:pt x="826" y="3757"/>
                    <a:pt x="891" y="3692"/>
                    <a:pt x="893" y="3611"/>
                  </a:cubicBezTo>
                  <a:lnTo>
                    <a:pt x="893" y="3609"/>
                  </a:lnTo>
                  <a:cubicBezTo>
                    <a:pt x="893" y="3527"/>
                    <a:pt x="826" y="3460"/>
                    <a:pt x="744" y="3460"/>
                  </a:cubicBezTo>
                  <a:close/>
                  <a:moveTo>
                    <a:pt x="3302" y="4147"/>
                  </a:moveTo>
                  <a:cubicBezTo>
                    <a:pt x="3220" y="4156"/>
                    <a:pt x="3162" y="4230"/>
                    <a:pt x="3172" y="4312"/>
                  </a:cubicBezTo>
                  <a:cubicBezTo>
                    <a:pt x="3180" y="4381"/>
                    <a:pt x="3235" y="4434"/>
                    <a:pt x="3302" y="4443"/>
                  </a:cubicBezTo>
                  <a:lnTo>
                    <a:pt x="4880" y="4443"/>
                  </a:lnTo>
                  <a:cubicBezTo>
                    <a:pt x="4962" y="4443"/>
                    <a:pt x="5027" y="4378"/>
                    <a:pt x="5027" y="4296"/>
                  </a:cubicBezTo>
                  <a:lnTo>
                    <a:pt x="5030" y="4296"/>
                  </a:lnTo>
                  <a:cubicBezTo>
                    <a:pt x="5030" y="4214"/>
                    <a:pt x="4963" y="4147"/>
                    <a:pt x="4880" y="4147"/>
                  </a:cubicBezTo>
                  <a:close/>
                  <a:moveTo>
                    <a:pt x="142" y="4147"/>
                  </a:moveTo>
                  <a:cubicBezTo>
                    <a:pt x="60" y="4156"/>
                    <a:pt x="2" y="4230"/>
                    <a:pt x="11" y="4312"/>
                  </a:cubicBezTo>
                  <a:cubicBezTo>
                    <a:pt x="20" y="4381"/>
                    <a:pt x="74" y="4434"/>
                    <a:pt x="142" y="4443"/>
                  </a:cubicBezTo>
                  <a:lnTo>
                    <a:pt x="744" y="4443"/>
                  </a:lnTo>
                  <a:cubicBezTo>
                    <a:pt x="745" y="4443"/>
                    <a:pt x="746" y="4443"/>
                    <a:pt x="746" y="4443"/>
                  </a:cubicBezTo>
                  <a:cubicBezTo>
                    <a:pt x="826" y="4443"/>
                    <a:pt x="891" y="4378"/>
                    <a:pt x="893" y="4299"/>
                  </a:cubicBezTo>
                  <a:lnTo>
                    <a:pt x="893" y="4296"/>
                  </a:lnTo>
                  <a:cubicBezTo>
                    <a:pt x="893" y="4214"/>
                    <a:pt x="826" y="4147"/>
                    <a:pt x="744" y="4147"/>
                  </a:cubicBezTo>
                  <a:close/>
                  <a:moveTo>
                    <a:pt x="5424" y="4766"/>
                  </a:moveTo>
                  <a:cubicBezTo>
                    <a:pt x="5328" y="4766"/>
                    <a:pt x="5249" y="4842"/>
                    <a:pt x="5249" y="4938"/>
                  </a:cubicBezTo>
                  <a:cubicBezTo>
                    <a:pt x="5248" y="5033"/>
                    <a:pt x="5324" y="5112"/>
                    <a:pt x="5419" y="5112"/>
                  </a:cubicBezTo>
                  <a:lnTo>
                    <a:pt x="5422" y="5112"/>
                  </a:lnTo>
                  <a:cubicBezTo>
                    <a:pt x="5517" y="5112"/>
                    <a:pt x="5594" y="5035"/>
                    <a:pt x="5595" y="4940"/>
                  </a:cubicBezTo>
                  <a:lnTo>
                    <a:pt x="5595" y="4940"/>
                  </a:lnTo>
                  <a:cubicBezTo>
                    <a:pt x="5595" y="4941"/>
                    <a:pt x="5595" y="4941"/>
                    <a:pt x="5595" y="4942"/>
                  </a:cubicBezTo>
                  <a:lnTo>
                    <a:pt x="5595" y="4939"/>
                  </a:lnTo>
                  <a:cubicBezTo>
                    <a:pt x="5595" y="4940"/>
                    <a:pt x="5595" y="4940"/>
                    <a:pt x="5595" y="4940"/>
                  </a:cubicBezTo>
                  <a:lnTo>
                    <a:pt x="5595" y="4940"/>
                  </a:lnTo>
                  <a:cubicBezTo>
                    <a:pt x="5594" y="4846"/>
                    <a:pt x="5518" y="4768"/>
                    <a:pt x="5424" y="4766"/>
                  </a:cubicBezTo>
                  <a:close/>
                  <a:moveTo>
                    <a:pt x="5937" y="4766"/>
                  </a:moveTo>
                  <a:cubicBezTo>
                    <a:pt x="5842" y="4766"/>
                    <a:pt x="5764" y="4842"/>
                    <a:pt x="5763" y="4938"/>
                  </a:cubicBezTo>
                  <a:cubicBezTo>
                    <a:pt x="5762" y="5033"/>
                    <a:pt x="5837" y="5112"/>
                    <a:pt x="5933" y="5112"/>
                  </a:cubicBezTo>
                  <a:lnTo>
                    <a:pt x="5937" y="5112"/>
                  </a:lnTo>
                  <a:cubicBezTo>
                    <a:pt x="6032" y="5112"/>
                    <a:pt x="6108" y="5036"/>
                    <a:pt x="6108" y="4942"/>
                  </a:cubicBezTo>
                  <a:cubicBezTo>
                    <a:pt x="6110" y="4847"/>
                    <a:pt x="6032" y="4768"/>
                    <a:pt x="5937" y="4766"/>
                  </a:cubicBezTo>
                  <a:close/>
                  <a:moveTo>
                    <a:pt x="6454" y="4766"/>
                  </a:moveTo>
                  <a:cubicBezTo>
                    <a:pt x="6359" y="4766"/>
                    <a:pt x="6280" y="4842"/>
                    <a:pt x="6278" y="4938"/>
                  </a:cubicBezTo>
                  <a:cubicBezTo>
                    <a:pt x="6278" y="5033"/>
                    <a:pt x="6354" y="5112"/>
                    <a:pt x="6449" y="5112"/>
                  </a:cubicBezTo>
                  <a:lnTo>
                    <a:pt x="6451" y="5112"/>
                  </a:lnTo>
                  <a:cubicBezTo>
                    <a:pt x="6548" y="5112"/>
                    <a:pt x="6624" y="5034"/>
                    <a:pt x="6624" y="4939"/>
                  </a:cubicBezTo>
                  <a:lnTo>
                    <a:pt x="6624" y="4942"/>
                  </a:lnTo>
                  <a:cubicBezTo>
                    <a:pt x="6625" y="4847"/>
                    <a:pt x="6549" y="4768"/>
                    <a:pt x="6454" y="4766"/>
                  </a:cubicBezTo>
                  <a:close/>
                  <a:moveTo>
                    <a:pt x="6969" y="4766"/>
                  </a:moveTo>
                  <a:cubicBezTo>
                    <a:pt x="6874" y="4766"/>
                    <a:pt x="6796" y="4842"/>
                    <a:pt x="6795" y="4938"/>
                  </a:cubicBezTo>
                  <a:cubicBezTo>
                    <a:pt x="6793" y="5033"/>
                    <a:pt x="6871" y="5112"/>
                    <a:pt x="6966" y="5112"/>
                  </a:cubicBezTo>
                  <a:lnTo>
                    <a:pt x="6968" y="5112"/>
                  </a:lnTo>
                  <a:cubicBezTo>
                    <a:pt x="7063" y="5112"/>
                    <a:pt x="7140" y="5034"/>
                    <a:pt x="7140" y="4939"/>
                  </a:cubicBezTo>
                  <a:lnTo>
                    <a:pt x="7140" y="4942"/>
                  </a:lnTo>
                  <a:cubicBezTo>
                    <a:pt x="7142" y="4847"/>
                    <a:pt x="7066" y="4768"/>
                    <a:pt x="6969" y="4766"/>
                  </a:cubicBezTo>
                  <a:close/>
                  <a:moveTo>
                    <a:pt x="7484" y="4766"/>
                  </a:moveTo>
                  <a:cubicBezTo>
                    <a:pt x="7387" y="4766"/>
                    <a:pt x="7310" y="4842"/>
                    <a:pt x="7309" y="4938"/>
                  </a:cubicBezTo>
                  <a:cubicBezTo>
                    <a:pt x="7307" y="5033"/>
                    <a:pt x="7384" y="5112"/>
                    <a:pt x="7480" y="5112"/>
                  </a:cubicBezTo>
                  <a:lnTo>
                    <a:pt x="7484" y="5112"/>
                  </a:lnTo>
                  <a:cubicBezTo>
                    <a:pt x="7578" y="5112"/>
                    <a:pt x="7654" y="5036"/>
                    <a:pt x="7654" y="4942"/>
                  </a:cubicBezTo>
                  <a:cubicBezTo>
                    <a:pt x="7655" y="4847"/>
                    <a:pt x="7579" y="4768"/>
                    <a:pt x="7484" y="4766"/>
                  </a:cubicBezTo>
                  <a:close/>
                  <a:moveTo>
                    <a:pt x="7999" y="4766"/>
                  </a:moveTo>
                  <a:cubicBezTo>
                    <a:pt x="7904" y="4766"/>
                    <a:pt x="7827" y="4842"/>
                    <a:pt x="7825" y="4938"/>
                  </a:cubicBezTo>
                  <a:cubicBezTo>
                    <a:pt x="7824" y="5033"/>
                    <a:pt x="7900" y="5112"/>
                    <a:pt x="7995" y="5112"/>
                  </a:cubicBezTo>
                  <a:lnTo>
                    <a:pt x="7998" y="5112"/>
                  </a:lnTo>
                  <a:cubicBezTo>
                    <a:pt x="8093" y="5112"/>
                    <a:pt x="8171" y="5034"/>
                    <a:pt x="8171" y="4939"/>
                  </a:cubicBezTo>
                  <a:lnTo>
                    <a:pt x="8171" y="4942"/>
                  </a:lnTo>
                  <a:cubicBezTo>
                    <a:pt x="8172" y="4847"/>
                    <a:pt x="8095" y="4768"/>
                    <a:pt x="7999" y="4766"/>
                  </a:cubicBezTo>
                  <a:close/>
                  <a:moveTo>
                    <a:pt x="3302" y="4833"/>
                  </a:moveTo>
                  <a:cubicBezTo>
                    <a:pt x="3220" y="4842"/>
                    <a:pt x="3162" y="4917"/>
                    <a:pt x="3172" y="4999"/>
                  </a:cubicBezTo>
                  <a:cubicBezTo>
                    <a:pt x="3180" y="5067"/>
                    <a:pt x="3235" y="5121"/>
                    <a:pt x="3302" y="5130"/>
                  </a:cubicBezTo>
                  <a:lnTo>
                    <a:pt x="4880" y="5130"/>
                  </a:lnTo>
                  <a:cubicBezTo>
                    <a:pt x="4962" y="5130"/>
                    <a:pt x="5027" y="5064"/>
                    <a:pt x="5027" y="4982"/>
                  </a:cubicBezTo>
                  <a:lnTo>
                    <a:pt x="5030" y="4982"/>
                  </a:lnTo>
                  <a:cubicBezTo>
                    <a:pt x="5030" y="4900"/>
                    <a:pt x="4963" y="4833"/>
                    <a:pt x="4880" y="4833"/>
                  </a:cubicBezTo>
                  <a:close/>
                  <a:moveTo>
                    <a:pt x="142" y="4833"/>
                  </a:moveTo>
                  <a:cubicBezTo>
                    <a:pt x="60" y="4844"/>
                    <a:pt x="2" y="4917"/>
                    <a:pt x="11" y="4999"/>
                  </a:cubicBezTo>
                  <a:cubicBezTo>
                    <a:pt x="20" y="5067"/>
                    <a:pt x="74" y="5122"/>
                    <a:pt x="142" y="5130"/>
                  </a:cubicBezTo>
                  <a:lnTo>
                    <a:pt x="744" y="5130"/>
                  </a:lnTo>
                  <a:cubicBezTo>
                    <a:pt x="745" y="5130"/>
                    <a:pt x="746" y="5130"/>
                    <a:pt x="746" y="5130"/>
                  </a:cubicBezTo>
                  <a:cubicBezTo>
                    <a:pt x="826" y="5130"/>
                    <a:pt x="891" y="5065"/>
                    <a:pt x="893" y="4985"/>
                  </a:cubicBezTo>
                  <a:lnTo>
                    <a:pt x="893" y="4982"/>
                  </a:lnTo>
                  <a:cubicBezTo>
                    <a:pt x="893" y="4900"/>
                    <a:pt x="826" y="4833"/>
                    <a:pt x="744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>
              <a:extLst>
                <a:ext uri="{FF2B5EF4-FFF2-40B4-BE49-F238E27FC236}">
                  <a16:creationId xmlns:a16="http://schemas.microsoft.com/office/drawing/2014/main" id="{422096F1-8A44-6E05-1A63-EE2183E92B5D}"/>
                </a:ext>
              </a:extLst>
            </p:cNvPr>
            <p:cNvSpPr/>
            <p:nvPr/>
          </p:nvSpPr>
          <p:spPr>
            <a:xfrm>
              <a:off x="4554750" y="4663125"/>
              <a:ext cx="204450" cy="128225"/>
            </a:xfrm>
            <a:custGeom>
              <a:avLst/>
              <a:gdLst/>
              <a:ahLst/>
              <a:cxnLst/>
              <a:rect l="l" t="t" r="r" b="b"/>
              <a:pathLst>
                <a:path w="8178" h="5129" extrusionOk="0">
                  <a:moveTo>
                    <a:pt x="768" y="24"/>
                  </a:moveTo>
                  <a:cubicBezTo>
                    <a:pt x="762" y="24"/>
                    <a:pt x="756" y="25"/>
                    <a:pt x="750" y="26"/>
                  </a:cubicBezTo>
                  <a:lnTo>
                    <a:pt x="148" y="26"/>
                  </a:lnTo>
                  <a:cubicBezTo>
                    <a:pt x="80" y="33"/>
                    <a:pt x="26" y="88"/>
                    <a:pt x="19" y="157"/>
                  </a:cubicBezTo>
                  <a:cubicBezTo>
                    <a:pt x="8" y="239"/>
                    <a:pt x="66" y="312"/>
                    <a:pt x="148" y="322"/>
                  </a:cubicBezTo>
                  <a:lnTo>
                    <a:pt x="750" y="322"/>
                  </a:lnTo>
                  <a:cubicBezTo>
                    <a:pt x="756" y="323"/>
                    <a:pt x="762" y="323"/>
                    <a:pt x="768" y="323"/>
                  </a:cubicBezTo>
                  <a:cubicBezTo>
                    <a:pt x="774" y="323"/>
                    <a:pt x="779" y="323"/>
                    <a:pt x="785" y="322"/>
                  </a:cubicBezTo>
                  <a:cubicBezTo>
                    <a:pt x="867" y="312"/>
                    <a:pt x="925" y="239"/>
                    <a:pt x="916" y="157"/>
                  </a:cubicBezTo>
                  <a:cubicBezTo>
                    <a:pt x="907" y="81"/>
                    <a:pt x="843" y="24"/>
                    <a:pt x="768" y="24"/>
                  </a:cubicBezTo>
                  <a:close/>
                  <a:moveTo>
                    <a:pt x="1402" y="24"/>
                  </a:moveTo>
                  <a:cubicBezTo>
                    <a:pt x="1328" y="24"/>
                    <a:pt x="1264" y="80"/>
                    <a:pt x="1256" y="155"/>
                  </a:cubicBezTo>
                  <a:cubicBezTo>
                    <a:pt x="1246" y="237"/>
                    <a:pt x="1304" y="312"/>
                    <a:pt x="1385" y="322"/>
                  </a:cubicBezTo>
                  <a:cubicBezTo>
                    <a:pt x="1391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8" y="322"/>
                  </a:lnTo>
                  <a:cubicBezTo>
                    <a:pt x="3080" y="322"/>
                    <a:pt x="3147" y="255"/>
                    <a:pt x="3147" y="172"/>
                  </a:cubicBezTo>
                  <a:cubicBezTo>
                    <a:pt x="3147" y="91"/>
                    <a:pt x="3081" y="26"/>
                    <a:pt x="2999" y="26"/>
                  </a:cubicBezTo>
                  <a:lnTo>
                    <a:pt x="1421" y="26"/>
                  </a:lnTo>
                  <a:cubicBezTo>
                    <a:pt x="1415" y="25"/>
                    <a:pt x="1408" y="24"/>
                    <a:pt x="1402" y="24"/>
                  </a:cubicBezTo>
                  <a:close/>
                  <a:moveTo>
                    <a:pt x="4700" y="2"/>
                  </a:moveTo>
                  <a:cubicBezTo>
                    <a:pt x="4605" y="12"/>
                    <a:pt x="4536" y="97"/>
                    <a:pt x="4546" y="192"/>
                  </a:cubicBezTo>
                  <a:cubicBezTo>
                    <a:pt x="4555" y="273"/>
                    <a:pt x="4619" y="335"/>
                    <a:pt x="4700" y="344"/>
                  </a:cubicBezTo>
                  <a:cubicBezTo>
                    <a:pt x="4795" y="344"/>
                    <a:pt x="4872" y="268"/>
                    <a:pt x="4873" y="173"/>
                  </a:cubicBezTo>
                  <a:lnTo>
                    <a:pt x="4873" y="173"/>
                  </a:lnTo>
                  <a:cubicBezTo>
                    <a:pt x="4873" y="173"/>
                    <a:pt x="4873" y="173"/>
                    <a:pt x="4873" y="173"/>
                  </a:cubicBezTo>
                  <a:lnTo>
                    <a:pt x="4873" y="172"/>
                  </a:lnTo>
                  <a:cubicBezTo>
                    <a:pt x="4873" y="172"/>
                    <a:pt x="4873" y="172"/>
                    <a:pt x="4873" y="173"/>
                  </a:cubicBezTo>
                  <a:lnTo>
                    <a:pt x="4873" y="173"/>
                  </a:lnTo>
                  <a:cubicBezTo>
                    <a:pt x="4871" y="78"/>
                    <a:pt x="4794" y="2"/>
                    <a:pt x="4700" y="2"/>
                  </a:cubicBezTo>
                  <a:close/>
                  <a:moveTo>
                    <a:pt x="3667" y="0"/>
                  </a:moveTo>
                  <a:cubicBezTo>
                    <a:pt x="3571" y="0"/>
                    <a:pt x="3494" y="78"/>
                    <a:pt x="3494" y="173"/>
                  </a:cubicBezTo>
                  <a:cubicBezTo>
                    <a:pt x="3494" y="268"/>
                    <a:pt x="3571" y="346"/>
                    <a:pt x="3667" y="346"/>
                  </a:cubicBezTo>
                  <a:lnTo>
                    <a:pt x="3670" y="346"/>
                  </a:lnTo>
                  <a:cubicBezTo>
                    <a:pt x="3763" y="346"/>
                    <a:pt x="3839" y="268"/>
                    <a:pt x="3839" y="175"/>
                  </a:cubicBezTo>
                  <a:lnTo>
                    <a:pt x="3839" y="173"/>
                  </a:lnTo>
                  <a:cubicBezTo>
                    <a:pt x="3839" y="76"/>
                    <a:pt x="3762" y="0"/>
                    <a:pt x="3667" y="0"/>
                  </a:cubicBezTo>
                  <a:close/>
                  <a:moveTo>
                    <a:pt x="4183" y="0"/>
                  </a:moveTo>
                  <a:cubicBezTo>
                    <a:pt x="4088" y="0"/>
                    <a:pt x="4010" y="78"/>
                    <a:pt x="4010" y="173"/>
                  </a:cubicBezTo>
                  <a:cubicBezTo>
                    <a:pt x="4010" y="268"/>
                    <a:pt x="4088" y="346"/>
                    <a:pt x="4183" y="346"/>
                  </a:cubicBezTo>
                  <a:cubicBezTo>
                    <a:pt x="4277" y="346"/>
                    <a:pt x="4354" y="271"/>
                    <a:pt x="4356" y="178"/>
                  </a:cubicBezTo>
                  <a:lnTo>
                    <a:pt x="4356" y="173"/>
                  </a:lnTo>
                  <a:cubicBezTo>
                    <a:pt x="4356" y="76"/>
                    <a:pt x="4278" y="0"/>
                    <a:pt x="4183" y="0"/>
                  </a:cubicBezTo>
                  <a:close/>
                  <a:moveTo>
                    <a:pt x="5214" y="0"/>
                  </a:moveTo>
                  <a:cubicBezTo>
                    <a:pt x="5118" y="0"/>
                    <a:pt x="5041" y="78"/>
                    <a:pt x="5041" y="173"/>
                  </a:cubicBezTo>
                  <a:cubicBezTo>
                    <a:pt x="5041" y="268"/>
                    <a:pt x="5118" y="346"/>
                    <a:pt x="5214" y="346"/>
                  </a:cubicBezTo>
                  <a:lnTo>
                    <a:pt x="5215" y="346"/>
                  </a:lnTo>
                  <a:cubicBezTo>
                    <a:pt x="5309" y="346"/>
                    <a:pt x="5386" y="268"/>
                    <a:pt x="5386" y="175"/>
                  </a:cubicBezTo>
                  <a:lnTo>
                    <a:pt x="5386" y="173"/>
                  </a:lnTo>
                  <a:cubicBezTo>
                    <a:pt x="5386" y="76"/>
                    <a:pt x="5309" y="0"/>
                    <a:pt x="5214" y="0"/>
                  </a:cubicBezTo>
                  <a:close/>
                  <a:moveTo>
                    <a:pt x="5729" y="0"/>
                  </a:moveTo>
                  <a:cubicBezTo>
                    <a:pt x="5633" y="0"/>
                    <a:pt x="5556" y="78"/>
                    <a:pt x="5556" y="173"/>
                  </a:cubicBezTo>
                  <a:cubicBezTo>
                    <a:pt x="5556" y="268"/>
                    <a:pt x="5633" y="346"/>
                    <a:pt x="5729" y="346"/>
                  </a:cubicBezTo>
                  <a:cubicBezTo>
                    <a:pt x="5824" y="346"/>
                    <a:pt x="5901" y="271"/>
                    <a:pt x="5901" y="178"/>
                  </a:cubicBezTo>
                  <a:lnTo>
                    <a:pt x="5901" y="173"/>
                  </a:lnTo>
                  <a:cubicBezTo>
                    <a:pt x="5901" y="76"/>
                    <a:pt x="5824" y="0"/>
                    <a:pt x="5729" y="0"/>
                  </a:cubicBezTo>
                  <a:close/>
                  <a:moveTo>
                    <a:pt x="6244" y="0"/>
                  </a:moveTo>
                  <a:cubicBezTo>
                    <a:pt x="6149" y="0"/>
                    <a:pt x="6071" y="78"/>
                    <a:pt x="6071" y="173"/>
                  </a:cubicBezTo>
                  <a:cubicBezTo>
                    <a:pt x="6071" y="268"/>
                    <a:pt x="6149" y="346"/>
                    <a:pt x="6244" y="346"/>
                  </a:cubicBezTo>
                  <a:lnTo>
                    <a:pt x="6245" y="346"/>
                  </a:lnTo>
                  <a:cubicBezTo>
                    <a:pt x="6339" y="346"/>
                    <a:pt x="6417" y="268"/>
                    <a:pt x="6417" y="175"/>
                  </a:cubicBezTo>
                  <a:lnTo>
                    <a:pt x="6417" y="173"/>
                  </a:lnTo>
                  <a:cubicBezTo>
                    <a:pt x="6417" y="76"/>
                    <a:pt x="6339" y="0"/>
                    <a:pt x="6244" y="0"/>
                  </a:cubicBezTo>
                  <a:close/>
                  <a:moveTo>
                    <a:pt x="148" y="712"/>
                  </a:moveTo>
                  <a:cubicBezTo>
                    <a:pt x="66" y="722"/>
                    <a:pt x="8" y="797"/>
                    <a:pt x="19" y="879"/>
                  </a:cubicBezTo>
                  <a:cubicBezTo>
                    <a:pt x="26" y="946"/>
                    <a:pt x="80" y="1001"/>
                    <a:pt x="148" y="1008"/>
                  </a:cubicBezTo>
                  <a:lnTo>
                    <a:pt x="750" y="1008"/>
                  </a:lnTo>
                  <a:cubicBezTo>
                    <a:pt x="832" y="1008"/>
                    <a:pt x="899" y="941"/>
                    <a:pt x="899" y="859"/>
                  </a:cubicBezTo>
                  <a:cubicBezTo>
                    <a:pt x="899" y="778"/>
                    <a:pt x="832" y="712"/>
                    <a:pt x="750" y="712"/>
                  </a:cubicBezTo>
                  <a:close/>
                  <a:moveTo>
                    <a:pt x="1402" y="711"/>
                  </a:moveTo>
                  <a:cubicBezTo>
                    <a:pt x="1328" y="711"/>
                    <a:pt x="1264" y="766"/>
                    <a:pt x="1256" y="842"/>
                  </a:cubicBezTo>
                  <a:cubicBezTo>
                    <a:pt x="1246" y="923"/>
                    <a:pt x="1304" y="998"/>
                    <a:pt x="1385" y="1008"/>
                  </a:cubicBezTo>
                  <a:cubicBezTo>
                    <a:pt x="1391" y="1009"/>
                    <a:pt x="1397" y="1009"/>
                    <a:pt x="1403" y="1009"/>
                  </a:cubicBezTo>
                  <a:cubicBezTo>
                    <a:pt x="1409" y="1009"/>
                    <a:pt x="1415" y="1009"/>
                    <a:pt x="1421" y="1008"/>
                  </a:cubicBezTo>
                  <a:lnTo>
                    <a:pt x="2998" y="1008"/>
                  </a:lnTo>
                  <a:cubicBezTo>
                    <a:pt x="3080" y="1008"/>
                    <a:pt x="3147" y="941"/>
                    <a:pt x="3147" y="858"/>
                  </a:cubicBezTo>
                  <a:cubicBezTo>
                    <a:pt x="3147" y="778"/>
                    <a:pt x="3081" y="712"/>
                    <a:pt x="2999" y="712"/>
                  </a:cubicBezTo>
                  <a:lnTo>
                    <a:pt x="1421" y="712"/>
                  </a:lnTo>
                  <a:cubicBezTo>
                    <a:pt x="1415" y="711"/>
                    <a:pt x="1408" y="711"/>
                    <a:pt x="1402" y="711"/>
                  </a:cubicBezTo>
                  <a:close/>
                  <a:moveTo>
                    <a:pt x="148" y="1398"/>
                  </a:moveTo>
                  <a:cubicBezTo>
                    <a:pt x="66" y="1409"/>
                    <a:pt x="8" y="1483"/>
                    <a:pt x="19" y="1565"/>
                  </a:cubicBezTo>
                  <a:cubicBezTo>
                    <a:pt x="26" y="1634"/>
                    <a:pt x="80" y="1687"/>
                    <a:pt x="148" y="1695"/>
                  </a:cubicBezTo>
                  <a:lnTo>
                    <a:pt x="750" y="1695"/>
                  </a:lnTo>
                  <a:cubicBezTo>
                    <a:pt x="832" y="1695"/>
                    <a:pt x="899" y="1629"/>
                    <a:pt x="899" y="1549"/>
                  </a:cubicBezTo>
                  <a:cubicBezTo>
                    <a:pt x="899" y="1465"/>
                    <a:pt x="832" y="1398"/>
                    <a:pt x="750" y="1398"/>
                  </a:cubicBezTo>
                  <a:close/>
                  <a:moveTo>
                    <a:pt x="1402" y="1397"/>
                  </a:moveTo>
                  <a:cubicBezTo>
                    <a:pt x="1328" y="1397"/>
                    <a:pt x="1264" y="1453"/>
                    <a:pt x="1256" y="1528"/>
                  </a:cubicBezTo>
                  <a:cubicBezTo>
                    <a:pt x="1246" y="1610"/>
                    <a:pt x="1304" y="1684"/>
                    <a:pt x="1385" y="1695"/>
                  </a:cubicBezTo>
                  <a:cubicBezTo>
                    <a:pt x="1391" y="1696"/>
                    <a:pt x="1397" y="1696"/>
                    <a:pt x="1403" y="1696"/>
                  </a:cubicBezTo>
                  <a:cubicBezTo>
                    <a:pt x="1409" y="1696"/>
                    <a:pt x="1415" y="1696"/>
                    <a:pt x="1421" y="1695"/>
                  </a:cubicBezTo>
                  <a:lnTo>
                    <a:pt x="2998" y="1695"/>
                  </a:lnTo>
                  <a:cubicBezTo>
                    <a:pt x="2999" y="1695"/>
                    <a:pt x="3000" y="1695"/>
                    <a:pt x="3001" y="1695"/>
                  </a:cubicBezTo>
                  <a:cubicBezTo>
                    <a:pt x="3080" y="1695"/>
                    <a:pt x="3145" y="1630"/>
                    <a:pt x="3147" y="1550"/>
                  </a:cubicBezTo>
                  <a:lnTo>
                    <a:pt x="3147" y="1547"/>
                  </a:lnTo>
                  <a:cubicBezTo>
                    <a:pt x="3147" y="1465"/>
                    <a:pt x="3080" y="1398"/>
                    <a:pt x="2998" y="1398"/>
                  </a:cubicBezTo>
                  <a:lnTo>
                    <a:pt x="1421" y="1398"/>
                  </a:lnTo>
                  <a:cubicBezTo>
                    <a:pt x="1415" y="1398"/>
                    <a:pt x="1408" y="1397"/>
                    <a:pt x="1402" y="1397"/>
                  </a:cubicBezTo>
                  <a:close/>
                  <a:moveTo>
                    <a:pt x="3667" y="1373"/>
                  </a:moveTo>
                  <a:cubicBezTo>
                    <a:pt x="3573" y="1373"/>
                    <a:pt x="3495" y="1449"/>
                    <a:pt x="3494" y="1544"/>
                  </a:cubicBezTo>
                  <a:cubicBezTo>
                    <a:pt x="3494" y="1640"/>
                    <a:pt x="3570" y="1717"/>
                    <a:pt x="3665" y="1719"/>
                  </a:cubicBezTo>
                  <a:lnTo>
                    <a:pt x="3670" y="1719"/>
                  </a:lnTo>
                  <a:cubicBezTo>
                    <a:pt x="3763" y="1719"/>
                    <a:pt x="3839" y="1643"/>
                    <a:pt x="3839" y="1547"/>
                  </a:cubicBezTo>
                  <a:cubicBezTo>
                    <a:pt x="3841" y="1452"/>
                    <a:pt x="3765" y="1375"/>
                    <a:pt x="3670" y="1373"/>
                  </a:cubicBezTo>
                  <a:cubicBezTo>
                    <a:pt x="3669" y="1373"/>
                    <a:pt x="3668" y="1373"/>
                    <a:pt x="3667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2" y="1449"/>
                    <a:pt x="4010" y="1544"/>
                  </a:cubicBezTo>
                  <a:cubicBezTo>
                    <a:pt x="4009" y="1640"/>
                    <a:pt x="4085" y="1717"/>
                    <a:pt x="4182" y="1719"/>
                  </a:cubicBezTo>
                  <a:lnTo>
                    <a:pt x="4183" y="1719"/>
                  </a:lnTo>
                  <a:cubicBezTo>
                    <a:pt x="4277" y="1719"/>
                    <a:pt x="4354" y="1643"/>
                    <a:pt x="4356" y="1547"/>
                  </a:cubicBezTo>
                  <a:cubicBezTo>
                    <a:pt x="4357" y="1452"/>
                    <a:pt x="4281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5212" y="1373"/>
                  </a:moveTo>
                  <a:cubicBezTo>
                    <a:pt x="5118" y="1373"/>
                    <a:pt x="5041" y="1449"/>
                    <a:pt x="5041" y="1544"/>
                  </a:cubicBezTo>
                  <a:cubicBezTo>
                    <a:pt x="5039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6" y="1643"/>
                    <a:pt x="5386" y="1547"/>
                  </a:cubicBezTo>
                  <a:cubicBezTo>
                    <a:pt x="5386" y="1452"/>
                    <a:pt x="5310" y="1375"/>
                    <a:pt x="5215" y="1373"/>
                  </a:cubicBezTo>
                  <a:cubicBezTo>
                    <a:pt x="5214" y="1373"/>
                    <a:pt x="5213" y="1373"/>
                    <a:pt x="5212" y="1373"/>
                  </a:cubicBezTo>
                  <a:close/>
                  <a:moveTo>
                    <a:pt x="5729" y="1373"/>
                  </a:moveTo>
                  <a:cubicBezTo>
                    <a:pt x="5635" y="1373"/>
                    <a:pt x="5557" y="1449"/>
                    <a:pt x="5556" y="1544"/>
                  </a:cubicBezTo>
                  <a:cubicBezTo>
                    <a:pt x="5556" y="1640"/>
                    <a:pt x="5632" y="1717"/>
                    <a:pt x="5727" y="1719"/>
                  </a:cubicBezTo>
                  <a:lnTo>
                    <a:pt x="5729" y="1719"/>
                  </a:lnTo>
                  <a:cubicBezTo>
                    <a:pt x="5824" y="1719"/>
                    <a:pt x="5901" y="1643"/>
                    <a:pt x="5901" y="1547"/>
                  </a:cubicBezTo>
                  <a:cubicBezTo>
                    <a:pt x="5903" y="1452"/>
                    <a:pt x="5827" y="1375"/>
                    <a:pt x="5732" y="1373"/>
                  </a:cubicBezTo>
                  <a:cubicBezTo>
                    <a:pt x="5731" y="1373"/>
                    <a:pt x="5730" y="1373"/>
                    <a:pt x="5729" y="1373"/>
                  </a:cubicBezTo>
                  <a:close/>
                  <a:moveTo>
                    <a:pt x="6243" y="1373"/>
                  </a:moveTo>
                  <a:cubicBezTo>
                    <a:pt x="6149" y="1373"/>
                    <a:pt x="6071" y="1449"/>
                    <a:pt x="6070" y="1544"/>
                  </a:cubicBezTo>
                  <a:cubicBezTo>
                    <a:pt x="6070" y="1640"/>
                    <a:pt x="6146" y="1717"/>
                    <a:pt x="6241" y="1719"/>
                  </a:cubicBezTo>
                  <a:lnTo>
                    <a:pt x="6245" y="1719"/>
                  </a:lnTo>
                  <a:cubicBezTo>
                    <a:pt x="6339" y="1719"/>
                    <a:pt x="6417" y="1643"/>
                    <a:pt x="6417" y="1547"/>
                  </a:cubicBezTo>
                  <a:lnTo>
                    <a:pt x="6415" y="1547"/>
                  </a:lnTo>
                  <a:cubicBezTo>
                    <a:pt x="6417" y="1452"/>
                    <a:pt x="6341" y="1375"/>
                    <a:pt x="6245" y="1373"/>
                  </a:cubicBezTo>
                  <a:cubicBezTo>
                    <a:pt x="6244" y="1373"/>
                    <a:pt x="6244" y="1373"/>
                    <a:pt x="6243" y="1373"/>
                  </a:cubicBezTo>
                  <a:close/>
                  <a:moveTo>
                    <a:pt x="4700" y="1375"/>
                  </a:moveTo>
                  <a:cubicBezTo>
                    <a:pt x="4605" y="1375"/>
                    <a:pt x="4527" y="1452"/>
                    <a:pt x="4527" y="1547"/>
                  </a:cubicBezTo>
                  <a:cubicBezTo>
                    <a:pt x="4527" y="1643"/>
                    <a:pt x="4605" y="1720"/>
                    <a:pt x="4700" y="1720"/>
                  </a:cubicBezTo>
                  <a:cubicBezTo>
                    <a:pt x="4795" y="1720"/>
                    <a:pt x="4873" y="1643"/>
                    <a:pt x="4873" y="1547"/>
                  </a:cubicBezTo>
                  <a:cubicBezTo>
                    <a:pt x="4873" y="1452"/>
                    <a:pt x="4795" y="1375"/>
                    <a:pt x="4700" y="1375"/>
                  </a:cubicBezTo>
                  <a:close/>
                  <a:moveTo>
                    <a:pt x="1403" y="2084"/>
                  </a:moveTo>
                  <a:cubicBezTo>
                    <a:pt x="1328" y="2084"/>
                    <a:pt x="1264" y="2140"/>
                    <a:pt x="1256" y="2216"/>
                  </a:cubicBezTo>
                  <a:cubicBezTo>
                    <a:pt x="1246" y="2298"/>
                    <a:pt x="1304" y="2372"/>
                    <a:pt x="1385" y="2381"/>
                  </a:cubicBezTo>
                  <a:cubicBezTo>
                    <a:pt x="1391" y="2382"/>
                    <a:pt x="1397" y="2382"/>
                    <a:pt x="1403" y="2382"/>
                  </a:cubicBezTo>
                  <a:cubicBezTo>
                    <a:pt x="1409" y="2382"/>
                    <a:pt x="1415" y="2382"/>
                    <a:pt x="1421" y="2381"/>
                  </a:cubicBezTo>
                  <a:lnTo>
                    <a:pt x="2998" y="2381"/>
                  </a:lnTo>
                  <a:cubicBezTo>
                    <a:pt x="2999" y="2381"/>
                    <a:pt x="3000" y="2381"/>
                    <a:pt x="3001" y="2381"/>
                  </a:cubicBezTo>
                  <a:cubicBezTo>
                    <a:pt x="3080" y="2381"/>
                    <a:pt x="3145" y="2316"/>
                    <a:pt x="3147" y="2237"/>
                  </a:cubicBezTo>
                  <a:lnTo>
                    <a:pt x="3147" y="2234"/>
                  </a:lnTo>
                  <a:cubicBezTo>
                    <a:pt x="3147" y="2152"/>
                    <a:pt x="3080" y="2085"/>
                    <a:pt x="2998" y="2085"/>
                  </a:cubicBezTo>
                  <a:lnTo>
                    <a:pt x="1421" y="2085"/>
                  </a:lnTo>
                  <a:cubicBezTo>
                    <a:pt x="1415" y="2084"/>
                    <a:pt x="1409" y="2084"/>
                    <a:pt x="1403" y="2084"/>
                  </a:cubicBezTo>
                  <a:close/>
                  <a:moveTo>
                    <a:pt x="148" y="2085"/>
                  </a:moveTo>
                  <a:cubicBezTo>
                    <a:pt x="66" y="2095"/>
                    <a:pt x="8" y="2170"/>
                    <a:pt x="19" y="2252"/>
                  </a:cubicBezTo>
                  <a:cubicBezTo>
                    <a:pt x="26" y="2320"/>
                    <a:pt x="80" y="2374"/>
                    <a:pt x="148" y="2383"/>
                  </a:cubicBezTo>
                  <a:lnTo>
                    <a:pt x="750" y="2383"/>
                  </a:lnTo>
                  <a:cubicBezTo>
                    <a:pt x="832" y="2383"/>
                    <a:pt x="899" y="2317"/>
                    <a:pt x="899" y="2235"/>
                  </a:cubicBezTo>
                  <a:cubicBezTo>
                    <a:pt x="899" y="2152"/>
                    <a:pt x="832" y="2085"/>
                    <a:pt x="750" y="2085"/>
                  </a:cubicBezTo>
                  <a:close/>
                  <a:moveTo>
                    <a:pt x="1405" y="2770"/>
                  </a:moveTo>
                  <a:cubicBezTo>
                    <a:pt x="1329" y="2770"/>
                    <a:pt x="1264" y="2826"/>
                    <a:pt x="1256" y="2902"/>
                  </a:cubicBezTo>
                  <a:cubicBezTo>
                    <a:pt x="1246" y="2984"/>
                    <a:pt x="1304" y="3059"/>
                    <a:pt x="1385" y="3068"/>
                  </a:cubicBezTo>
                  <a:cubicBezTo>
                    <a:pt x="1391" y="3068"/>
                    <a:pt x="1397" y="3069"/>
                    <a:pt x="1403" y="3069"/>
                  </a:cubicBezTo>
                  <a:cubicBezTo>
                    <a:pt x="1409" y="3069"/>
                    <a:pt x="1415" y="3068"/>
                    <a:pt x="1421" y="3068"/>
                  </a:cubicBezTo>
                  <a:lnTo>
                    <a:pt x="2998" y="3068"/>
                  </a:lnTo>
                  <a:cubicBezTo>
                    <a:pt x="2999" y="3068"/>
                    <a:pt x="3000" y="3068"/>
                    <a:pt x="3001" y="3068"/>
                  </a:cubicBezTo>
                  <a:cubicBezTo>
                    <a:pt x="3080" y="3068"/>
                    <a:pt x="3145" y="3004"/>
                    <a:pt x="3147" y="2923"/>
                  </a:cubicBezTo>
                  <a:lnTo>
                    <a:pt x="3147" y="2922"/>
                  </a:lnTo>
                  <a:cubicBezTo>
                    <a:pt x="3147" y="2838"/>
                    <a:pt x="3080" y="2771"/>
                    <a:pt x="2998" y="2771"/>
                  </a:cubicBezTo>
                  <a:lnTo>
                    <a:pt x="1421" y="2771"/>
                  </a:lnTo>
                  <a:cubicBezTo>
                    <a:pt x="1416" y="2771"/>
                    <a:pt x="1410" y="2770"/>
                    <a:pt x="1405" y="2770"/>
                  </a:cubicBezTo>
                  <a:close/>
                  <a:moveTo>
                    <a:pt x="148" y="2773"/>
                  </a:moveTo>
                  <a:cubicBezTo>
                    <a:pt x="66" y="2782"/>
                    <a:pt x="8" y="2856"/>
                    <a:pt x="19" y="2938"/>
                  </a:cubicBezTo>
                  <a:cubicBezTo>
                    <a:pt x="26" y="3007"/>
                    <a:pt x="80" y="3060"/>
                    <a:pt x="148" y="3069"/>
                  </a:cubicBezTo>
                  <a:lnTo>
                    <a:pt x="750" y="3069"/>
                  </a:lnTo>
                  <a:cubicBezTo>
                    <a:pt x="832" y="3069"/>
                    <a:pt x="899" y="3004"/>
                    <a:pt x="899" y="2922"/>
                  </a:cubicBezTo>
                  <a:cubicBezTo>
                    <a:pt x="899" y="2838"/>
                    <a:pt x="832" y="2773"/>
                    <a:pt x="750" y="2773"/>
                  </a:cubicBezTo>
                  <a:close/>
                  <a:moveTo>
                    <a:pt x="5428" y="3347"/>
                  </a:moveTo>
                  <a:cubicBezTo>
                    <a:pt x="5334" y="3347"/>
                    <a:pt x="5257" y="3424"/>
                    <a:pt x="5255" y="3519"/>
                  </a:cubicBezTo>
                  <a:cubicBezTo>
                    <a:pt x="5255" y="3614"/>
                    <a:pt x="5331" y="3691"/>
                    <a:pt x="5426" y="3693"/>
                  </a:cubicBezTo>
                  <a:lnTo>
                    <a:pt x="5428" y="3693"/>
                  </a:lnTo>
                  <a:cubicBezTo>
                    <a:pt x="5523" y="3693"/>
                    <a:pt x="5601" y="3617"/>
                    <a:pt x="5601" y="3523"/>
                  </a:cubicBezTo>
                  <a:cubicBezTo>
                    <a:pt x="5602" y="3426"/>
                    <a:pt x="5526" y="3349"/>
                    <a:pt x="5431" y="3347"/>
                  </a:cubicBezTo>
                  <a:cubicBezTo>
                    <a:pt x="5430" y="3347"/>
                    <a:pt x="5429" y="3347"/>
                    <a:pt x="5428" y="3347"/>
                  </a:cubicBezTo>
                  <a:close/>
                  <a:moveTo>
                    <a:pt x="5942" y="3347"/>
                  </a:moveTo>
                  <a:cubicBezTo>
                    <a:pt x="5848" y="3347"/>
                    <a:pt x="5770" y="3424"/>
                    <a:pt x="5769" y="3519"/>
                  </a:cubicBezTo>
                  <a:cubicBezTo>
                    <a:pt x="5769" y="3614"/>
                    <a:pt x="5845" y="3691"/>
                    <a:pt x="5940" y="3693"/>
                  </a:cubicBezTo>
                  <a:lnTo>
                    <a:pt x="5945" y="3693"/>
                  </a:lnTo>
                  <a:cubicBezTo>
                    <a:pt x="6038" y="3693"/>
                    <a:pt x="6116" y="3617"/>
                    <a:pt x="6116" y="3523"/>
                  </a:cubicBezTo>
                  <a:lnTo>
                    <a:pt x="6114" y="3523"/>
                  </a:lnTo>
                  <a:cubicBezTo>
                    <a:pt x="6116" y="3426"/>
                    <a:pt x="6040" y="3349"/>
                    <a:pt x="5945" y="3347"/>
                  </a:cubicBezTo>
                  <a:cubicBezTo>
                    <a:pt x="5944" y="3347"/>
                    <a:pt x="5943" y="3347"/>
                    <a:pt x="5942" y="3347"/>
                  </a:cubicBezTo>
                  <a:close/>
                  <a:moveTo>
                    <a:pt x="6457" y="3347"/>
                  </a:moveTo>
                  <a:cubicBezTo>
                    <a:pt x="6363" y="3347"/>
                    <a:pt x="6287" y="3424"/>
                    <a:pt x="6286" y="3519"/>
                  </a:cubicBezTo>
                  <a:cubicBezTo>
                    <a:pt x="6284" y="3614"/>
                    <a:pt x="6361" y="3691"/>
                    <a:pt x="6457" y="3693"/>
                  </a:cubicBezTo>
                  <a:lnTo>
                    <a:pt x="6458" y="3693"/>
                  </a:lnTo>
                  <a:cubicBezTo>
                    <a:pt x="6554" y="3693"/>
                    <a:pt x="6630" y="3617"/>
                    <a:pt x="6631" y="3523"/>
                  </a:cubicBezTo>
                  <a:cubicBezTo>
                    <a:pt x="6632" y="3426"/>
                    <a:pt x="6557" y="3349"/>
                    <a:pt x="6460" y="3347"/>
                  </a:cubicBezTo>
                  <a:cubicBezTo>
                    <a:pt x="6459" y="3347"/>
                    <a:pt x="6458" y="3347"/>
                    <a:pt x="6457" y="3347"/>
                  </a:cubicBezTo>
                  <a:close/>
                  <a:moveTo>
                    <a:pt x="6972" y="3347"/>
                  </a:moveTo>
                  <a:cubicBezTo>
                    <a:pt x="6877" y="3347"/>
                    <a:pt x="6801" y="3424"/>
                    <a:pt x="6799" y="3519"/>
                  </a:cubicBezTo>
                  <a:cubicBezTo>
                    <a:pt x="6798" y="3614"/>
                    <a:pt x="6875" y="3691"/>
                    <a:pt x="6970" y="3693"/>
                  </a:cubicBezTo>
                  <a:lnTo>
                    <a:pt x="6975" y="3693"/>
                  </a:lnTo>
                  <a:cubicBezTo>
                    <a:pt x="7069" y="3693"/>
                    <a:pt x="7145" y="3617"/>
                    <a:pt x="7145" y="3523"/>
                  </a:cubicBezTo>
                  <a:cubicBezTo>
                    <a:pt x="7146" y="3426"/>
                    <a:pt x="7070" y="3349"/>
                    <a:pt x="6975" y="3347"/>
                  </a:cubicBezTo>
                  <a:cubicBezTo>
                    <a:pt x="6974" y="3347"/>
                    <a:pt x="6973" y="3347"/>
                    <a:pt x="6972" y="3347"/>
                  </a:cubicBezTo>
                  <a:close/>
                  <a:moveTo>
                    <a:pt x="7487" y="3347"/>
                  </a:moveTo>
                  <a:cubicBezTo>
                    <a:pt x="7393" y="3347"/>
                    <a:pt x="7317" y="3424"/>
                    <a:pt x="7316" y="3519"/>
                  </a:cubicBezTo>
                  <a:cubicBezTo>
                    <a:pt x="7314" y="3614"/>
                    <a:pt x="7390" y="3691"/>
                    <a:pt x="7486" y="3693"/>
                  </a:cubicBezTo>
                  <a:lnTo>
                    <a:pt x="7489" y="3693"/>
                  </a:lnTo>
                  <a:cubicBezTo>
                    <a:pt x="7582" y="3693"/>
                    <a:pt x="7660" y="3617"/>
                    <a:pt x="7661" y="3523"/>
                  </a:cubicBezTo>
                  <a:cubicBezTo>
                    <a:pt x="7663" y="3426"/>
                    <a:pt x="7585" y="3349"/>
                    <a:pt x="7490" y="3347"/>
                  </a:cubicBezTo>
                  <a:cubicBezTo>
                    <a:pt x="7489" y="3347"/>
                    <a:pt x="7488" y="3347"/>
                    <a:pt x="7487" y="3347"/>
                  </a:cubicBezTo>
                  <a:close/>
                  <a:moveTo>
                    <a:pt x="8004" y="3347"/>
                  </a:moveTo>
                  <a:cubicBezTo>
                    <a:pt x="7910" y="3347"/>
                    <a:pt x="7833" y="3424"/>
                    <a:pt x="7831" y="3519"/>
                  </a:cubicBezTo>
                  <a:cubicBezTo>
                    <a:pt x="7831" y="3614"/>
                    <a:pt x="7907" y="3691"/>
                    <a:pt x="8002" y="3693"/>
                  </a:cubicBezTo>
                  <a:lnTo>
                    <a:pt x="8004" y="3693"/>
                  </a:lnTo>
                  <a:cubicBezTo>
                    <a:pt x="8098" y="3691"/>
                    <a:pt x="8174" y="3617"/>
                    <a:pt x="8175" y="3523"/>
                  </a:cubicBezTo>
                  <a:lnTo>
                    <a:pt x="8176" y="3523"/>
                  </a:lnTo>
                  <a:cubicBezTo>
                    <a:pt x="8178" y="3426"/>
                    <a:pt x="8102" y="3349"/>
                    <a:pt x="8007" y="3347"/>
                  </a:cubicBezTo>
                  <a:cubicBezTo>
                    <a:pt x="8006" y="3347"/>
                    <a:pt x="8005" y="3347"/>
                    <a:pt x="8004" y="3347"/>
                  </a:cubicBezTo>
                  <a:close/>
                  <a:moveTo>
                    <a:pt x="148" y="3459"/>
                  </a:moveTo>
                  <a:cubicBezTo>
                    <a:pt x="66" y="3468"/>
                    <a:pt x="8" y="3543"/>
                    <a:pt x="19" y="3624"/>
                  </a:cubicBezTo>
                  <a:cubicBezTo>
                    <a:pt x="26" y="3693"/>
                    <a:pt x="80" y="3747"/>
                    <a:pt x="148" y="3755"/>
                  </a:cubicBezTo>
                  <a:lnTo>
                    <a:pt x="750" y="3755"/>
                  </a:lnTo>
                  <a:cubicBezTo>
                    <a:pt x="832" y="3755"/>
                    <a:pt x="899" y="3690"/>
                    <a:pt x="899" y="3608"/>
                  </a:cubicBezTo>
                  <a:cubicBezTo>
                    <a:pt x="899" y="3526"/>
                    <a:pt x="832" y="3459"/>
                    <a:pt x="750" y="3459"/>
                  </a:cubicBezTo>
                  <a:close/>
                  <a:moveTo>
                    <a:pt x="3309" y="3459"/>
                  </a:moveTo>
                  <a:cubicBezTo>
                    <a:pt x="3227" y="3468"/>
                    <a:pt x="3169" y="3543"/>
                    <a:pt x="3178" y="3624"/>
                  </a:cubicBezTo>
                  <a:cubicBezTo>
                    <a:pt x="3187" y="3693"/>
                    <a:pt x="3241" y="3747"/>
                    <a:pt x="3309" y="3755"/>
                  </a:cubicBezTo>
                  <a:lnTo>
                    <a:pt x="4887" y="3755"/>
                  </a:lnTo>
                  <a:cubicBezTo>
                    <a:pt x="4969" y="3755"/>
                    <a:pt x="5035" y="3690"/>
                    <a:pt x="5036" y="3608"/>
                  </a:cubicBezTo>
                  <a:cubicBezTo>
                    <a:pt x="5036" y="3525"/>
                    <a:pt x="4969" y="3459"/>
                    <a:pt x="4887" y="3459"/>
                  </a:cubicBezTo>
                  <a:close/>
                  <a:moveTo>
                    <a:pt x="148" y="4146"/>
                  </a:moveTo>
                  <a:cubicBezTo>
                    <a:pt x="66" y="4154"/>
                    <a:pt x="8" y="4229"/>
                    <a:pt x="19" y="4311"/>
                  </a:cubicBezTo>
                  <a:cubicBezTo>
                    <a:pt x="26" y="4379"/>
                    <a:pt x="80" y="4433"/>
                    <a:pt x="148" y="4442"/>
                  </a:cubicBezTo>
                  <a:lnTo>
                    <a:pt x="750" y="4442"/>
                  </a:lnTo>
                  <a:cubicBezTo>
                    <a:pt x="832" y="4442"/>
                    <a:pt x="899" y="4376"/>
                    <a:pt x="899" y="4294"/>
                  </a:cubicBezTo>
                  <a:cubicBezTo>
                    <a:pt x="899" y="4213"/>
                    <a:pt x="832" y="4146"/>
                    <a:pt x="750" y="4146"/>
                  </a:cubicBezTo>
                  <a:close/>
                  <a:moveTo>
                    <a:pt x="3309" y="4146"/>
                  </a:moveTo>
                  <a:cubicBezTo>
                    <a:pt x="3227" y="4154"/>
                    <a:pt x="3169" y="4229"/>
                    <a:pt x="3178" y="4311"/>
                  </a:cubicBezTo>
                  <a:cubicBezTo>
                    <a:pt x="3187" y="4379"/>
                    <a:pt x="3241" y="4433"/>
                    <a:pt x="3309" y="4442"/>
                  </a:cubicBezTo>
                  <a:lnTo>
                    <a:pt x="4887" y="4442"/>
                  </a:lnTo>
                  <a:cubicBezTo>
                    <a:pt x="4969" y="4442"/>
                    <a:pt x="5035" y="4376"/>
                    <a:pt x="5036" y="4294"/>
                  </a:cubicBezTo>
                  <a:cubicBezTo>
                    <a:pt x="5036" y="4213"/>
                    <a:pt x="4969" y="4146"/>
                    <a:pt x="4887" y="4146"/>
                  </a:cubicBezTo>
                  <a:close/>
                  <a:moveTo>
                    <a:pt x="5428" y="4763"/>
                  </a:moveTo>
                  <a:cubicBezTo>
                    <a:pt x="5334" y="4763"/>
                    <a:pt x="5257" y="4840"/>
                    <a:pt x="5255" y="4935"/>
                  </a:cubicBezTo>
                  <a:cubicBezTo>
                    <a:pt x="5255" y="5030"/>
                    <a:pt x="5331" y="5107"/>
                    <a:pt x="5426" y="5109"/>
                  </a:cubicBezTo>
                  <a:lnTo>
                    <a:pt x="5428" y="5109"/>
                  </a:lnTo>
                  <a:cubicBezTo>
                    <a:pt x="5523" y="5109"/>
                    <a:pt x="5601" y="5033"/>
                    <a:pt x="5601" y="4939"/>
                  </a:cubicBezTo>
                  <a:cubicBezTo>
                    <a:pt x="5602" y="4842"/>
                    <a:pt x="5526" y="4765"/>
                    <a:pt x="5431" y="4763"/>
                  </a:cubicBezTo>
                  <a:cubicBezTo>
                    <a:pt x="5430" y="4763"/>
                    <a:pt x="5429" y="4763"/>
                    <a:pt x="5428" y="4763"/>
                  </a:cubicBezTo>
                  <a:close/>
                  <a:moveTo>
                    <a:pt x="5942" y="4763"/>
                  </a:moveTo>
                  <a:cubicBezTo>
                    <a:pt x="5848" y="4763"/>
                    <a:pt x="5770" y="4840"/>
                    <a:pt x="5769" y="4935"/>
                  </a:cubicBezTo>
                  <a:cubicBezTo>
                    <a:pt x="5769" y="5030"/>
                    <a:pt x="5845" y="5107"/>
                    <a:pt x="5940" y="5109"/>
                  </a:cubicBezTo>
                  <a:lnTo>
                    <a:pt x="5945" y="5109"/>
                  </a:lnTo>
                  <a:cubicBezTo>
                    <a:pt x="6038" y="5109"/>
                    <a:pt x="6116" y="5033"/>
                    <a:pt x="6116" y="4939"/>
                  </a:cubicBezTo>
                  <a:lnTo>
                    <a:pt x="6114" y="4939"/>
                  </a:lnTo>
                  <a:cubicBezTo>
                    <a:pt x="6116" y="4842"/>
                    <a:pt x="6040" y="4765"/>
                    <a:pt x="5945" y="4763"/>
                  </a:cubicBezTo>
                  <a:cubicBezTo>
                    <a:pt x="5944" y="4763"/>
                    <a:pt x="5943" y="4763"/>
                    <a:pt x="5942" y="4763"/>
                  </a:cubicBezTo>
                  <a:close/>
                  <a:moveTo>
                    <a:pt x="6457" y="4763"/>
                  </a:moveTo>
                  <a:cubicBezTo>
                    <a:pt x="6363" y="4763"/>
                    <a:pt x="6287" y="4840"/>
                    <a:pt x="6286" y="4935"/>
                  </a:cubicBezTo>
                  <a:cubicBezTo>
                    <a:pt x="6284" y="5030"/>
                    <a:pt x="6361" y="5107"/>
                    <a:pt x="6457" y="5109"/>
                  </a:cubicBezTo>
                  <a:lnTo>
                    <a:pt x="6458" y="5109"/>
                  </a:lnTo>
                  <a:cubicBezTo>
                    <a:pt x="6554" y="5109"/>
                    <a:pt x="6630" y="5033"/>
                    <a:pt x="6631" y="4939"/>
                  </a:cubicBezTo>
                  <a:cubicBezTo>
                    <a:pt x="6632" y="4842"/>
                    <a:pt x="6557" y="4765"/>
                    <a:pt x="6460" y="4763"/>
                  </a:cubicBezTo>
                  <a:cubicBezTo>
                    <a:pt x="6459" y="4763"/>
                    <a:pt x="6458" y="4763"/>
                    <a:pt x="6457" y="4763"/>
                  </a:cubicBezTo>
                  <a:close/>
                  <a:moveTo>
                    <a:pt x="6972" y="4763"/>
                  </a:moveTo>
                  <a:cubicBezTo>
                    <a:pt x="6877" y="4763"/>
                    <a:pt x="6801" y="4840"/>
                    <a:pt x="6799" y="4935"/>
                  </a:cubicBezTo>
                  <a:cubicBezTo>
                    <a:pt x="6798" y="5030"/>
                    <a:pt x="6875" y="5107"/>
                    <a:pt x="6970" y="5109"/>
                  </a:cubicBezTo>
                  <a:lnTo>
                    <a:pt x="6975" y="5109"/>
                  </a:lnTo>
                  <a:cubicBezTo>
                    <a:pt x="7069" y="5109"/>
                    <a:pt x="7145" y="5033"/>
                    <a:pt x="7145" y="4939"/>
                  </a:cubicBezTo>
                  <a:cubicBezTo>
                    <a:pt x="7146" y="4842"/>
                    <a:pt x="7070" y="4765"/>
                    <a:pt x="6975" y="4763"/>
                  </a:cubicBezTo>
                  <a:cubicBezTo>
                    <a:pt x="6974" y="4763"/>
                    <a:pt x="6973" y="4763"/>
                    <a:pt x="6972" y="4763"/>
                  </a:cubicBezTo>
                  <a:close/>
                  <a:moveTo>
                    <a:pt x="7487" y="4763"/>
                  </a:moveTo>
                  <a:cubicBezTo>
                    <a:pt x="7393" y="4763"/>
                    <a:pt x="7317" y="4840"/>
                    <a:pt x="7316" y="4935"/>
                  </a:cubicBezTo>
                  <a:cubicBezTo>
                    <a:pt x="7314" y="5030"/>
                    <a:pt x="7390" y="5107"/>
                    <a:pt x="7486" y="5109"/>
                  </a:cubicBezTo>
                  <a:lnTo>
                    <a:pt x="7489" y="5109"/>
                  </a:lnTo>
                  <a:cubicBezTo>
                    <a:pt x="7582" y="5109"/>
                    <a:pt x="7660" y="5033"/>
                    <a:pt x="7661" y="4939"/>
                  </a:cubicBezTo>
                  <a:cubicBezTo>
                    <a:pt x="7663" y="4842"/>
                    <a:pt x="7585" y="4765"/>
                    <a:pt x="7490" y="4763"/>
                  </a:cubicBezTo>
                  <a:cubicBezTo>
                    <a:pt x="7489" y="4763"/>
                    <a:pt x="7488" y="4763"/>
                    <a:pt x="7487" y="4763"/>
                  </a:cubicBezTo>
                  <a:close/>
                  <a:moveTo>
                    <a:pt x="8004" y="4763"/>
                  </a:moveTo>
                  <a:cubicBezTo>
                    <a:pt x="7910" y="4763"/>
                    <a:pt x="7833" y="4840"/>
                    <a:pt x="7831" y="4935"/>
                  </a:cubicBezTo>
                  <a:cubicBezTo>
                    <a:pt x="7831" y="5030"/>
                    <a:pt x="7907" y="5107"/>
                    <a:pt x="8002" y="5109"/>
                  </a:cubicBezTo>
                  <a:lnTo>
                    <a:pt x="8004" y="5109"/>
                  </a:lnTo>
                  <a:cubicBezTo>
                    <a:pt x="8098" y="5107"/>
                    <a:pt x="8174" y="5033"/>
                    <a:pt x="8175" y="4939"/>
                  </a:cubicBezTo>
                  <a:lnTo>
                    <a:pt x="8176" y="4939"/>
                  </a:lnTo>
                  <a:cubicBezTo>
                    <a:pt x="8178" y="4842"/>
                    <a:pt x="8102" y="4765"/>
                    <a:pt x="8007" y="4763"/>
                  </a:cubicBezTo>
                  <a:cubicBezTo>
                    <a:pt x="8006" y="4763"/>
                    <a:pt x="8005" y="4763"/>
                    <a:pt x="8004" y="4763"/>
                  </a:cubicBezTo>
                  <a:close/>
                  <a:moveTo>
                    <a:pt x="148" y="4832"/>
                  </a:moveTo>
                  <a:cubicBezTo>
                    <a:pt x="66" y="4833"/>
                    <a:pt x="1" y="4899"/>
                    <a:pt x="1" y="4981"/>
                  </a:cubicBezTo>
                  <a:cubicBezTo>
                    <a:pt x="1" y="5063"/>
                    <a:pt x="68" y="5128"/>
                    <a:pt x="148" y="5128"/>
                  </a:cubicBezTo>
                  <a:lnTo>
                    <a:pt x="750" y="5128"/>
                  </a:lnTo>
                  <a:cubicBezTo>
                    <a:pt x="832" y="5128"/>
                    <a:pt x="899" y="5063"/>
                    <a:pt x="899" y="4981"/>
                  </a:cubicBezTo>
                  <a:cubicBezTo>
                    <a:pt x="899" y="4899"/>
                    <a:pt x="832" y="4833"/>
                    <a:pt x="750" y="4832"/>
                  </a:cubicBezTo>
                  <a:close/>
                  <a:moveTo>
                    <a:pt x="3309" y="4832"/>
                  </a:moveTo>
                  <a:cubicBezTo>
                    <a:pt x="3227" y="4833"/>
                    <a:pt x="3162" y="4900"/>
                    <a:pt x="3162" y="4981"/>
                  </a:cubicBezTo>
                  <a:cubicBezTo>
                    <a:pt x="3162" y="5063"/>
                    <a:pt x="3227" y="5128"/>
                    <a:pt x="3309" y="5128"/>
                  </a:cubicBezTo>
                  <a:lnTo>
                    <a:pt x="4887" y="5128"/>
                  </a:lnTo>
                  <a:cubicBezTo>
                    <a:pt x="4969" y="5128"/>
                    <a:pt x="5035" y="5063"/>
                    <a:pt x="5036" y="4981"/>
                  </a:cubicBezTo>
                  <a:cubicBezTo>
                    <a:pt x="5035" y="4899"/>
                    <a:pt x="4969" y="4833"/>
                    <a:pt x="4887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0">
              <a:extLst>
                <a:ext uri="{FF2B5EF4-FFF2-40B4-BE49-F238E27FC236}">
                  <a16:creationId xmlns:a16="http://schemas.microsoft.com/office/drawing/2014/main" id="{44B360AC-58A0-29ED-1274-EE3EDA3C966D}"/>
                </a:ext>
              </a:extLst>
            </p:cNvPr>
            <p:cNvSpPr/>
            <p:nvPr/>
          </p:nvSpPr>
          <p:spPr>
            <a:xfrm>
              <a:off x="4554750" y="4803800"/>
              <a:ext cx="204425" cy="128275"/>
            </a:xfrm>
            <a:custGeom>
              <a:avLst/>
              <a:gdLst/>
              <a:ahLst/>
              <a:cxnLst/>
              <a:rect l="l" t="t" r="r" b="b"/>
              <a:pathLst>
                <a:path w="8177" h="5131" extrusionOk="0">
                  <a:moveTo>
                    <a:pt x="1421" y="25"/>
                  </a:moveTo>
                  <a:cubicBezTo>
                    <a:pt x="1339" y="25"/>
                    <a:pt x="1272" y="92"/>
                    <a:pt x="1272" y="176"/>
                  </a:cubicBezTo>
                  <a:cubicBezTo>
                    <a:pt x="1272" y="256"/>
                    <a:pt x="1338" y="322"/>
                    <a:pt x="1420" y="322"/>
                  </a:cubicBezTo>
                  <a:lnTo>
                    <a:pt x="2998" y="322"/>
                  </a:lnTo>
                  <a:cubicBezTo>
                    <a:pt x="2999" y="322"/>
                    <a:pt x="3000" y="322"/>
                    <a:pt x="3001" y="322"/>
                  </a:cubicBezTo>
                  <a:cubicBezTo>
                    <a:pt x="3080" y="322"/>
                    <a:pt x="3145" y="258"/>
                    <a:pt x="3147" y="177"/>
                  </a:cubicBezTo>
                  <a:lnTo>
                    <a:pt x="3147" y="176"/>
                  </a:lnTo>
                  <a:cubicBezTo>
                    <a:pt x="3147" y="92"/>
                    <a:pt x="3080" y="25"/>
                    <a:pt x="2998" y="25"/>
                  </a:cubicBezTo>
                  <a:close/>
                  <a:moveTo>
                    <a:pt x="148" y="27"/>
                  </a:moveTo>
                  <a:cubicBezTo>
                    <a:pt x="66" y="27"/>
                    <a:pt x="1" y="94"/>
                    <a:pt x="1" y="176"/>
                  </a:cubicBezTo>
                  <a:cubicBezTo>
                    <a:pt x="1" y="256"/>
                    <a:pt x="68" y="323"/>
                    <a:pt x="148" y="323"/>
                  </a:cubicBezTo>
                  <a:lnTo>
                    <a:pt x="750" y="323"/>
                  </a:lnTo>
                  <a:cubicBezTo>
                    <a:pt x="832" y="323"/>
                    <a:pt x="899" y="258"/>
                    <a:pt x="899" y="176"/>
                  </a:cubicBezTo>
                  <a:cubicBezTo>
                    <a:pt x="899" y="94"/>
                    <a:pt x="832" y="27"/>
                    <a:pt x="750" y="27"/>
                  </a:cubicBezTo>
                  <a:close/>
                  <a:moveTo>
                    <a:pt x="3667" y="0"/>
                  </a:moveTo>
                  <a:cubicBezTo>
                    <a:pt x="3573" y="0"/>
                    <a:pt x="3495" y="75"/>
                    <a:pt x="3494" y="171"/>
                  </a:cubicBezTo>
                  <a:cubicBezTo>
                    <a:pt x="3494" y="267"/>
                    <a:pt x="3570" y="344"/>
                    <a:pt x="3665" y="345"/>
                  </a:cubicBezTo>
                  <a:lnTo>
                    <a:pt x="3670" y="345"/>
                  </a:lnTo>
                  <a:cubicBezTo>
                    <a:pt x="3763" y="345"/>
                    <a:pt x="3841" y="270"/>
                    <a:pt x="3841" y="174"/>
                  </a:cubicBezTo>
                  <a:lnTo>
                    <a:pt x="3839" y="174"/>
                  </a:lnTo>
                  <a:cubicBezTo>
                    <a:pt x="3841" y="79"/>
                    <a:pt x="3765" y="2"/>
                    <a:pt x="3670" y="0"/>
                  </a:cubicBezTo>
                  <a:cubicBezTo>
                    <a:pt x="3669" y="0"/>
                    <a:pt x="3668" y="0"/>
                    <a:pt x="3667" y="0"/>
                  </a:cubicBezTo>
                  <a:close/>
                  <a:moveTo>
                    <a:pt x="4182" y="0"/>
                  </a:moveTo>
                  <a:cubicBezTo>
                    <a:pt x="4088" y="0"/>
                    <a:pt x="4012" y="75"/>
                    <a:pt x="4010" y="171"/>
                  </a:cubicBezTo>
                  <a:cubicBezTo>
                    <a:pt x="4009" y="267"/>
                    <a:pt x="4086" y="344"/>
                    <a:pt x="4182" y="345"/>
                  </a:cubicBezTo>
                  <a:lnTo>
                    <a:pt x="4183" y="345"/>
                  </a:lnTo>
                  <a:cubicBezTo>
                    <a:pt x="4278" y="345"/>
                    <a:pt x="4354" y="270"/>
                    <a:pt x="4356" y="174"/>
                  </a:cubicBezTo>
                  <a:cubicBezTo>
                    <a:pt x="4357" y="79"/>
                    <a:pt x="4281" y="2"/>
                    <a:pt x="4185" y="0"/>
                  </a:cubicBezTo>
                  <a:cubicBezTo>
                    <a:pt x="4184" y="0"/>
                    <a:pt x="4183" y="0"/>
                    <a:pt x="4182" y="0"/>
                  </a:cubicBezTo>
                  <a:close/>
                  <a:moveTo>
                    <a:pt x="5212" y="0"/>
                  </a:moveTo>
                  <a:cubicBezTo>
                    <a:pt x="5118" y="0"/>
                    <a:pt x="5042" y="75"/>
                    <a:pt x="5041" y="171"/>
                  </a:cubicBezTo>
                  <a:cubicBezTo>
                    <a:pt x="5039" y="267"/>
                    <a:pt x="5115" y="344"/>
                    <a:pt x="5211" y="345"/>
                  </a:cubicBezTo>
                  <a:lnTo>
                    <a:pt x="5215" y="345"/>
                  </a:lnTo>
                  <a:cubicBezTo>
                    <a:pt x="5310" y="345"/>
                    <a:pt x="5386" y="270"/>
                    <a:pt x="5386" y="174"/>
                  </a:cubicBezTo>
                  <a:cubicBezTo>
                    <a:pt x="5388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5729" y="0"/>
                  </a:moveTo>
                  <a:cubicBezTo>
                    <a:pt x="5635" y="0"/>
                    <a:pt x="5557" y="75"/>
                    <a:pt x="5556" y="171"/>
                  </a:cubicBezTo>
                  <a:cubicBezTo>
                    <a:pt x="5556" y="267"/>
                    <a:pt x="5632" y="344"/>
                    <a:pt x="5727" y="345"/>
                  </a:cubicBezTo>
                  <a:lnTo>
                    <a:pt x="5729" y="345"/>
                  </a:lnTo>
                  <a:cubicBezTo>
                    <a:pt x="5824" y="345"/>
                    <a:pt x="5901" y="270"/>
                    <a:pt x="5901" y="174"/>
                  </a:cubicBezTo>
                  <a:cubicBezTo>
                    <a:pt x="5903" y="79"/>
                    <a:pt x="5827" y="2"/>
                    <a:pt x="5732" y="0"/>
                  </a:cubicBezTo>
                  <a:cubicBezTo>
                    <a:pt x="5731" y="0"/>
                    <a:pt x="5730" y="0"/>
                    <a:pt x="5729" y="0"/>
                  </a:cubicBezTo>
                  <a:close/>
                  <a:moveTo>
                    <a:pt x="6243" y="0"/>
                  </a:moveTo>
                  <a:cubicBezTo>
                    <a:pt x="6149" y="0"/>
                    <a:pt x="6071" y="75"/>
                    <a:pt x="6071" y="171"/>
                  </a:cubicBezTo>
                  <a:cubicBezTo>
                    <a:pt x="6070" y="267"/>
                    <a:pt x="6146" y="344"/>
                    <a:pt x="6241" y="345"/>
                  </a:cubicBezTo>
                  <a:lnTo>
                    <a:pt x="6245" y="345"/>
                  </a:lnTo>
                  <a:cubicBezTo>
                    <a:pt x="6339" y="345"/>
                    <a:pt x="6417" y="270"/>
                    <a:pt x="6417" y="174"/>
                  </a:cubicBezTo>
                  <a:cubicBezTo>
                    <a:pt x="6417" y="79"/>
                    <a:pt x="6341" y="2"/>
                    <a:pt x="6245" y="0"/>
                  </a:cubicBezTo>
                  <a:cubicBezTo>
                    <a:pt x="6244" y="0"/>
                    <a:pt x="6244" y="0"/>
                    <a:pt x="6243" y="0"/>
                  </a:cubicBezTo>
                  <a:close/>
                  <a:moveTo>
                    <a:pt x="4700" y="2"/>
                  </a:moveTo>
                  <a:cubicBezTo>
                    <a:pt x="4605" y="2"/>
                    <a:pt x="4527" y="79"/>
                    <a:pt x="4527" y="174"/>
                  </a:cubicBezTo>
                  <a:cubicBezTo>
                    <a:pt x="4527" y="270"/>
                    <a:pt x="4605" y="347"/>
                    <a:pt x="4700" y="347"/>
                  </a:cubicBezTo>
                  <a:cubicBezTo>
                    <a:pt x="4795" y="347"/>
                    <a:pt x="4873" y="270"/>
                    <a:pt x="4873" y="174"/>
                  </a:cubicBezTo>
                  <a:cubicBezTo>
                    <a:pt x="4873" y="79"/>
                    <a:pt x="4795" y="2"/>
                    <a:pt x="4700" y="2"/>
                  </a:cubicBezTo>
                  <a:close/>
                  <a:moveTo>
                    <a:pt x="148" y="715"/>
                  </a:moveTo>
                  <a:cubicBezTo>
                    <a:pt x="68" y="715"/>
                    <a:pt x="1" y="782"/>
                    <a:pt x="1" y="862"/>
                  </a:cubicBezTo>
                  <a:cubicBezTo>
                    <a:pt x="1" y="944"/>
                    <a:pt x="66" y="1011"/>
                    <a:pt x="148" y="1011"/>
                  </a:cubicBezTo>
                  <a:lnTo>
                    <a:pt x="750" y="1011"/>
                  </a:lnTo>
                  <a:cubicBezTo>
                    <a:pt x="832" y="1011"/>
                    <a:pt x="899" y="944"/>
                    <a:pt x="899" y="862"/>
                  </a:cubicBezTo>
                  <a:cubicBezTo>
                    <a:pt x="899" y="780"/>
                    <a:pt x="832" y="715"/>
                    <a:pt x="750" y="715"/>
                  </a:cubicBezTo>
                  <a:close/>
                  <a:moveTo>
                    <a:pt x="1418" y="715"/>
                  </a:moveTo>
                  <a:cubicBezTo>
                    <a:pt x="1338" y="715"/>
                    <a:pt x="1274" y="780"/>
                    <a:pt x="1272" y="859"/>
                  </a:cubicBezTo>
                  <a:lnTo>
                    <a:pt x="1272" y="862"/>
                  </a:lnTo>
                  <a:cubicBezTo>
                    <a:pt x="1272" y="944"/>
                    <a:pt x="1339" y="1011"/>
                    <a:pt x="1421" y="1011"/>
                  </a:cubicBezTo>
                  <a:lnTo>
                    <a:pt x="2998" y="1011"/>
                  </a:lnTo>
                  <a:cubicBezTo>
                    <a:pt x="3080" y="1011"/>
                    <a:pt x="3147" y="944"/>
                    <a:pt x="3147" y="862"/>
                  </a:cubicBezTo>
                  <a:cubicBezTo>
                    <a:pt x="3147" y="780"/>
                    <a:pt x="3081" y="715"/>
                    <a:pt x="2999" y="715"/>
                  </a:cubicBezTo>
                  <a:lnTo>
                    <a:pt x="1421" y="715"/>
                  </a:lnTo>
                  <a:cubicBezTo>
                    <a:pt x="1420" y="715"/>
                    <a:pt x="1419" y="715"/>
                    <a:pt x="1418" y="715"/>
                  </a:cubicBezTo>
                  <a:close/>
                  <a:moveTo>
                    <a:pt x="148" y="1401"/>
                  </a:moveTo>
                  <a:cubicBezTo>
                    <a:pt x="66" y="1412"/>
                    <a:pt x="8" y="1486"/>
                    <a:pt x="19" y="1568"/>
                  </a:cubicBezTo>
                  <a:cubicBezTo>
                    <a:pt x="26" y="1636"/>
                    <a:pt x="80" y="1690"/>
                    <a:pt x="148" y="1697"/>
                  </a:cubicBezTo>
                  <a:lnTo>
                    <a:pt x="750" y="1697"/>
                  </a:lnTo>
                  <a:cubicBezTo>
                    <a:pt x="832" y="1697"/>
                    <a:pt x="899" y="1632"/>
                    <a:pt x="899" y="1549"/>
                  </a:cubicBezTo>
                  <a:cubicBezTo>
                    <a:pt x="899" y="1468"/>
                    <a:pt x="832" y="1401"/>
                    <a:pt x="750" y="1401"/>
                  </a:cubicBezTo>
                  <a:close/>
                  <a:moveTo>
                    <a:pt x="1403" y="1400"/>
                  </a:moveTo>
                  <a:cubicBezTo>
                    <a:pt x="1328" y="1400"/>
                    <a:pt x="1264" y="1457"/>
                    <a:pt x="1256" y="1532"/>
                  </a:cubicBezTo>
                  <a:cubicBezTo>
                    <a:pt x="1246" y="1614"/>
                    <a:pt x="1304" y="1689"/>
                    <a:pt x="1385" y="1697"/>
                  </a:cubicBezTo>
                  <a:cubicBezTo>
                    <a:pt x="1391" y="1698"/>
                    <a:pt x="1397" y="1699"/>
                    <a:pt x="1403" y="1699"/>
                  </a:cubicBezTo>
                  <a:cubicBezTo>
                    <a:pt x="1409" y="1699"/>
                    <a:pt x="1415" y="1698"/>
                    <a:pt x="1421" y="1697"/>
                  </a:cubicBezTo>
                  <a:lnTo>
                    <a:pt x="2998" y="1697"/>
                  </a:lnTo>
                  <a:cubicBezTo>
                    <a:pt x="3080" y="1697"/>
                    <a:pt x="3147" y="1630"/>
                    <a:pt x="3147" y="1549"/>
                  </a:cubicBezTo>
                  <a:cubicBezTo>
                    <a:pt x="3147" y="1467"/>
                    <a:pt x="3081" y="1401"/>
                    <a:pt x="2999" y="1401"/>
                  </a:cubicBezTo>
                  <a:lnTo>
                    <a:pt x="1421" y="1401"/>
                  </a:lnTo>
                  <a:cubicBezTo>
                    <a:pt x="1415" y="1400"/>
                    <a:pt x="1409" y="1400"/>
                    <a:pt x="1403" y="1400"/>
                  </a:cubicBezTo>
                  <a:close/>
                  <a:moveTo>
                    <a:pt x="3667" y="1376"/>
                  </a:moveTo>
                  <a:cubicBezTo>
                    <a:pt x="3571" y="1376"/>
                    <a:pt x="3494" y="1453"/>
                    <a:pt x="3494" y="1549"/>
                  </a:cubicBezTo>
                  <a:cubicBezTo>
                    <a:pt x="3494" y="1644"/>
                    <a:pt x="3571" y="1721"/>
                    <a:pt x="3667" y="1721"/>
                  </a:cubicBezTo>
                  <a:lnTo>
                    <a:pt x="3670" y="1721"/>
                  </a:lnTo>
                  <a:cubicBezTo>
                    <a:pt x="3763" y="1721"/>
                    <a:pt x="3839" y="1644"/>
                    <a:pt x="3839" y="1550"/>
                  </a:cubicBezTo>
                  <a:lnTo>
                    <a:pt x="3839" y="1549"/>
                  </a:lnTo>
                  <a:cubicBezTo>
                    <a:pt x="3839" y="1453"/>
                    <a:pt x="3762" y="1376"/>
                    <a:pt x="3667" y="1376"/>
                  </a:cubicBezTo>
                  <a:close/>
                  <a:moveTo>
                    <a:pt x="4183" y="1376"/>
                  </a:moveTo>
                  <a:cubicBezTo>
                    <a:pt x="4088" y="1376"/>
                    <a:pt x="4010" y="1453"/>
                    <a:pt x="4010" y="1549"/>
                  </a:cubicBezTo>
                  <a:cubicBezTo>
                    <a:pt x="4010" y="1644"/>
                    <a:pt x="4088" y="1721"/>
                    <a:pt x="4183" y="1721"/>
                  </a:cubicBezTo>
                  <a:cubicBezTo>
                    <a:pt x="4277" y="1721"/>
                    <a:pt x="4354" y="1647"/>
                    <a:pt x="4356" y="1553"/>
                  </a:cubicBezTo>
                  <a:lnTo>
                    <a:pt x="4356" y="1549"/>
                  </a:lnTo>
                  <a:cubicBezTo>
                    <a:pt x="4356" y="1453"/>
                    <a:pt x="4278" y="1376"/>
                    <a:pt x="4183" y="1376"/>
                  </a:cubicBezTo>
                  <a:close/>
                  <a:moveTo>
                    <a:pt x="4700" y="1377"/>
                  </a:moveTo>
                  <a:cubicBezTo>
                    <a:pt x="4605" y="1388"/>
                    <a:pt x="4536" y="1474"/>
                    <a:pt x="4546" y="1568"/>
                  </a:cubicBezTo>
                  <a:cubicBezTo>
                    <a:pt x="4555" y="1648"/>
                    <a:pt x="4619" y="1712"/>
                    <a:pt x="4700" y="1721"/>
                  </a:cubicBezTo>
                  <a:cubicBezTo>
                    <a:pt x="4795" y="1721"/>
                    <a:pt x="4873" y="1644"/>
                    <a:pt x="4873" y="1549"/>
                  </a:cubicBezTo>
                  <a:cubicBezTo>
                    <a:pt x="4871" y="1453"/>
                    <a:pt x="4794" y="1377"/>
                    <a:pt x="4700" y="1377"/>
                  </a:cubicBezTo>
                  <a:close/>
                  <a:moveTo>
                    <a:pt x="5214" y="1376"/>
                  </a:moveTo>
                  <a:cubicBezTo>
                    <a:pt x="5118" y="1376"/>
                    <a:pt x="5041" y="1453"/>
                    <a:pt x="5041" y="1549"/>
                  </a:cubicBezTo>
                  <a:cubicBezTo>
                    <a:pt x="5041" y="1644"/>
                    <a:pt x="5118" y="1721"/>
                    <a:pt x="5214" y="1721"/>
                  </a:cubicBezTo>
                  <a:lnTo>
                    <a:pt x="5215" y="1721"/>
                  </a:lnTo>
                  <a:cubicBezTo>
                    <a:pt x="5309" y="1721"/>
                    <a:pt x="5386" y="1644"/>
                    <a:pt x="5386" y="1550"/>
                  </a:cubicBezTo>
                  <a:lnTo>
                    <a:pt x="5386" y="1549"/>
                  </a:lnTo>
                  <a:cubicBezTo>
                    <a:pt x="5386" y="1453"/>
                    <a:pt x="5309" y="1376"/>
                    <a:pt x="5214" y="1376"/>
                  </a:cubicBezTo>
                  <a:close/>
                  <a:moveTo>
                    <a:pt x="5729" y="1376"/>
                  </a:moveTo>
                  <a:cubicBezTo>
                    <a:pt x="5633" y="1376"/>
                    <a:pt x="5556" y="1453"/>
                    <a:pt x="5556" y="1549"/>
                  </a:cubicBezTo>
                  <a:cubicBezTo>
                    <a:pt x="5556" y="1644"/>
                    <a:pt x="5633" y="1721"/>
                    <a:pt x="5729" y="1721"/>
                  </a:cubicBezTo>
                  <a:cubicBezTo>
                    <a:pt x="5824" y="1721"/>
                    <a:pt x="5901" y="1647"/>
                    <a:pt x="5901" y="1553"/>
                  </a:cubicBezTo>
                  <a:lnTo>
                    <a:pt x="5901" y="1549"/>
                  </a:lnTo>
                  <a:cubicBezTo>
                    <a:pt x="5901" y="1453"/>
                    <a:pt x="5824" y="1376"/>
                    <a:pt x="5729" y="1376"/>
                  </a:cubicBezTo>
                  <a:close/>
                  <a:moveTo>
                    <a:pt x="6242" y="1376"/>
                  </a:moveTo>
                  <a:cubicBezTo>
                    <a:pt x="6147" y="1376"/>
                    <a:pt x="6070" y="1453"/>
                    <a:pt x="6070" y="1549"/>
                  </a:cubicBezTo>
                  <a:cubicBezTo>
                    <a:pt x="6070" y="1644"/>
                    <a:pt x="6147" y="1721"/>
                    <a:pt x="6242" y="1721"/>
                  </a:cubicBezTo>
                  <a:lnTo>
                    <a:pt x="6245" y="1721"/>
                  </a:lnTo>
                  <a:cubicBezTo>
                    <a:pt x="6339" y="1721"/>
                    <a:pt x="6415" y="1644"/>
                    <a:pt x="6415" y="1550"/>
                  </a:cubicBezTo>
                  <a:lnTo>
                    <a:pt x="6415" y="1549"/>
                  </a:lnTo>
                  <a:cubicBezTo>
                    <a:pt x="6415" y="1453"/>
                    <a:pt x="6338" y="1376"/>
                    <a:pt x="6242" y="1376"/>
                  </a:cubicBezTo>
                  <a:close/>
                  <a:moveTo>
                    <a:pt x="1405" y="2087"/>
                  </a:moveTo>
                  <a:cubicBezTo>
                    <a:pt x="1329" y="2087"/>
                    <a:pt x="1264" y="2142"/>
                    <a:pt x="1256" y="2219"/>
                  </a:cubicBezTo>
                  <a:cubicBezTo>
                    <a:pt x="1246" y="2300"/>
                    <a:pt x="1304" y="2375"/>
                    <a:pt x="1385" y="2384"/>
                  </a:cubicBezTo>
                  <a:cubicBezTo>
                    <a:pt x="1391" y="2385"/>
                    <a:pt x="1397" y="2385"/>
                    <a:pt x="1403" y="2385"/>
                  </a:cubicBezTo>
                  <a:cubicBezTo>
                    <a:pt x="1409" y="2385"/>
                    <a:pt x="1415" y="2385"/>
                    <a:pt x="1421" y="2384"/>
                  </a:cubicBezTo>
                  <a:lnTo>
                    <a:pt x="2998" y="2384"/>
                  </a:lnTo>
                  <a:cubicBezTo>
                    <a:pt x="3080" y="2384"/>
                    <a:pt x="3147" y="2317"/>
                    <a:pt x="3147" y="2235"/>
                  </a:cubicBezTo>
                  <a:cubicBezTo>
                    <a:pt x="3147" y="2153"/>
                    <a:pt x="3081" y="2088"/>
                    <a:pt x="2999" y="2088"/>
                  </a:cubicBezTo>
                  <a:lnTo>
                    <a:pt x="1421" y="2088"/>
                  </a:lnTo>
                  <a:cubicBezTo>
                    <a:pt x="1416" y="2087"/>
                    <a:pt x="1410" y="2087"/>
                    <a:pt x="1405" y="2087"/>
                  </a:cubicBezTo>
                  <a:close/>
                  <a:moveTo>
                    <a:pt x="148" y="2088"/>
                  </a:moveTo>
                  <a:cubicBezTo>
                    <a:pt x="66" y="2098"/>
                    <a:pt x="8" y="2172"/>
                    <a:pt x="19" y="2254"/>
                  </a:cubicBezTo>
                  <a:cubicBezTo>
                    <a:pt x="26" y="2323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2" y="2385"/>
                    <a:pt x="899" y="2318"/>
                    <a:pt x="899" y="2235"/>
                  </a:cubicBezTo>
                  <a:cubicBezTo>
                    <a:pt x="899" y="2155"/>
                    <a:pt x="832" y="2088"/>
                    <a:pt x="750" y="2088"/>
                  </a:cubicBezTo>
                  <a:close/>
                  <a:moveTo>
                    <a:pt x="1405" y="2773"/>
                  </a:moveTo>
                  <a:cubicBezTo>
                    <a:pt x="1329" y="2773"/>
                    <a:pt x="1264" y="2829"/>
                    <a:pt x="1256" y="2905"/>
                  </a:cubicBezTo>
                  <a:cubicBezTo>
                    <a:pt x="1246" y="2987"/>
                    <a:pt x="1304" y="3061"/>
                    <a:pt x="1385" y="3070"/>
                  </a:cubicBezTo>
                  <a:cubicBezTo>
                    <a:pt x="1391" y="3071"/>
                    <a:pt x="1397" y="3071"/>
                    <a:pt x="1403" y="3071"/>
                  </a:cubicBezTo>
                  <a:cubicBezTo>
                    <a:pt x="1409" y="3071"/>
                    <a:pt x="1415" y="3071"/>
                    <a:pt x="1421" y="3070"/>
                  </a:cubicBezTo>
                  <a:lnTo>
                    <a:pt x="2998" y="3070"/>
                  </a:lnTo>
                  <a:cubicBezTo>
                    <a:pt x="3080" y="3070"/>
                    <a:pt x="3147" y="3005"/>
                    <a:pt x="3147" y="2921"/>
                  </a:cubicBezTo>
                  <a:cubicBezTo>
                    <a:pt x="3147" y="2841"/>
                    <a:pt x="3081" y="2774"/>
                    <a:pt x="2999" y="2774"/>
                  </a:cubicBezTo>
                  <a:lnTo>
                    <a:pt x="1421" y="2774"/>
                  </a:lnTo>
                  <a:cubicBezTo>
                    <a:pt x="1416" y="2773"/>
                    <a:pt x="1410" y="2773"/>
                    <a:pt x="1405" y="2773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9"/>
                    <a:pt x="19" y="2941"/>
                  </a:cubicBezTo>
                  <a:cubicBezTo>
                    <a:pt x="26" y="3009"/>
                    <a:pt x="80" y="3063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1"/>
                  </a:cubicBezTo>
                  <a:cubicBezTo>
                    <a:pt x="899" y="2841"/>
                    <a:pt x="832" y="2775"/>
                    <a:pt x="750" y="2775"/>
                  </a:cubicBezTo>
                  <a:close/>
                  <a:moveTo>
                    <a:pt x="5942" y="3350"/>
                  </a:moveTo>
                  <a:cubicBezTo>
                    <a:pt x="5846" y="3350"/>
                    <a:pt x="5769" y="3428"/>
                    <a:pt x="5769" y="3523"/>
                  </a:cubicBezTo>
                  <a:cubicBezTo>
                    <a:pt x="5769" y="3618"/>
                    <a:pt x="5846" y="3696"/>
                    <a:pt x="5942" y="3696"/>
                  </a:cubicBezTo>
                  <a:lnTo>
                    <a:pt x="5945" y="3696"/>
                  </a:lnTo>
                  <a:cubicBezTo>
                    <a:pt x="6038" y="3696"/>
                    <a:pt x="6114" y="3620"/>
                    <a:pt x="6114" y="3524"/>
                  </a:cubicBezTo>
                  <a:lnTo>
                    <a:pt x="6114" y="3523"/>
                  </a:lnTo>
                  <a:cubicBezTo>
                    <a:pt x="6114" y="3428"/>
                    <a:pt x="6037" y="3350"/>
                    <a:pt x="5942" y="3350"/>
                  </a:cubicBezTo>
                  <a:close/>
                  <a:moveTo>
                    <a:pt x="6972" y="3350"/>
                  </a:moveTo>
                  <a:cubicBezTo>
                    <a:pt x="6877" y="3350"/>
                    <a:pt x="6799" y="3428"/>
                    <a:pt x="6799" y="3523"/>
                  </a:cubicBezTo>
                  <a:cubicBezTo>
                    <a:pt x="6799" y="3618"/>
                    <a:pt x="6877" y="3696"/>
                    <a:pt x="6972" y="3696"/>
                  </a:cubicBezTo>
                  <a:lnTo>
                    <a:pt x="6975" y="3696"/>
                  </a:lnTo>
                  <a:cubicBezTo>
                    <a:pt x="7069" y="3696"/>
                    <a:pt x="7145" y="3620"/>
                    <a:pt x="7145" y="3524"/>
                  </a:cubicBezTo>
                  <a:lnTo>
                    <a:pt x="7145" y="3523"/>
                  </a:lnTo>
                  <a:cubicBezTo>
                    <a:pt x="7145" y="3428"/>
                    <a:pt x="7067" y="3350"/>
                    <a:pt x="6972" y="3350"/>
                  </a:cubicBezTo>
                  <a:close/>
                  <a:moveTo>
                    <a:pt x="8004" y="3350"/>
                  </a:moveTo>
                  <a:cubicBezTo>
                    <a:pt x="7908" y="3350"/>
                    <a:pt x="7831" y="3428"/>
                    <a:pt x="7831" y="3523"/>
                  </a:cubicBezTo>
                  <a:cubicBezTo>
                    <a:pt x="7831" y="3618"/>
                    <a:pt x="7908" y="3696"/>
                    <a:pt x="8004" y="3696"/>
                  </a:cubicBezTo>
                  <a:cubicBezTo>
                    <a:pt x="8099" y="3696"/>
                    <a:pt x="8175" y="3620"/>
                    <a:pt x="8175" y="3524"/>
                  </a:cubicBezTo>
                  <a:lnTo>
                    <a:pt x="8175" y="3523"/>
                  </a:lnTo>
                  <a:lnTo>
                    <a:pt x="8176" y="3523"/>
                  </a:lnTo>
                  <a:cubicBezTo>
                    <a:pt x="8176" y="3428"/>
                    <a:pt x="8099" y="3350"/>
                    <a:pt x="8004" y="3350"/>
                  </a:cubicBezTo>
                  <a:close/>
                  <a:moveTo>
                    <a:pt x="5428" y="3350"/>
                  </a:moveTo>
                  <a:cubicBezTo>
                    <a:pt x="5333" y="3350"/>
                    <a:pt x="5255" y="3428"/>
                    <a:pt x="5255" y="3523"/>
                  </a:cubicBezTo>
                  <a:cubicBezTo>
                    <a:pt x="5255" y="3618"/>
                    <a:pt x="5333" y="3696"/>
                    <a:pt x="5428" y="3696"/>
                  </a:cubicBezTo>
                  <a:cubicBezTo>
                    <a:pt x="5429" y="3696"/>
                    <a:pt x="5430" y="3696"/>
                    <a:pt x="5431" y="3696"/>
                  </a:cubicBezTo>
                  <a:cubicBezTo>
                    <a:pt x="5525" y="3696"/>
                    <a:pt x="5601" y="3620"/>
                    <a:pt x="5601" y="3527"/>
                  </a:cubicBezTo>
                  <a:lnTo>
                    <a:pt x="5601" y="3523"/>
                  </a:lnTo>
                  <a:cubicBezTo>
                    <a:pt x="5601" y="3428"/>
                    <a:pt x="5523" y="3350"/>
                    <a:pt x="5428" y="3350"/>
                  </a:cubicBezTo>
                  <a:close/>
                  <a:moveTo>
                    <a:pt x="6458" y="3350"/>
                  </a:moveTo>
                  <a:cubicBezTo>
                    <a:pt x="6363" y="3350"/>
                    <a:pt x="6286" y="3428"/>
                    <a:pt x="6286" y="3523"/>
                  </a:cubicBezTo>
                  <a:cubicBezTo>
                    <a:pt x="6286" y="3618"/>
                    <a:pt x="6363" y="3696"/>
                    <a:pt x="6458" y="3696"/>
                  </a:cubicBezTo>
                  <a:cubicBezTo>
                    <a:pt x="6459" y="3696"/>
                    <a:pt x="6460" y="3696"/>
                    <a:pt x="6461" y="3696"/>
                  </a:cubicBezTo>
                  <a:cubicBezTo>
                    <a:pt x="6554" y="3696"/>
                    <a:pt x="6630" y="3620"/>
                    <a:pt x="6631" y="3527"/>
                  </a:cubicBezTo>
                  <a:lnTo>
                    <a:pt x="6631" y="3523"/>
                  </a:lnTo>
                  <a:cubicBezTo>
                    <a:pt x="6631" y="3428"/>
                    <a:pt x="6554" y="3350"/>
                    <a:pt x="6458" y="3350"/>
                  </a:cubicBezTo>
                  <a:close/>
                  <a:moveTo>
                    <a:pt x="7489" y="3350"/>
                  </a:moveTo>
                  <a:cubicBezTo>
                    <a:pt x="7393" y="3350"/>
                    <a:pt x="7316" y="3428"/>
                    <a:pt x="7316" y="3523"/>
                  </a:cubicBezTo>
                  <a:cubicBezTo>
                    <a:pt x="7316" y="3618"/>
                    <a:pt x="7393" y="3696"/>
                    <a:pt x="7489" y="3696"/>
                  </a:cubicBezTo>
                  <a:cubicBezTo>
                    <a:pt x="7490" y="3696"/>
                    <a:pt x="7490" y="3696"/>
                    <a:pt x="7491" y="3696"/>
                  </a:cubicBezTo>
                  <a:cubicBezTo>
                    <a:pt x="7584" y="3696"/>
                    <a:pt x="7660" y="3620"/>
                    <a:pt x="7661" y="3527"/>
                  </a:cubicBezTo>
                  <a:lnTo>
                    <a:pt x="7661" y="3523"/>
                  </a:lnTo>
                  <a:cubicBezTo>
                    <a:pt x="7661" y="3428"/>
                    <a:pt x="7584" y="3350"/>
                    <a:pt x="7489" y="3350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5"/>
                    <a:pt x="19" y="3627"/>
                  </a:cubicBezTo>
                  <a:cubicBezTo>
                    <a:pt x="26" y="3696"/>
                    <a:pt x="80" y="3749"/>
                    <a:pt x="148" y="3758"/>
                  </a:cubicBezTo>
                  <a:lnTo>
                    <a:pt x="750" y="3758"/>
                  </a:lnTo>
                  <a:cubicBezTo>
                    <a:pt x="832" y="3758"/>
                    <a:pt x="899" y="3691"/>
                    <a:pt x="899" y="3609"/>
                  </a:cubicBezTo>
                  <a:cubicBezTo>
                    <a:pt x="899" y="3527"/>
                    <a:pt x="832" y="3462"/>
                    <a:pt x="750" y="3462"/>
                  </a:cubicBezTo>
                  <a:close/>
                  <a:moveTo>
                    <a:pt x="3309" y="3460"/>
                  </a:moveTo>
                  <a:cubicBezTo>
                    <a:pt x="3227" y="3471"/>
                    <a:pt x="3169" y="3545"/>
                    <a:pt x="3178" y="3627"/>
                  </a:cubicBezTo>
                  <a:cubicBezTo>
                    <a:pt x="3187" y="3696"/>
                    <a:pt x="3241" y="3749"/>
                    <a:pt x="3309" y="3758"/>
                  </a:cubicBezTo>
                  <a:lnTo>
                    <a:pt x="4887" y="3758"/>
                  </a:lnTo>
                  <a:cubicBezTo>
                    <a:pt x="4969" y="3758"/>
                    <a:pt x="5036" y="3691"/>
                    <a:pt x="5036" y="3608"/>
                  </a:cubicBezTo>
                  <a:cubicBezTo>
                    <a:pt x="5035" y="3527"/>
                    <a:pt x="4968" y="3460"/>
                    <a:pt x="4887" y="3460"/>
                  </a:cubicBezTo>
                  <a:close/>
                  <a:moveTo>
                    <a:pt x="148" y="4148"/>
                  </a:moveTo>
                  <a:cubicBezTo>
                    <a:pt x="66" y="4157"/>
                    <a:pt x="8" y="4232"/>
                    <a:pt x="19" y="4314"/>
                  </a:cubicBezTo>
                  <a:cubicBezTo>
                    <a:pt x="26" y="4382"/>
                    <a:pt x="80" y="4436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2" y="4148"/>
                    <a:pt x="750" y="4148"/>
                  </a:cubicBezTo>
                  <a:close/>
                  <a:moveTo>
                    <a:pt x="3309" y="4148"/>
                  </a:moveTo>
                  <a:cubicBezTo>
                    <a:pt x="3227" y="4157"/>
                    <a:pt x="3169" y="4232"/>
                    <a:pt x="3178" y="4314"/>
                  </a:cubicBezTo>
                  <a:cubicBezTo>
                    <a:pt x="3187" y="4382"/>
                    <a:pt x="3241" y="4436"/>
                    <a:pt x="3309" y="4445"/>
                  </a:cubicBezTo>
                  <a:lnTo>
                    <a:pt x="4887" y="4445"/>
                  </a:lnTo>
                  <a:cubicBezTo>
                    <a:pt x="4969" y="4445"/>
                    <a:pt x="5036" y="4378"/>
                    <a:pt x="5036" y="4294"/>
                  </a:cubicBezTo>
                  <a:cubicBezTo>
                    <a:pt x="5035" y="4214"/>
                    <a:pt x="4968" y="4148"/>
                    <a:pt x="4887" y="4148"/>
                  </a:cubicBezTo>
                  <a:close/>
                  <a:moveTo>
                    <a:pt x="5942" y="4766"/>
                  </a:moveTo>
                  <a:cubicBezTo>
                    <a:pt x="5846" y="4766"/>
                    <a:pt x="5769" y="4844"/>
                    <a:pt x="5769" y="4939"/>
                  </a:cubicBezTo>
                  <a:cubicBezTo>
                    <a:pt x="5769" y="5034"/>
                    <a:pt x="5846" y="5112"/>
                    <a:pt x="5942" y="5112"/>
                  </a:cubicBezTo>
                  <a:lnTo>
                    <a:pt x="5945" y="5112"/>
                  </a:lnTo>
                  <a:cubicBezTo>
                    <a:pt x="6038" y="5112"/>
                    <a:pt x="6114" y="5036"/>
                    <a:pt x="6114" y="4940"/>
                  </a:cubicBezTo>
                  <a:lnTo>
                    <a:pt x="6114" y="4939"/>
                  </a:lnTo>
                  <a:cubicBezTo>
                    <a:pt x="6114" y="4844"/>
                    <a:pt x="6037" y="4766"/>
                    <a:pt x="5942" y="4766"/>
                  </a:cubicBezTo>
                  <a:close/>
                  <a:moveTo>
                    <a:pt x="6972" y="4766"/>
                  </a:moveTo>
                  <a:cubicBezTo>
                    <a:pt x="6877" y="4766"/>
                    <a:pt x="6799" y="4844"/>
                    <a:pt x="6799" y="4939"/>
                  </a:cubicBezTo>
                  <a:cubicBezTo>
                    <a:pt x="6799" y="5034"/>
                    <a:pt x="6877" y="5112"/>
                    <a:pt x="6972" y="5112"/>
                  </a:cubicBezTo>
                  <a:lnTo>
                    <a:pt x="6975" y="5112"/>
                  </a:lnTo>
                  <a:cubicBezTo>
                    <a:pt x="7069" y="5112"/>
                    <a:pt x="7145" y="5036"/>
                    <a:pt x="7145" y="4940"/>
                  </a:cubicBezTo>
                  <a:lnTo>
                    <a:pt x="7145" y="4939"/>
                  </a:lnTo>
                  <a:cubicBezTo>
                    <a:pt x="7145" y="4844"/>
                    <a:pt x="7067" y="4766"/>
                    <a:pt x="6972" y="4766"/>
                  </a:cubicBezTo>
                  <a:close/>
                  <a:moveTo>
                    <a:pt x="8004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4" y="5112"/>
                  </a:cubicBezTo>
                  <a:cubicBezTo>
                    <a:pt x="8099" y="5112"/>
                    <a:pt x="8175" y="5036"/>
                    <a:pt x="8175" y="4940"/>
                  </a:cubicBezTo>
                  <a:lnTo>
                    <a:pt x="8175" y="4939"/>
                  </a:lnTo>
                  <a:lnTo>
                    <a:pt x="8176" y="4939"/>
                  </a:lnTo>
                  <a:cubicBezTo>
                    <a:pt x="8176" y="4844"/>
                    <a:pt x="8099" y="4766"/>
                    <a:pt x="8004" y="4766"/>
                  </a:cubicBezTo>
                  <a:close/>
                  <a:moveTo>
                    <a:pt x="5428" y="4766"/>
                  </a:moveTo>
                  <a:cubicBezTo>
                    <a:pt x="5333" y="4766"/>
                    <a:pt x="5255" y="4844"/>
                    <a:pt x="5255" y="4939"/>
                  </a:cubicBezTo>
                  <a:cubicBezTo>
                    <a:pt x="5255" y="5034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5" y="5112"/>
                    <a:pt x="5601" y="5036"/>
                    <a:pt x="5601" y="4943"/>
                  </a:cubicBezTo>
                  <a:lnTo>
                    <a:pt x="5601" y="4939"/>
                  </a:lnTo>
                  <a:cubicBezTo>
                    <a:pt x="5601" y="4844"/>
                    <a:pt x="5523" y="4766"/>
                    <a:pt x="5428" y="4766"/>
                  </a:cubicBezTo>
                  <a:close/>
                  <a:moveTo>
                    <a:pt x="6458" y="4766"/>
                  </a:moveTo>
                  <a:cubicBezTo>
                    <a:pt x="6363" y="4766"/>
                    <a:pt x="6286" y="4844"/>
                    <a:pt x="6286" y="4939"/>
                  </a:cubicBezTo>
                  <a:cubicBezTo>
                    <a:pt x="6286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4" y="5112"/>
                    <a:pt x="6630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4" y="4766"/>
                    <a:pt x="6458" y="4766"/>
                  </a:cubicBezTo>
                  <a:close/>
                  <a:moveTo>
                    <a:pt x="7489" y="4766"/>
                  </a:moveTo>
                  <a:cubicBezTo>
                    <a:pt x="7393" y="4766"/>
                    <a:pt x="7316" y="4844"/>
                    <a:pt x="7316" y="4939"/>
                  </a:cubicBezTo>
                  <a:cubicBezTo>
                    <a:pt x="7316" y="5034"/>
                    <a:pt x="7393" y="5112"/>
                    <a:pt x="7489" y="5112"/>
                  </a:cubicBezTo>
                  <a:cubicBezTo>
                    <a:pt x="7490" y="5112"/>
                    <a:pt x="7490" y="5112"/>
                    <a:pt x="7491" y="5112"/>
                  </a:cubicBezTo>
                  <a:cubicBezTo>
                    <a:pt x="7584" y="5112"/>
                    <a:pt x="7660" y="5036"/>
                    <a:pt x="7661" y="4943"/>
                  </a:cubicBezTo>
                  <a:lnTo>
                    <a:pt x="7661" y="4939"/>
                  </a:lnTo>
                  <a:cubicBezTo>
                    <a:pt x="7661" y="4844"/>
                    <a:pt x="7584" y="4766"/>
                    <a:pt x="7489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8" y="4919"/>
                    <a:pt x="19" y="5001"/>
                  </a:cubicBezTo>
                  <a:cubicBezTo>
                    <a:pt x="26" y="5068"/>
                    <a:pt x="80" y="5123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5"/>
                    <a:pt x="899" y="4984"/>
                  </a:cubicBezTo>
                  <a:cubicBezTo>
                    <a:pt x="899" y="4902"/>
                    <a:pt x="832" y="4835"/>
                    <a:pt x="750" y="4835"/>
                  </a:cubicBezTo>
                  <a:close/>
                  <a:moveTo>
                    <a:pt x="3309" y="4835"/>
                  </a:moveTo>
                  <a:cubicBezTo>
                    <a:pt x="3227" y="4844"/>
                    <a:pt x="3169" y="4918"/>
                    <a:pt x="3178" y="5000"/>
                  </a:cubicBezTo>
                  <a:cubicBezTo>
                    <a:pt x="3187" y="5068"/>
                    <a:pt x="3241" y="5122"/>
                    <a:pt x="3309" y="5131"/>
                  </a:cubicBezTo>
                  <a:lnTo>
                    <a:pt x="4887" y="5131"/>
                  </a:lnTo>
                  <a:cubicBezTo>
                    <a:pt x="4969" y="5131"/>
                    <a:pt x="5035" y="5065"/>
                    <a:pt x="5036" y="4984"/>
                  </a:cubicBezTo>
                  <a:cubicBezTo>
                    <a:pt x="5036" y="4902"/>
                    <a:pt x="4969" y="4835"/>
                    <a:pt x="4887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0">
              <a:extLst>
                <a:ext uri="{FF2B5EF4-FFF2-40B4-BE49-F238E27FC236}">
                  <a16:creationId xmlns:a16="http://schemas.microsoft.com/office/drawing/2014/main" id="{B46D022D-2354-C5A3-F8DA-91E6EC938ECC}"/>
                </a:ext>
              </a:extLst>
            </p:cNvPr>
            <p:cNvSpPr/>
            <p:nvPr/>
          </p:nvSpPr>
          <p:spPr>
            <a:xfrm>
              <a:off x="4779175" y="4910650"/>
              <a:ext cx="1850" cy="300"/>
            </a:xfrm>
            <a:custGeom>
              <a:avLst/>
              <a:gdLst/>
              <a:ahLst/>
              <a:cxnLst/>
              <a:rect l="l" t="t" r="r" b="b"/>
              <a:pathLst>
                <a:path w="74" h="12" extrusionOk="0">
                  <a:moveTo>
                    <a:pt x="1" y="1"/>
                  </a:moveTo>
                  <a:lnTo>
                    <a:pt x="74" y="1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0">
              <a:extLst>
                <a:ext uri="{FF2B5EF4-FFF2-40B4-BE49-F238E27FC236}">
                  <a16:creationId xmlns:a16="http://schemas.microsoft.com/office/drawing/2014/main" id="{5E2C62F7-0807-E5FA-7FE7-9A49CDBF3EE8}"/>
                </a:ext>
              </a:extLst>
            </p:cNvPr>
            <p:cNvSpPr/>
            <p:nvPr/>
          </p:nvSpPr>
          <p:spPr>
            <a:xfrm>
              <a:off x="4776500" y="4907975"/>
              <a:ext cx="7175" cy="5600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06" y="1"/>
                  </a:moveTo>
                  <a:cubicBezTo>
                    <a:pt x="55" y="1"/>
                    <a:pt x="10" y="39"/>
                    <a:pt x="2" y="91"/>
                  </a:cubicBezTo>
                  <a:cubicBezTo>
                    <a:pt x="0" y="97"/>
                    <a:pt x="0" y="102"/>
                    <a:pt x="0" y="108"/>
                  </a:cubicBezTo>
                  <a:cubicBezTo>
                    <a:pt x="0" y="160"/>
                    <a:pt x="39" y="205"/>
                    <a:pt x="91" y="214"/>
                  </a:cubicBezTo>
                  <a:lnTo>
                    <a:pt x="164" y="224"/>
                  </a:lnTo>
                  <a:lnTo>
                    <a:pt x="181" y="224"/>
                  </a:lnTo>
                  <a:cubicBezTo>
                    <a:pt x="233" y="224"/>
                    <a:pt x="277" y="187"/>
                    <a:pt x="285" y="133"/>
                  </a:cubicBezTo>
                  <a:cubicBezTo>
                    <a:pt x="286" y="129"/>
                    <a:pt x="286" y="123"/>
                    <a:pt x="286" y="118"/>
                  </a:cubicBezTo>
                  <a:cubicBezTo>
                    <a:pt x="286" y="66"/>
                    <a:pt x="249" y="20"/>
                    <a:pt x="195" y="12"/>
                  </a:cubicBezTo>
                  <a:lnTo>
                    <a:pt x="122" y="2"/>
                  </a:lnTo>
                  <a:cubicBezTo>
                    <a:pt x="117" y="1"/>
                    <a:pt x="112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0">
              <a:extLst>
                <a:ext uri="{FF2B5EF4-FFF2-40B4-BE49-F238E27FC236}">
                  <a16:creationId xmlns:a16="http://schemas.microsoft.com/office/drawing/2014/main" id="{86CC5505-1BFB-FE23-6449-AEE51D60B10D}"/>
                </a:ext>
              </a:extLst>
            </p:cNvPr>
            <p:cNvSpPr/>
            <p:nvPr/>
          </p:nvSpPr>
          <p:spPr>
            <a:xfrm>
              <a:off x="4804825" y="4914350"/>
              <a:ext cx="23625" cy="2650"/>
            </a:xfrm>
            <a:custGeom>
              <a:avLst/>
              <a:gdLst/>
              <a:ahLst/>
              <a:cxnLst/>
              <a:rect l="l" t="t" r="r" b="b"/>
              <a:pathLst>
                <a:path w="945" h="106" extrusionOk="0">
                  <a:moveTo>
                    <a:pt x="0" y="0"/>
                  </a:moveTo>
                  <a:cubicBezTo>
                    <a:pt x="49" y="6"/>
                    <a:pt x="97" y="12"/>
                    <a:pt x="146" y="18"/>
                  </a:cubicBezTo>
                  <a:lnTo>
                    <a:pt x="146" y="18"/>
                  </a:lnTo>
                  <a:cubicBezTo>
                    <a:pt x="97" y="12"/>
                    <a:pt x="49" y="6"/>
                    <a:pt x="0" y="0"/>
                  </a:cubicBezTo>
                  <a:close/>
                  <a:moveTo>
                    <a:pt x="146" y="18"/>
                  </a:moveTo>
                  <a:lnTo>
                    <a:pt x="146" y="18"/>
                  </a:lnTo>
                  <a:cubicBezTo>
                    <a:pt x="370" y="46"/>
                    <a:pt x="593" y="71"/>
                    <a:pt x="815" y="93"/>
                  </a:cubicBezTo>
                  <a:lnTo>
                    <a:pt x="815" y="93"/>
                  </a:lnTo>
                  <a:cubicBezTo>
                    <a:pt x="593" y="69"/>
                    <a:pt x="369" y="45"/>
                    <a:pt x="146" y="18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6" y="95"/>
                  </a:cubicBezTo>
                  <a:lnTo>
                    <a:pt x="911" y="103"/>
                  </a:lnTo>
                  <a:lnTo>
                    <a:pt x="911" y="103"/>
                  </a:lnTo>
                  <a:cubicBezTo>
                    <a:pt x="879" y="100"/>
                    <a:pt x="847" y="96"/>
                    <a:pt x="815" y="93"/>
                  </a:cubicBezTo>
                  <a:close/>
                  <a:moveTo>
                    <a:pt x="911" y="103"/>
                  </a:moveTo>
                  <a:cubicBezTo>
                    <a:pt x="922" y="104"/>
                    <a:pt x="933" y="105"/>
                    <a:pt x="944" y="106"/>
                  </a:cubicBezTo>
                  <a:lnTo>
                    <a:pt x="911" y="10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0">
              <a:extLst>
                <a:ext uri="{FF2B5EF4-FFF2-40B4-BE49-F238E27FC236}">
                  <a16:creationId xmlns:a16="http://schemas.microsoft.com/office/drawing/2014/main" id="{37EC2818-C9EE-ED04-D656-1187C0DDC2AB}"/>
                </a:ext>
              </a:extLst>
            </p:cNvPr>
            <p:cNvSpPr/>
            <p:nvPr/>
          </p:nvSpPr>
          <p:spPr>
            <a:xfrm>
              <a:off x="4801950" y="4911675"/>
              <a:ext cx="29300" cy="8025"/>
            </a:xfrm>
            <a:custGeom>
              <a:avLst/>
              <a:gdLst/>
              <a:ahLst/>
              <a:cxnLst/>
              <a:rect l="l" t="t" r="r" b="b"/>
              <a:pathLst>
                <a:path w="1172" h="321" extrusionOk="0">
                  <a:moveTo>
                    <a:pt x="115" y="1"/>
                  </a:moveTo>
                  <a:cubicBezTo>
                    <a:pt x="62" y="1"/>
                    <a:pt x="16" y="39"/>
                    <a:pt x="8" y="94"/>
                  </a:cubicBezTo>
                  <a:cubicBezTo>
                    <a:pt x="1" y="152"/>
                    <a:pt x="42" y="205"/>
                    <a:pt x="101" y="213"/>
                  </a:cubicBezTo>
                  <a:cubicBezTo>
                    <a:pt x="171" y="222"/>
                    <a:pt x="239" y="229"/>
                    <a:pt x="307" y="238"/>
                  </a:cubicBezTo>
                  <a:cubicBezTo>
                    <a:pt x="574" y="271"/>
                    <a:pt x="818" y="298"/>
                    <a:pt x="1049" y="320"/>
                  </a:cubicBezTo>
                  <a:lnTo>
                    <a:pt x="1059" y="320"/>
                  </a:lnTo>
                  <a:cubicBezTo>
                    <a:pt x="1114" y="320"/>
                    <a:pt x="1161" y="278"/>
                    <a:pt x="1165" y="223"/>
                  </a:cubicBezTo>
                  <a:cubicBezTo>
                    <a:pt x="1171" y="165"/>
                    <a:pt x="1128" y="113"/>
                    <a:pt x="1070" y="107"/>
                  </a:cubicBezTo>
                  <a:lnTo>
                    <a:pt x="934" y="94"/>
                  </a:lnTo>
                  <a:cubicBezTo>
                    <a:pt x="735" y="71"/>
                    <a:pt x="535" y="51"/>
                    <a:pt x="334" y="27"/>
                  </a:cubicBezTo>
                  <a:cubicBezTo>
                    <a:pt x="267" y="18"/>
                    <a:pt x="199" y="10"/>
                    <a:pt x="129" y="1"/>
                  </a:cubicBezTo>
                  <a:cubicBezTo>
                    <a:pt x="124" y="1"/>
                    <a:pt x="120" y="1"/>
                    <a:pt x="1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0">
              <a:extLst>
                <a:ext uri="{FF2B5EF4-FFF2-40B4-BE49-F238E27FC236}">
                  <a16:creationId xmlns:a16="http://schemas.microsoft.com/office/drawing/2014/main" id="{FFC560F7-628A-225A-243E-1893E9268B2A}"/>
                </a:ext>
              </a:extLst>
            </p:cNvPr>
            <p:cNvSpPr/>
            <p:nvPr/>
          </p:nvSpPr>
          <p:spPr>
            <a:xfrm>
              <a:off x="5252950" y="3360675"/>
              <a:ext cx="3575" cy="1250"/>
            </a:xfrm>
            <a:custGeom>
              <a:avLst/>
              <a:gdLst/>
              <a:ahLst/>
              <a:cxnLst/>
              <a:rect l="l" t="t" r="r" b="b"/>
              <a:pathLst>
                <a:path w="143" h="50" extrusionOk="0">
                  <a:moveTo>
                    <a:pt x="1" y="0"/>
                  </a:moveTo>
                  <a:lnTo>
                    <a:pt x="45" y="17"/>
                  </a:lnTo>
                  <a:lnTo>
                    <a:pt x="142" y="50"/>
                  </a:lnTo>
                  <a:lnTo>
                    <a:pt x="142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0">
              <a:extLst>
                <a:ext uri="{FF2B5EF4-FFF2-40B4-BE49-F238E27FC236}">
                  <a16:creationId xmlns:a16="http://schemas.microsoft.com/office/drawing/2014/main" id="{3B35A39D-F3C5-C6C8-92A1-DB04CEA93D64}"/>
                </a:ext>
              </a:extLst>
            </p:cNvPr>
            <p:cNvSpPr/>
            <p:nvPr/>
          </p:nvSpPr>
          <p:spPr>
            <a:xfrm>
              <a:off x="5249975" y="3358000"/>
              <a:ext cx="9525" cy="6575"/>
            </a:xfrm>
            <a:custGeom>
              <a:avLst/>
              <a:gdLst/>
              <a:ahLst/>
              <a:cxnLst/>
              <a:rect l="l" t="t" r="r" b="b"/>
              <a:pathLst>
                <a:path w="381" h="263" extrusionOk="0">
                  <a:moveTo>
                    <a:pt x="120" y="0"/>
                  </a:moveTo>
                  <a:cubicBezTo>
                    <a:pt x="77" y="0"/>
                    <a:pt x="36" y="27"/>
                    <a:pt x="20" y="70"/>
                  </a:cubicBezTo>
                  <a:cubicBezTo>
                    <a:pt x="1" y="125"/>
                    <a:pt x="27" y="186"/>
                    <a:pt x="82" y="207"/>
                  </a:cubicBezTo>
                  <a:lnTo>
                    <a:pt x="227" y="258"/>
                  </a:lnTo>
                  <a:cubicBezTo>
                    <a:pt x="239" y="261"/>
                    <a:pt x="249" y="262"/>
                    <a:pt x="261" y="262"/>
                  </a:cubicBezTo>
                  <a:cubicBezTo>
                    <a:pt x="304" y="262"/>
                    <a:pt x="346" y="236"/>
                    <a:pt x="361" y="191"/>
                  </a:cubicBezTo>
                  <a:cubicBezTo>
                    <a:pt x="380" y="134"/>
                    <a:pt x="350" y="75"/>
                    <a:pt x="295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0">
              <a:extLst>
                <a:ext uri="{FF2B5EF4-FFF2-40B4-BE49-F238E27FC236}">
                  <a16:creationId xmlns:a16="http://schemas.microsoft.com/office/drawing/2014/main" id="{4244313B-EA5E-99A8-4BAE-3FBCE4C0A158}"/>
                </a:ext>
              </a:extLst>
            </p:cNvPr>
            <p:cNvSpPr/>
            <p:nvPr/>
          </p:nvSpPr>
          <p:spPr>
            <a:xfrm>
              <a:off x="4811750" y="4674325"/>
              <a:ext cx="539975" cy="642400"/>
            </a:xfrm>
            <a:custGeom>
              <a:avLst/>
              <a:gdLst/>
              <a:ahLst/>
              <a:cxnLst/>
              <a:rect l="l" t="t" r="r" b="b"/>
              <a:pathLst>
                <a:path w="21599" h="25696" extrusionOk="0">
                  <a:moveTo>
                    <a:pt x="0" y="1"/>
                  </a:moveTo>
                  <a:lnTo>
                    <a:pt x="0" y="14896"/>
                  </a:lnTo>
                  <a:cubicBezTo>
                    <a:pt x="0" y="20861"/>
                    <a:pt x="4835" y="25695"/>
                    <a:pt x="10800" y="25695"/>
                  </a:cubicBezTo>
                  <a:cubicBezTo>
                    <a:pt x="16764" y="25695"/>
                    <a:pt x="21599" y="20861"/>
                    <a:pt x="21599" y="14896"/>
                  </a:cubicBezTo>
                  <a:lnTo>
                    <a:pt x="21599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0">
              <a:extLst>
                <a:ext uri="{FF2B5EF4-FFF2-40B4-BE49-F238E27FC236}">
                  <a16:creationId xmlns:a16="http://schemas.microsoft.com/office/drawing/2014/main" id="{643F8766-5197-3A0E-5314-50F52A2C3999}"/>
                </a:ext>
              </a:extLst>
            </p:cNvPr>
            <p:cNvSpPr/>
            <p:nvPr/>
          </p:nvSpPr>
          <p:spPr>
            <a:xfrm>
              <a:off x="4809075" y="4671650"/>
              <a:ext cx="545325" cy="647700"/>
            </a:xfrm>
            <a:custGeom>
              <a:avLst/>
              <a:gdLst/>
              <a:ahLst/>
              <a:cxnLst/>
              <a:rect l="l" t="t" r="r" b="b"/>
              <a:pathLst>
                <a:path w="21813" h="25908" extrusionOk="0">
                  <a:moveTo>
                    <a:pt x="215" y="215"/>
                  </a:moveTo>
                  <a:lnTo>
                    <a:pt x="21599" y="585"/>
                  </a:lnTo>
                  <a:lnTo>
                    <a:pt x="21599" y="15003"/>
                  </a:lnTo>
                  <a:cubicBezTo>
                    <a:pt x="21599" y="20899"/>
                    <a:pt x="16803" y="25695"/>
                    <a:pt x="10907" y="25695"/>
                  </a:cubicBezTo>
                  <a:cubicBezTo>
                    <a:pt x="5010" y="25695"/>
                    <a:pt x="215" y="20899"/>
                    <a:pt x="215" y="15003"/>
                  </a:cubicBezTo>
                  <a:lnTo>
                    <a:pt x="215" y="215"/>
                  </a:lnTo>
                  <a:close/>
                  <a:moveTo>
                    <a:pt x="103" y="0"/>
                  </a:moveTo>
                  <a:cubicBezTo>
                    <a:pt x="73" y="0"/>
                    <a:pt x="51" y="12"/>
                    <a:pt x="33" y="32"/>
                  </a:cubicBezTo>
                  <a:cubicBezTo>
                    <a:pt x="12" y="51"/>
                    <a:pt x="0" y="78"/>
                    <a:pt x="0" y="108"/>
                  </a:cubicBezTo>
                  <a:lnTo>
                    <a:pt x="0" y="15003"/>
                  </a:lnTo>
                  <a:cubicBezTo>
                    <a:pt x="0" y="21017"/>
                    <a:pt x="4893" y="25908"/>
                    <a:pt x="10907" y="25908"/>
                  </a:cubicBezTo>
                  <a:cubicBezTo>
                    <a:pt x="16920" y="25908"/>
                    <a:pt x="21813" y="21017"/>
                    <a:pt x="21813" y="15003"/>
                  </a:cubicBezTo>
                  <a:lnTo>
                    <a:pt x="21813" y="480"/>
                  </a:lnTo>
                  <a:cubicBezTo>
                    <a:pt x="21813" y="422"/>
                    <a:pt x="21765" y="374"/>
                    <a:pt x="21707" y="374"/>
                  </a:cubicBezTo>
                  <a:lnTo>
                    <a:pt x="109" y="0"/>
                  </a:lnTo>
                  <a:cubicBezTo>
                    <a:pt x="107" y="0"/>
                    <a:pt x="105" y="0"/>
                    <a:pt x="1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0">
              <a:extLst>
                <a:ext uri="{FF2B5EF4-FFF2-40B4-BE49-F238E27FC236}">
                  <a16:creationId xmlns:a16="http://schemas.microsoft.com/office/drawing/2014/main" id="{51616E56-68A3-D5A9-D0F3-C3F470B5D8A8}"/>
                </a:ext>
              </a:extLst>
            </p:cNvPr>
            <p:cNvSpPr/>
            <p:nvPr/>
          </p:nvSpPr>
          <p:spPr>
            <a:xfrm>
              <a:off x="5232225" y="4898700"/>
              <a:ext cx="65000" cy="94025"/>
            </a:xfrm>
            <a:custGeom>
              <a:avLst/>
              <a:gdLst/>
              <a:ahLst/>
              <a:cxnLst/>
              <a:rect l="l" t="t" r="r" b="b"/>
              <a:pathLst>
                <a:path w="2600" h="3761" extrusionOk="0">
                  <a:moveTo>
                    <a:pt x="1299" y="1"/>
                  </a:moveTo>
                  <a:cubicBezTo>
                    <a:pt x="582" y="1"/>
                    <a:pt x="0" y="841"/>
                    <a:pt x="0" y="1880"/>
                  </a:cubicBezTo>
                  <a:cubicBezTo>
                    <a:pt x="0" y="2918"/>
                    <a:pt x="581" y="3760"/>
                    <a:pt x="1299" y="3760"/>
                  </a:cubicBezTo>
                  <a:cubicBezTo>
                    <a:pt x="2018" y="3760"/>
                    <a:pt x="2600" y="2918"/>
                    <a:pt x="2600" y="1880"/>
                  </a:cubicBezTo>
                  <a:cubicBezTo>
                    <a:pt x="2600" y="841"/>
                    <a:pt x="2016" y="1"/>
                    <a:pt x="1299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0">
              <a:extLst>
                <a:ext uri="{FF2B5EF4-FFF2-40B4-BE49-F238E27FC236}">
                  <a16:creationId xmlns:a16="http://schemas.microsoft.com/office/drawing/2014/main" id="{27DD410E-23BA-A2EB-0581-D1028DEF9659}"/>
                </a:ext>
              </a:extLst>
            </p:cNvPr>
            <p:cNvSpPr/>
            <p:nvPr/>
          </p:nvSpPr>
          <p:spPr>
            <a:xfrm>
              <a:off x="5229550" y="4896025"/>
              <a:ext cx="70375" cy="99375"/>
            </a:xfrm>
            <a:custGeom>
              <a:avLst/>
              <a:gdLst/>
              <a:ahLst/>
              <a:cxnLst/>
              <a:rect l="l" t="t" r="r" b="b"/>
              <a:pathLst>
                <a:path w="2815" h="3975" extrusionOk="0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0"/>
                    <a:pt x="1406" y="3760"/>
                  </a:cubicBezTo>
                  <a:cubicBezTo>
                    <a:pt x="749" y="3760"/>
                    <a:pt x="215" y="2964"/>
                    <a:pt x="215" y="1987"/>
                  </a:cubicBezTo>
                  <a:cubicBezTo>
                    <a:pt x="215" y="1010"/>
                    <a:pt x="74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>
              <a:extLst>
                <a:ext uri="{FF2B5EF4-FFF2-40B4-BE49-F238E27FC236}">
                  <a16:creationId xmlns:a16="http://schemas.microsoft.com/office/drawing/2014/main" id="{59F13053-2A05-A425-5C95-551726819FAC}"/>
                </a:ext>
              </a:extLst>
            </p:cNvPr>
            <p:cNvSpPr/>
            <p:nvPr/>
          </p:nvSpPr>
          <p:spPr>
            <a:xfrm>
              <a:off x="5232225" y="5059450"/>
              <a:ext cx="65000" cy="94000"/>
            </a:xfrm>
            <a:custGeom>
              <a:avLst/>
              <a:gdLst/>
              <a:ahLst/>
              <a:cxnLst/>
              <a:rect l="l" t="t" r="r" b="b"/>
              <a:pathLst>
                <a:path w="2600" h="3760" extrusionOk="0">
                  <a:moveTo>
                    <a:pt x="1299" y="0"/>
                  </a:moveTo>
                  <a:cubicBezTo>
                    <a:pt x="582" y="0"/>
                    <a:pt x="0" y="852"/>
                    <a:pt x="0" y="1879"/>
                  </a:cubicBezTo>
                  <a:cubicBezTo>
                    <a:pt x="0" y="2906"/>
                    <a:pt x="581" y="3760"/>
                    <a:pt x="1299" y="3760"/>
                  </a:cubicBezTo>
                  <a:cubicBezTo>
                    <a:pt x="2018" y="3760"/>
                    <a:pt x="2600" y="2917"/>
                    <a:pt x="2600" y="1879"/>
                  </a:cubicBezTo>
                  <a:cubicBezTo>
                    <a:pt x="2600" y="843"/>
                    <a:pt x="2016" y="0"/>
                    <a:pt x="1299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>
              <a:extLst>
                <a:ext uri="{FF2B5EF4-FFF2-40B4-BE49-F238E27FC236}">
                  <a16:creationId xmlns:a16="http://schemas.microsoft.com/office/drawing/2014/main" id="{559E498A-7847-1D90-5754-597F83CE53F8}"/>
                </a:ext>
              </a:extLst>
            </p:cNvPr>
            <p:cNvSpPr/>
            <p:nvPr/>
          </p:nvSpPr>
          <p:spPr>
            <a:xfrm>
              <a:off x="5229550" y="5056750"/>
              <a:ext cx="70375" cy="99375"/>
            </a:xfrm>
            <a:custGeom>
              <a:avLst/>
              <a:gdLst/>
              <a:ahLst/>
              <a:cxnLst/>
              <a:rect l="l" t="t" r="r" b="b"/>
              <a:pathLst>
                <a:path w="2815" h="3975" extrusionOk="0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2"/>
                    <a:pt x="1406" y="3762"/>
                  </a:cubicBezTo>
                  <a:cubicBezTo>
                    <a:pt x="749" y="3762"/>
                    <a:pt x="215" y="2947"/>
                    <a:pt x="215" y="1987"/>
                  </a:cubicBezTo>
                  <a:cubicBezTo>
                    <a:pt x="215" y="1027"/>
                    <a:pt x="75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>
              <a:extLst>
                <a:ext uri="{FF2B5EF4-FFF2-40B4-BE49-F238E27FC236}">
                  <a16:creationId xmlns:a16="http://schemas.microsoft.com/office/drawing/2014/main" id="{91FF7659-3301-77BE-4393-6FD29060033A}"/>
                </a:ext>
              </a:extLst>
            </p:cNvPr>
            <p:cNvSpPr/>
            <p:nvPr/>
          </p:nvSpPr>
          <p:spPr>
            <a:xfrm>
              <a:off x="4441675" y="3321075"/>
              <a:ext cx="1197300" cy="1599800"/>
            </a:xfrm>
            <a:custGeom>
              <a:avLst/>
              <a:gdLst/>
              <a:ahLst/>
              <a:cxnLst/>
              <a:rect l="l" t="t" r="r" b="b"/>
              <a:pathLst>
                <a:path w="47892" h="63992" extrusionOk="0">
                  <a:moveTo>
                    <a:pt x="23543" y="0"/>
                  </a:moveTo>
                  <a:cubicBezTo>
                    <a:pt x="21917" y="0"/>
                    <a:pt x="20292" y="147"/>
                    <a:pt x="18686" y="441"/>
                  </a:cubicBezTo>
                  <a:cubicBezTo>
                    <a:pt x="8131" y="2383"/>
                    <a:pt x="2307" y="12573"/>
                    <a:pt x="1458" y="16821"/>
                  </a:cubicBezTo>
                  <a:cubicBezTo>
                    <a:pt x="609" y="21069"/>
                    <a:pt x="970" y="29441"/>
                    <a:pt x="970" y="32236"/>
                  </a:cubicBezTo>
                  <a:cubicBezTo>
                    <a:pt x="970" y="35029"/>
                    <a:pt x="0" y="39514"/>
                    <a:pt x="1577" y="43884"/>
                  </a:cubicBezTo>
                  <a:cubicBezTo>
                    <a:pt x="3155" y="48252"/>
                    <a:pt x="6794" y="56252"/>
                    <a:pt x="7762" y="58320"/>
                  </a:cubicBezTo>
                  <a:cubicBezTo>
                    <a:pt x="8730" y="60389"/>
                    <a:pt x="9824" y="62932"/>
                    <a:pt x="13465" y="63539"/>
                  </a:cubicBezTo>
                  <a:cubicBezTo>
                    <a:pt x="13475" y="63555"/>
                    <a:pt x="13487" y="63572"/>
                    <a:pt x="13501" y="63588"/>
                  </a:cubicBezTo>
                  <a:lnTo>
                    <a:pt x="13574" y="63599"/>
                  </a:lnTo>
                  <a:cubicBezTo>
                    <a:pt x="14175" y="63692"/>
                    <a:pt x="14772" y="63767"/>
                    <a:pt x="15363" y="63829"/>
                  </a:cubicBezTo>
                  <a:lnTo>
                    <a:pt x="15473" y="63840"/>
                  </a:lnTo>
                  <a:cubicBezTo>
                    <a:pt x="15817" y="63873"/>
                    <a:pt x="16158" y="63901"/>
                    <a:pt x="16495" y="63925"/>
                  </a:cubicBezTo>
                  <a:cubicBezTo>
                    <a:pt x="16831" y="63946"/>
                    <a:pt x="17162" y="63963"/>
                    <a:pt x="17488" y="63975"/>
                  </a:cubicBezTo>
                  <a:cubicBezTo>
                    <a:pt x="17812" y="63986"/>
                    <a:pt x="18130" y="63992"/>
                    <a:pt x="18441" y="63992"/>
                  </a:cubicBezTo>
                  <a:cubicBezTo>
                    <a:pt x="20064" y="63992"/>
                    <a:pt x="21490" y="63842"/>
                    <a:pt x="22519" y="63539"/>
                  </a:cubicBezTo>
                  <a:cubicBezTo>
                    <a:pt x="24584" y="62930"/>
                    <a:pt x="38780" y="55771"/>
                    <a:pt x="40842" y="53589"/>
                  </a:cubicBezTo>
                  <a:cubicBezTo>
                    <a:pt x="42335" y="52000"/>
                    <a:pt x="43264" y="45020"/>
                    <a:pt x="43654" y="41333"/>
                  </a:cubicBezTo>
                  <a:lnTo>
                    <a:pt x="43654" y="41333"/>
                  </a:lnTo>
                  <a:cubicBezTo>
                    <a:pt x="43098" y="41546"/>
                    <a:pt x="42505" y="41656"/>
                    <a:pt x="41908" y="41656"/>
                  </a:cubicBezTo>
                  <a:cubicBezTo>
                    <a:pt x="38093" y="41656"/>
                    <a:pt x="35001" y="37179"/>
                    <a:pt x="35001" y="31665"/>
                  </a:cubicBezTo>
                  <a:cubicBezTo>
                    <a:pt x="35001" y="26153"/>
                    <a:pt x="38093" y="21678"/>
                    <a:pt x="41908" y="21678"/>
                  </a:cubicBezTo>
                  <a:cubicBezTo>
                    <a:pt x="44299" y="21678"/>
                    <a:pt x="46406" y="23435"/>
                    <a:pt x="47645" y="26104"/>
                  </a:cubicBezTo>
                  <a:cubicBezTo>
                    <a:pt x="47814" y="24839"/>
                    <a:pt x="47892" y="23561"/>
                    <a:pt x="47878" y="22285"/>
                  </a:cubicBezTo>
                  <a:cubicBezTo>
                    <a:pt x="47759" y="14397"/>
                    <a:pt x="41208" y="6267"/>
                    <a:pt x="36840" y="3597"/>
                  </a:cubicBezTo>
                  <a:lnTo>
                    <a:pt x="36838" y="3597"/>
                  </a:lnTo>
                  <a:cubicBezTo>
                    <a:pt x="36838" y="3597"/>
                    <a:pt x="36688" y="3499"/>
                    <a:pt x="36412" y="3343"/>
                  </a:cubicBezTo>
                  <a:cubicBezTo>
                    <a:pt x="36235" y="3243"/>
                    <a:pt x="36004" y="3117"/>
                    <a:pt x="35726" y="2975"/>
                  </a:cubicBezTo>
                  <a:lnTo>
                    <a:pt x="35706" y="2975"/>
                  </a:lnTo>
                  <a:lnTo>
                    <a:pt x="35431" y="2835"/>
                  </a:lnTo>
                  <a:lnTo>
                    <a:pt x="35397" y="2819"/>
                  </a:lnTo>
                  <a:lnTo>
                    <a:pt x="35103" y="2677"/>
                  </a:lnTo>
                  <a:lnTo>
                    <a:pt x="35050" y="2652"/>
                  </a:lnTo>
                  <a:lnTo>
                    <a:pt x="34736" y="2508"/>
                  </a:lnTo>
                  <a:lnTo>
                    <a:pt x="34672" y="2478"/>
                  </a:lnTo>
                  <a:lnTo>
                    <a:pt x="34331" y="2326"/>
                  </a:lnTo>
                  <a:lnTo>
                    <a:pt x="34265" y="2299"/>
                  </a:lnTo>
                  <a:lnTo>
                    <a:pt x="33891" y="2141"/>
                  </a:lnTo>
                  <a:lnTo>
                    <a:pt x="33728" y="2074"/>
                  </a:lnTo>
                  <a:lnTo>
                    <a:pt x="33422" y="1954"/>
                  </a:lnTo>
                  <a:lnTo>
                    <a:pt x="33229" y="1878"/>
                  </a:lnTo>
                  <a:lnTo>
                    <a:pt x="32947" y="1772"/>
                  </a:lnTo>
                  <a:lnTo>
                    <a:pt x="32947" y="1772"/>
                  </a:lnTo>
                  <a:lnTo>
                    <a:pt x="33086" y="1823"/>
                  </a:lnTo>
                  <a:lnTo>
                    <a:pt x="33011" y="1793"/>
                  </a:lnTo>
                  <a:lnTo>
                    <a:pt x="32755" y="1702"/>
                  </a:lnTo>
                  <a:lnTo>
                    <a:pt x="32498" y="1610"/>
                  </a:lnTo>
                  <a:lnTo>
                    <a:pt x="32216" y="1511"/>
                  </a:lnTo>
                  <a:lnTo>
                    <a:pt x="31932" y="1418"/>
                  </a:lnTo>
                  <a:lnTo>
                    <a:pt x="32070" y="1462"/>
                  </a:lnTo>
                  <a:lnTo>
                    <a:pt x="31913" y="1409"/>
                  </a:lnTo>
                  <a:cubicBezTo>
                    <a:pt x="31680" y="1333"/>
                    <a:pt x="31439" y="1258"/>
                    <a:pt x="31192" y="1185"/>
                  </a:cubicBezTo>
                  <a:lnTo>
                    <a:pt x="30979" y="1124"/>
                  </a:lnTo>
                  <a:lnTo>
                    <a:pt x="30961" y="1124"/>
                  </a:lnTo>
                  <a:cubicBezTo>
                    <a:pt x="30789" y="1072"/>
                    <a:pt x="30613" y="1023"/>
                    <a:pt x="30433" y="977"/>
                  </a:cubicBezTo>
                  <a:lnTo>
                    <a:pt x="30186" y="888"/>
                  </a:lnTo>
                  <a:lnTo>
                    <a:pt x="29590" y="742"/>
                  </a:lnTo>
                  <a:lnTo>
                    <a:pt x="29401" y="696"/>
                  </a:lnTo>
                  <a:lnTo>
                    <a:pt x="29603" y="678"/>
                  </a:lnTo>
                  <a:lnTo>
                    <a:pt x="29474" y="649"/>
                  </a:lnTo>
                  <a:cubicBezTo>
                    <a:pt x="29242" y="599"/>
                    <a:pt x="29008" y="550"/>
                    <a:pt x="28770" y="503"/>
                  </a:cubicBezTo>
                  <a:lnTo>
                    <a:pt x="28741" y="503"/>
                  </a:lnTo>
                  <a:cubicBezTo>
                    <a:pt x="28490" y="456"/>
                    <a:pt x="28232" y="411"/>
                    <a:pt x="27971" y="367"/>
                  </a:cubicBezTo>
                  <a:cubicBezTo>
                    <a:pt x="26505" y="122"/>
                    <a:pt x="25024" y="0"/>
                    <a:pt x="23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>
              <a:extLst>
                <a:ext uri="{FF2B5EF4-FFF2-40B4-BE49-F238E27FC236}">
                  <a16:creationId xmlns:a16="http://schemas.microsoft.com/office/drawing/2014/main" id="{62BACEDB-782C-6CF5-950C-C5DE89D89EA1}"/>
                </a:ext>
              </a:extLst>
            </p:cNvPr>
            <p:cNvSpPr/>
            <p:nvPr/>
          </p:nvSpPr>
          <p:spPr>
            <a:xfrm>
              <a:off x="4448775" y="3318375"/>
              <a:ext cx="1192850" cy="1605175"/>
            </a:xfrm>
            <a:custGeom>
              <a:avLst/>
              <a:gdLst/>
              <a:ahLst/>
              <a:cxnLst/>
              <a:rect l="l" t="t" r="r" b="b"/>
              <a:pathLst>
                <a:path w="47714" h="64207" extrusionOk="0">
                  <a:moveTo>
                    <a:pt x="23259" y="214"/>
                  </a:moveTo>
                  <a:cubicBezTo>
                    <a:pt x="24732" y="214"/>
                    <a:pt x="26205" y="335"/>
                    <a:pt x="27670" y="579"/>
                  </a:cubicBezTo>
                  <a:cubicBezTo>
                    <a:pt x="27929" y="623"/>
                    <a:pt x="28186" y="670"/>
                    <a:pt x="28457" y="717"/>
                  </a:cubicBezTo>
                  <a:lnTo>
                    <a:pt x="28465" y="716"/>
                  </a:lnTo>
                  <a:cubicBezTo>
                    <a:pt x="28651" y="751"/>
                    <a:pt x="28832" y="790"/>
                    <a:pt x="29013" y="829"/>
                  </a:cubicBezTo>
                  <a:cubicBezTo>
                    <a:pt x="29022" y="866"/>
                    <a:pt x="29051" y="896"/>
                    <a:pt x="29090" y="906"/>
                  </a:cubicBezTo>
                  <a:lnTo>
                    <a:pt x="29864" y="1095"/>
                  </a:lnTo>
                  <a:lnTo>
                    <a:pt x="30122" y="1188"/>
                  </a:lnTo>
                  <a:cubicBezTo>
                    <a:pt x="30299" y="1234"/>
                    <a:pt x="30475" y="1283"/>
                    <a:pt x="30647" y="1334"/>
                  </a:cubicBezTo>
                  <a:cubicBezTo>
                    <a:pt x="30656" y="1337"/>
                    <a:pt x="30667" y="1338"/>
                    <a:pt x="30677" y="1338"/>
                  </a:cubicBezTo>
                  <a:lnTo>
                    <a:pt x="30878" y="1396"/>
                  </a:lnTo>
                  <a:cubicBezTo>
                    <a:pt x="31124" y="1468"/>
                    <a:pt x="31364" y="1542"/>
                    <a:pt x="31594" y="1618"/>
                  </a:cubicBezTo>
                  <a:lnTo>
                    <a:pt x="31596" y="1618"/>
                  </a:lnTo>
                  <a:cubicBezTo>
                    <a:pt x="31602" y="1622"/>
                    <a:pt x="31608" y="1625"/>
                    <a:pt x="31614" y="1627"/>
                  </a:cubicBezTo>
                  <a:lnTo>
                    <a:pt x="32610" y="1972"/>
                  </a:lnTo>
                  <a:cubicBezTo>
                    <a:pt x="32614" y="1975"/>
                    <a:pt x="32620" y="1977"/>
                    <a:pt x="32625" y="1980"/>
                  </a:cubicBezTo>
                  <a:lnTo>
                    <a:pt x="32906" y="2086"/>
                  </a:lnTo>
                  <a:lnTo>
                    <a:pt x="33939" y="2505"/>
                  </a:lnTo>
                  <a:lnTo>
                    <a:pt x="34718" y="2857"/>
                  </a:lnTo>
                  <a:lnTo>
                    <a:pt x="35373" y="3178"/>
                  </a:lnTo>
                  <a:cubicBezTo>
                    <a:pt x="35382" y="3181"/>
                    <a:pt x="35397" y="3184"/>
                    <a:pt x="35411" y="3187"/>
                  </a:cubicBezTo>
                  <a:cubicBezTo>
                    <a:pt x="35644" y="3306"/>
                    <a:pt x="35868" y="3427"/>
                    <a:pt x="36075" y="3545"/>
                  </a:cubicBezTo>
                  <a:cubicBezTo>
                    <a:pt x="36344" y="3697"/>
                    <a:pt x="36494" y="3793"/>
                    <a:pt x="36496" y="3795"/>
                  </a:cubicBezTo>
                  <a:cubicBezTo>
                    <a:pt x="36497" y="3795"/>
                    <a:pt x="36497" y="3796"/>
                    <a:pt x="36499" y="3796"/>
                  </a:cubicBezTo>
                  <a:cubicBezTo>
                    <a:pt x="40917" y="6494"/>
                    <a:pt x="47371" y="14672"/>
                    <a:pt x="47487" y="22393"/>
                  </a:cubicBezTo>
                  <a:cubicBezTo>
                    <a:pt x="47499" y="23541"/>
                    <a:pt x="47437" y="24700"/>
                    <a:pt x="47300" y="25842"/>
                  </a:cubicBezTo>
                  <a:cubicBezTo>
                    <a:pt x="45980" y="23227"/>
                    <a:pt x="43880" y="21678"/>
                    <a:pt x="41624" y="21678"/>
                  </a:cubicBezTo>
                  <a:cubicBezTo>
                    <a:pt x="37756" y="21678"/>
                    <a:pt x="34610" y="26206"/>
                    <a:pt x="34610" y="31773"/>
                  </a:cubicBezTo>
                  <a:cubicBezTo>
                    <a:pt x="34610" y="37342"/>
                    <a:pt x="37756" y="41871"/>
                    <a:pt x="41624" y="41871"/>
                  </a:cubicBezTo>
                  <a:cubicBezTo>
                    <a:pt x="42178" y="41870"/>
                    <a:pt x="42723" y="41779"/>
                    <a:pt x="43245" y="41599"/>
                  </a:cubicBezTo>
                  <a:lnTo>
                    <a:pt x="43245" y="41599"/>
                  </a:lnTo>
                  <a:cubicBezTo>
                    <a:pt x="42900" y="44818"/>
                    <a:pt x="41972" y="52035"/>
                    <a:pt x="40480" y="53622"/>
                  </a:cubicBezTo>
                  <a:cubicBezTo>
                    <a:pt x="38390" y="55836"/>
                    <a:pt x="24096" y="62988"/>
                    <a:pt x="22204" y="63544"/>
                  </a:cubicBezTo>
                  <a:cubicBezTo>
                    <a:pt x="21204" y="63839"/>
                    <a:pt x="19784" y="63994"/>
                    <a:pt x="18140" y="63994"/>
                  </a:cubicBezTo>
                  <a:cubicBezTo>
                    <a:pt x="17837" y="63994"/>
                    <a:pt x="17526" y="63988"/>
                    <a:pt x="17208" y="63978"/>
                  </a:cubicBezTo>
                  <a:cubicBezTo>
                    <a:pt x="16882" y="63964"/>
                    <a:pt x="16553" y="63948"/>
                    <a:pt x="16217" y="63926"/>
                  </a:cubicBezTo>
                  <a:cubicBezTo>
                    <a:pt x="15853" y="63900"/>
                    <a:pt x="15520" y="63873"/>
                    <a:pt x="15198" y="63841"/>
                  </a:cubicBezTo>
                  <a:lnTo>
                    <a:pt x="15090" y="63830"/>
                  </a:lnTo>
                  <a:cubicBezTo>
                    <a:pt x="14452" y="63763"/>
                    <a:pt x="13869" y="63689"/>
                    <a:pt x="13304" y="63601"/>
                  </a:cubicBezTo>
                  <a:lnTo>
                    <a:pt x="13275" y="63596"/>
                  </a:lnTo>
                  <a:cubicBezTo>
                    <a:pt x="13273" y="63594"/>
                    <a:pt x="13272" y="63592"/>
                    <a:pt x="13270" y="63589"/>
                  </a:cubicBezTo>
                  <a:cubicBezTo>
                    <a:pt x="13254" y="63564"/>
                    <a:pt x="13227" y="63546"/>
                    <a:pt x="13197" y="63541"/>
                  </a:cubicBezTo>
                  <a:cubicBezTo>
                    <a:pt x="9710" y="62959"/>
                    <a:pt x="8617" y="60617"/>
                    <a:pt x="7652" y="58550"/>
                  </a:cubicBezTo>
                  <a:lnTo>
                    <a:pt x="7573" y="58384"/>
                  </a:lnTo>
                  <a:cubicBezTo>
                    <a:pt x="6677" y="56466"/>
                    <a:pt x="3000" y="48400"/>
                    <a:pt x="1393" y="43954"/>
                  </a:cubicBezTo>
                  <a:cubicBezTo>
                    <a:pt x="217" y="40695"/>
                    <a:pt x="465" y="37387"/>
                    <a:pt x="665" y="34727"/>
                  </a:cubicBezTo>
                  <a:cubicBezTo>
                    <a:pt x="730" y="33861"/>
                    <a:pt x="791" y="33044"/>
                    <a:pt x="791" y="32342"/>
                  </a:cubicBezTo>
                  <a:cubicBezTo>
                    <a:pt x="791" y="31818"/>
                    <a:pt x="780" y="31090"/>
                    <a:pt x="765" y="30246"/>
                  </a:cubicBezTo>
                  <a:cubicBezTo>
                    <a:pt x="699" y="26559"/>
                    <a:pt x="590" y="20391"/>
                    <a:pt x="1278" y="16950"/>
                  </a:cubicBezTo>
                  <a:cubicBezTo>
                    <a:pt x="2006" y="13306"/>
                    <a:pt x="7422" y="2677"/>
                    <a:pt x="18422" y="653"/>
                  </a:cubicBezTo>
                  <a:cubicBezTo>
                    <a:pt x="20025" y="360"/>
                    <a:pt x="21642" y="214"/>
                    <a:pt x="23259" y="214"/>
                  </a:cubicBezTo>
                  <a:close/>
                  <a:moveTo>
                    <a:pt x="23260" y="1"/>
                  </a:moveTo>
                  <a:cubicBezTo>
                    <a:pt x="21629" y="1"/>
                    <a:pt x="19999" y="149"/>
                    <a:pt x="18383" y="445"/>
                  </a:cubicBezTo>
                  <a:cubicBezTo>
                    <a:pt x="7274" y="2486"/>
                    <a:pt x="1805" y="13227"/>
                    <a:pt x="1070" y="16908"/>
                  </a:cubicBezTo>
                  <a:cubicBezTo>
                    <a:pt x="377" y="20371"/>
                    <a:pt x="486" y="26555"/>
                    <a:pt x="552" y="30249"/>
                  </a:cubicBezTo>
                  <a:cubicBezTo>
                    <a:pt x="567" y="31092"/>
                    <a:pt x="578" y="31820"/>
                    <a:pt x="578" y="32342"/>
                  </a:cubicBezTo>
                  <a:cubicBezTo>
                    <a:pt x="578" y="33035"/>
                    <a:pt x="517" y="33849"/>
                    <a:pt x="452" y="34711"/>
                  </a:cubicBezTo>
                  <a:cubicBezTo>
                    <a:pt x="251" y="37390"/>
                    <a:pt x="1" y="40725"/>
                    <a:pt x="1193" y="44027"/>
                  </a:cubicBezTo>
                  <a:cubicBezTo>
                    <a:pt x="2801" y="48481"/>
                    <a:pt x="6484" y="56555"/>
                    <a:pt x="7381" y="58473"/>
                  </a:cubicBezTo>
                  <a:lnTo>
                    <a:pt x="7459" y="58641"/>
                  </a:lnTo>
                  <a:cubicBezTo>
                    <a:pt x="8394" y="60642"/>
                    <a:pt x="9555" y="63130"/>
                    <a:pt x="13118" y="63744"/>
                  </a:cubicBezTo>
                  <a:cubicBezTo>
                    <a:pt x="13124" y="63751"/>
                    <a:pt x="13129" y="63759"/>
                    <a:pt x="13135" y="63765"/>
                  </a:cubicBezTo>
                  <a:cubicBezTo>
                    <a:pt x="13153" y="63784"/>
                    <a:pt x="13175" y="63798"/>
                    <a:pt x="13200" y="63800"/>
                  </a:cubicBezTo>
                  <a:lnTo>
                    <a:pt x="13272" y="63812"/>
                  </a:lnTo>
                  <a:cubicBezTo>
                    <a:pt x="13840" y="63900"/>
                    <a:pt x="14427" y="63976"/>
                    <a:pt x="15067" y="64043"/>
                  </a:cubicBezTo>
                  <a:lnTo>
                    <a:pt x="15177" y="64054"/>
                  </a:lnTo>
                  <a:cubicBezTo>
                    <a:pt x="15501" y="64086"/>
                    <a:pt x="15837" y="64113"/>
                    <a:pt x="16203" y="64138"/>
                  </a:cubicBezTo>
                  <a:cubicBezTo>
                    <a:pt x="16541" y="64161"/>
                    <a:pt x="16873" y="64177"/>
                    <a:pt x="17201" y="64191"/>
                  </a:cubicBezTo>
                  <a:cubicBezTo>
                    <a:pt x="17521" y="64201"/>
                    <a:pt x="17835" y="64207"/>
                    <a:pt x="18142" y="64207"/>
                  </a:cubicBezTo>
                  <a:cubicBezTo>
                    <a:pt x="19805" y="64207"/>
                    <a:pt x="21246" y="64048"/>
                    <a:pt x="22265" y="63748"/>
                  </a:cubicBezTo>
                  <a:cubicBezTo>
                    <a:pt x="24165" y="63190"/>
                    <a:pt x="38531" y="55997"/>
                    <a:pt x="40635" y="53770"/>
                  </a:cubicBezTo>
                  <a:cubicBezTo>
                    <a:pt x="42142" y="52164"/>
                    <a:pt x="43062" y="45363"/>
                    <a:pt x="43476" y="41452"/>
                  </a:cubicBezTo>
                  <a:cubicBezTo>
                    <a:pt x="43481" y="41416"/>
                    <a:pt x="43464" y="41379"/>
                    <a:pt x="43434" y="41356"/>
                  </a:cubicBezTo>
                  <a:cubicBezTo>
                    <a:pt x="43416" y="41342"/>
                    <a:pt x="43393" y="41334"/>
                    <a:pt x="43370" y="41334"/>
                  </a:cubicBezTo>
                  <a:cubicBezTo>
                    <a:pt x="43357" y="41334"/>
                    <a:pt x="43344" y="41337"/>
                    <a:pt x="43332" y="41341"/>
                  </a:cubicBezTo>
                  <a:cubicBezTo>
                    <a:pt x="42784" y="41551"/>
                    <a:pt x="42209" y="41657"/>
                    <a:pt x="41624" y="41659"/>
                  </a:cubicBezTo>
                  <a:cubicBezTo>
                    <a:pt x="37873" y="41659"/>
                    <a:pt x="34822" y="37223"/>
                    <a:pt x="34822" y="31773"/>
                  </a:cubicBezTo>
                  <a:cubicBezTo>
                    <a:pt x="34822" y="26324"/>
                    <a:pt x="37873" y="21891"/>
                    <a:pt x="41624" y="21891"/>
                  </a:cubicBezTo>
                  <a:cubicBezTo>
                    <a:pt x="43886" y="21891"/>
                    <a:pt x="45994" y="23523"/>
                    <a:pt x="47264" y="26257"/>
                  </a:cubicBezTo>
                  <a:cubicBezTo>
                    <a:pt x="47281" y="26296"/>
                    <a:pt x="47319" y="26319"/>
                    <a:pt x="47361" y="26319"/>
                  </a:cubicBezTo>
                  <a:cubicBezTo>
                    <a:pt x="47366" y="26319"/>
                    <a:pt x="47371" y="26319"/>
                    <a:pt x="47376" y="26318"/>
                  </a:cubicBezTo>
                  <a:cubicBezTo>
                    <a:pt x="47423" y="26311"/>
                    <a:pt x="47459" y="26273"/>
                    <a:pt x="47465" y="26226"/>
                  </a:cubicBezTo>
                  <a:cubicBezTo>
                    <a:pt x="47635" y="24959"/>
                    <a:pt x="47714" y="23668"/>
                    <a:pt x="47702" y="22390"/>
                  </a:cubicBezTo>
                  <a:cubicBezTo>
                    <a:pt x="47583" y="14593"/>
                    <a:pt x="41070" y="6339"/>
                    <a:pt x="36611" y="3615"/>
                  </a:cubicBezTo>
                  <a:cubicBezTo>
                    <a:pt x="36596" y="3604"/>
                    <a:pt x="36445" y="3509"/>
                    <a:pt x="36180" y="3359"/>
                  </a:cubicBezTo>
                  <a:cubicBezTo>
                    <a:pt x="35966" y="3236"/>
                    <a:pt x="35734" y="3111"/>
                    <a:pt x="35489" y="2988"/>
                  </a:cubicBezTo>
                  <a:cubicBezTo>
                    <a:pt x="35482" y="2983"/>
                    <a:pt x="35466" y="2980"/>
                    <a:pt x="35452" y="2977"/>
                  </a:cubicBezTo>
                  <a:lnTo>
                    <a:pt x="34496" y="2519"/>
                  </a:lnTo>
                  <a:lnTo>
                    <a:pt x="33646" y="2150"/>
                  </a:lnTo>
                  <a:lnTo>
                    <a:pt x="32853" y="1838"/>
                  </a:lnTo>
                  <a:cubicBezTo>
                    <a:pt x="32850" y="1835"/>
                    <a:pt x="32845" y="1834"/>
                    <a:pt x="32841" y="1832"/>
                  </a:cubicBezTo>
                  <a:lnTo>
                    <a:pt x="31834" y="1475"/>
                  </a:lnTo>
                  <a:cubicBezTo>
                    <a:pt x="31830" y="1474"/>
                    <a:pt x="31825" y="1471"/>
                    <a:pt x="31821" y="1469"/>
                  </a:cubicBezTo>
                  <a:lnTo>
                    <a:pt x="31661" y="1416"/>
                  </a:lnTo>
                  <a:cubicBezTo>
                    <a:pt x="31428" y="1338"/>
                    <a:pt x="31186" y="1264"/>
                    <a:pt x="30938" y="1191"/>
                  </a:cubicBezTo>
                  <a:lnTo>
                    <a:pt x="30758" y="1139"/>
                  </a:lnTo>
                  <a:cubicBezTo>
                    <a:pt x="30743" y="1130"/>
                    <a:pt x="30725" y="1125"/>
                    <a:pt x="30706" y="1125"/>
                  </a:cubicBezTo>
                  <a:lnTo>
                    <a:pt x="30692" y="1125"/>
                  </a:lnTo>
                  <a:cubicBezTo>
                    <a:pt x="30524" y="1075"/>
                    <a:pt x="30351" y="1027"/>
                    <a:pt x="30184" y="984"/>
                  </a:cubicBezTo>
                  <a:lnTo>
                    <a:pt x="29927" y="891"/>
                  </a:lnTo>
                  <a:lnTo>
                    <a:pt x="29424" y="768"/>
                  </a:lnTo>
                  <a:cubicBezTo>
                    <a:pt x="29418" y="726"/>
                    <a:pt x="29385" y="690"/>
                    <a:pt x="29342" y="681"/>
                  </a:cubicBezTo>
                  <a:lnTo>
                    <a:pt x="29212" y="653"/>
                  </a:lnTo>
                  <a:cubicBezTo>
                    <a:pt x="28978" y="603"/>
                    <a:pt x="28745" y="553"/>
                    <a:pt x="28486" y="504"/>
                  </a:cubicBezTo>
                  <a:lnTo>
                    <a:pt x="28477" y="506"/>
                  </a:lnTo>
                  <a:cubicBezTo>
                    <a:pt x="28225" y="460"/>
                    <a:pt x="27966" y="413"/>
                    <a:pt x="27705" y="369"/>
                  </a:cubicBezTo>
                  <a:cubicBezTo>
                    <a:pt x="26229" y="123"/>
                    <a:pt x="24744" y="1"/>
                    <a:pt x="232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>
              <a:extLst>
                <a:ext uri="{FF2B5EF4-FFF2-40B4-BE49-F238E27FC236}">
                  <a16:creationId xmlns:a16="http://schemas.microsoft.com/office/drawing/2014/main" id="{FD6EA8E0-B2E6-E88B-D090-1FBAF1C7700E}"/>
                </a:ext>
              </a:extLst>
            </p:cNvPr>
            <p:cNvSpPr/>
            <p:nvPr/>
          </p:nvSpPr>
          <p:spPr>
            <a:xfrm>
              <a:off x="5277475" y="3369800"/>
              <a:ext cx="3650" cy="1400"/>
            </a:xfrm>
            <a:custGeom>
              <a:avLst/>
              <a:gdLst/>
              <a:ahLst/>
              <a:cxnLst/>
              <a:rect l="l" t="t" r="r" b="b"/>
              <a:pathLst>
                <a:path w="146" h="56" extrusionOk="0">
                  <a:moveTo>
                    <a:pt x="1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>
              <a:extLst>
                <a:ext uri="{FF2B5EF4-FFF2-40B4-BE49-F238E27FC236}">
                  <a16:creationId xmlns:a16="http://schemas.microsoft.com/office/drawing/2014/main" id="{B34E1BA9-A992-BFEB-8DE9-902AF62F21E2}"/>
                </a:ext>
              </a:extLst>
            </p:cNvPr>
            <p:cNvSpPr/>
            <p:nvPr/>
          </p:nvSpPr>
          <p:spPr>
            <a:xfrm>
              <a:off x="5274475" y="3367125"/>
              <a:ext cx="9650" cy="6750"/>
            </a:xfrm>
            <a:custGeom>
              <a:avLst/>
              <a:gdLst/>
              <a:ahLst/>
              <a:cxnLst/>
              <a:rect l="l" t="t" r="r" b="b"/>
              <a:pathLst>
                <a:path w="386" h="270" extrusionOk="0">
                  <a:moveTo>
                    <a:pt x="121" y="1"/>
                  </a:moveTo>
                  <a:cubicBezTo>
                    <a:pt x="78" y="1"/>
                    <a:pt x="37" y="27"/>
                    <a:pt x="21" y="70"/>
                  </a:cubicBezTo>
                  <a:cubicBezTo>
                    <a:pt x="0" y="124"/>
                    <a:pt x="29" y="186"/>
                    <a:pt x="82" y="207"/>
                  </a:cubicBezTo>
                  <a:lnTo>
                    <a:pt x="228" y="262"/>
                  </a:lnTo>
                  <a:cubicBezTo>
                    <a:pt x="240" y="267"/>
                    <a:pt x="253" y="270"/>
                    <a:pt x="265" y="270"/>
                  </a:cubicBezTo>
                  <a:cubicBezTo>
                    <a:pt x="307" y="270"/>
                    <a:pt x="347" y="244"/>
                    <a:pt x="364" y="204"/>
                  </a:cubicBezTo>
                  <a:cubicBezTo>
                    <a:pt x="386" y="150"/>
                    <a:pt x="362" y="89"/>
                    <a:pt x="310" y="66"/>
                  </a:cubicBezTo>
                  <a:lnTo>
                    <a:pt x="286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8" y="7"/>
                  </a:lnTo>
                  <a:cubicBezTo>
                    <a:pt x="146" y="3"/>
                    <a:pt x="133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>
              <a:extLst>
                <a:ext uri="{FF2B5EF4-FFF2-40B4-BE49-F238E27FC236}">
                  <a16:creationId xmlns:a16="http://schemas.microsoft.com/office/drawing/2014/main" id="{C0E27CEC-6A05-171F-36AB-D04026B208B7}"/>
                </a:ext>
              </a:extLst>
            </p:cNvPr>
            <p:cNvSpPr/>
            <p:nvPr/>
          </p:nvSpPr>
          <p:spPr>
            <a:xfrm>
              <a:off x="5253800" y="3361050"/>
              <a:ext cx="13125" cy="4625"/>
            </a:xfrm>
            <a:custGeom>
              <a:avLst/>
              <a:gdLst/>
              <a:ahLst/>
              <a:cxnLst/>
              <a:rect l="l" t="t" r="r" b="b"/>
              <a:pathLst>
                <a:path w="525" h="185" extrusionOk="0">
                  <a:moveTo>
                    <a:pt x="1" y="0"/>
                  </a:moveTo>
                  <a:lnTo>
                    <a:pt x="104" y="38"/>
                  </a:lnTo>
                  <a:lnTo>
                    <a:pt x="113" y="38"/>
                  </a:lnTo>
                  <a:lnTo>
                    <a:pt x="1" y="0"/>
                  </a:lnTo>
                  <a:close/>
                  <a:moveTo>
                    <a:pt x="99" y="38"/>
                  </a:moveTo>
                  <a:lnTo>
                    <a:pt x="261" y="99"/>
                  </a:lnTo>
                  <a:lnTo>
                    <a:pt x="282" y="99"/>
                  </a:lnTo>
                  <a:lnTo>
                    <a:pt x="113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>
              <a:extLst>
                <a:ext uri="{FF2B5EF4-FFF2-40B4-BE49-F238E27FC236}">
                  <a16:creationId xmlns:a16="http://schemas.microsoft.com/office/drawing/2014/main" id="{FA278FC9-7483-CFE7-2B70-45B2432865E6}"/>
                </a:ext>
              </a:extLst>
            </p:cNvPr>
            <p:cNvSpPr/>
            <p:nvPr/>
          </p:nvSpPr>
          <p:spPr>
            <a:xfrm>
              <a:off x="5250800" y="3358375"/>
              <a:ext cx="19150" cy="10000"/>
            </a:xfrm>
            <a:custGeom>
              <a:avLst/>
              <a:gdLst/>
              <a:ahLst/>
              <a:cxnLst/>
              <a:rect l="l" t="t" r="r" b="b"/>
              <a:pathLst>
                <a:path w="766" h="400" extrusionOk="0">
                  <a:moveTo>
                    <a:pt x="120" y="0"/>
                  </a:moveTo>
                  <a:cubicBezTo>
                    <a:pt x="77" y="0"/>
                    <a:pt x="36" y="27"/>
                    <a:pt x="21" y="70"/>
                  </a:cubicBezTo>
                  <a:cubicBezTo>
                    <a:pt x="0" y="127"/>
                    <a:pt x="29" y="186"/>
                    <a:pt x="84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2" y="246"/>
                  </a:cubicBezTo>
                  <a:lnTo>
                    <a:pt x="344" y="305"/>
                  </a:lnTo>
                  <a:cubicBezTo>
                    <a:pt x="356" y="310"/>
                    <a:pt x="368" y="311"/>
                    <a:pt x="381" y="311"/>
                  </a:cubicBezTo>
                  <a:lnTo>
                    <a:pt x="609" y="393"/>
                  </a:lnTo>
                  <a:cubicBezTo>
                    <a:pt x="621" y="398"/>
                    <a:pt x="633" y="399"/>
                    <a:pt x="645" y="399"/>
                  </a:cubicBezTo>
                  <a:cubicBezTo>
                    <a:pt x="690" y="399"/>
                    <a:pt x="730" y="372"/>
                    <a:pt x="746" y="328"/>
                  </a:cubicBezTo>
                  <a:cubicBezTo>
                    <a:pt x="766" y="273"/>
                    <a:pt x="737" y="212"/>
                    <a:pt x="681" y="192"/>
                  </a:cubicBezTo>
                  <a:lnTo>
                    <a:pt x="438" y="104"/>
                  </a:lnTo>
                  <a:cubicBezTo>
                    <a:pt x="435" y="103"/>
                    <a:pt x="431" y="101"/>
                    <a:pt x="426" y="101"/>
                  </a:cubicBezTo>
                  <a:lnTo>
                    <a:pt x="285" y="52"/>
                  </a:lnTo>
                  <a:cubicBezTo>
                    <a:pt x="279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5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>
              <a:extLst>
                <a:ext uri="{FF2B5EF4-FFF2-40B4-BE49-F238E27FC236}">
                  <a16:creationId xmlns:a16="http://schemas.microsoft.com/office/drawing/2014/main" id="{B579E83D-CA22-6B74-C8FA-F5E3D47A5131}"/>
                </a:ext>
              </a:extLst>
            </p:cNvPr>
            <p:cNvSpPr/>
            <p:nvPr/>
          </p:nvSpPr>
          <p:spPr>
            <a:xfrm>
              <a:off x="5274575" y="3367225"/>
              <a:ext cx="5500" cy="5350"/>
            </a:xfrm>
            <a:custGeom>
              <a:avLst/>
              <a:gdLst/>
              <a:ahLst/>
              <a:cxnLst/>
              <a:rect l="l" t="t" r="r" b="b"/>
              <a:pathLst>
                <a:path w="220" h="214" extrusionOk="0">
                  <a:moveTo>
                    <a:pt x="102" y="1"/>
                  </a:moveTo>
                  <a:cubicBezTo>
                    <a:pt x="42" y="1"/>
                    <a:pt x="1" y="48"/>
                    <a:pt x="1" y="108"/>
                  </a:cubicBezTo>
                  <a:cubicBezTo>
                    <a:pt x="1" y="166"/>
                    <a:pt x="54" y="213"/>
                    <a:pt x="112" y="213"/>
                  </a:cubicBezTo>
                  <a:cubicBezTo>
                    <a:pt x="172" y="213"/>
                    <a:pt x="220" y="166"/>
                    <a:pt x="220" y="108"/>
                  </a:cubicBezTo>
                  <a:cubicBezTo>
                    <a:pt x="220" y="48"/>
                    <a:pt x="172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>
              <a:extLst>
                <a:ext uri="{FF2B5EF4-FFF2-40B4-BE49-F238E27FC236}">
                  <a16:creationId xmlns:a16="http://schemas.microsoft.com/office/drawing/2014/main" id="{0855CD87-D804-241E-75B9-08BFE2BC17F1}"/>
                </a:ext>
              </a:extLst>
            </p:cNvPr>
            <p:cNvSpPr/>
            <p:nvPr/>
          </p:nvSpPr>
          <p:spPr>
            <a:xfrm>
              <a:off x="5239475" y="3356100"/>
              <a:ext cx="3975" cy="1325"/>
            </a:xfrm>
            <a:custGeom>
              <a:avLst/>
              <a:gdLst/>
              <a:ahLst/>
              <a:cxnLst/>
              <a:rect l="l" t="t" r="r" b="b"/>
              <a:pathLst>
                <a:path w="159" h="53" extrusionOk="0">
                  <a:moveTo>
                    <a:pt x="158" y="52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>
              <a:extLst>
                <a:ext uri="{FF2B5EF4-FFF2-40B4-BE49-F238E27FC236}">
                  <a16:creationId xmlns:a16="http://schemas.microsoft.com/office/drawing/2014/main" id="{F7FB4512-7AA4-573E-220D-599422AA626F}"/>
                </a:ext>
              </a:extLst>
            </p:cNvPr>
            <p:cNvSpPr/>
            <p:nvPr/>
          </p:nvSpPr>
          <p:spPr>
            <a:xfrm>
              <a:off x="5236800" y="3353425"/>
              <a:ext cx="9300" cy="6675"/>
            </a:xfrm>
            <a:custGeom>
              <a:avLst/>
              <a:gdLst/>
              <a:ahLst/>
              <a:cxnLst/>
              <a:rect l="l" t="t" r="r" b="b"/>
              <a:pathLst>
                <a:path w="372" h="267" extrusionOk="0">
                  <a:moveTo>
                    <a:pt x="107" y="0"/>
                  </a:moveTo>
                  <a:cubicBezTo>
                    <a:pt x="62" y="0"/>
                    <a:pt x="22" y="28"/>
                    <a:pt x="6" y="73"/>
                  </a:cubicBezTo>
                  <a:cubicBezTo>
                    <a:pt x="2" y="83"/>
                    <a:pt x="0" y="95"/>
                    <a:pt x="0" y="107"/>
                  </a:cubicBezTo>
                  <a:cubicBezTo>
                    <a:pt x="0" y="152"/>
                    <a:pt x="29" y="192"/>
                    <a:pt x="73" y="207"/>
                  </a:cubicBezTo>
                  <a:lnTo>
                    <a:pt x="231" y="261"/>
                  </a:lnTo>
                  <a:cubicBezTo>
                    <a:pt x="242" y="265"/>
                    <a:pt x="254" y="267"/>
                    <a:pt x="265" y="267"/>
                  </a:cubicBezTo>
                  <a:cubicBezTo>
                    <a:pt x="310" y="267"/>
                    <a:pt x="350" y="238"/>
                    <a:pt x="365" y="194"/>
                  </a:cubicBezTo>
                  <a:cubicBezTo>
                    <a:pt x="370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300" y="60"/>
                  </a:cubicBezTo>
                  <a:lnTo>
                    <a:pt x="142" y="6"/>
                  </a:lnTo>
                  <a:cubicBezTo>
                    <a:pt x="130" y="2"/>
                    <a:pt x="118" y="0"/>
                    <a:pt x="10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>
              <a:extLst>
                <a:ext uri="{FF2B5EF4-FFF2-40B4-BE49-F238E27FC236}">
                  <a16:creationId xmlns:a16="http://schemas.microsoft.com/office/drawing/2014/main" id="{F378EF4D-B09E-3493-9703-C843EB129A6C}"/>
                </a:ext>
              </a:extLst>
            </p:cNvPr>
            <p:cNvSpPr/>
            <p:nvPr/>
          </p:nvSpPr>
          <p:spPr>
            <a:xfrm>
              <a:off x="5267775" y="3366000"/>
              <a:ext cx="12050" cy="4675"/>
            </a:xfrm>
            <a:custGeom>
              <a:avLst/>
              <a:gdLst/>
              <a:ahLst/>
              <a:cxnLst/>
              <a:rect l="l" t="t" r="r" b="b"/>
              <a:pathLst>
                <a:path w="482" h="187" extrusionOk="0">
                  <a:moveTo>
                    <a:pt x="0" y="0"/>
                  </a:moveTo>
                  <a:lnTo>
                    <a:pt x="64" y="26"/>
                  </a:lnTo>
                  <a:lnTo>
                    <a:pt x="42" y="26"/>
                  </a:lnTo>
                  <a:lnTo>
                    <a:pt x="185" y="81"/>
                  </a:lnTo>
                  <a:lnTo>
                    <a:pt x="230" y="90"/>
                  </a:lnTo>
                  <a:lnTo>
                    <a:pt x="230" y="90"/>
                  </a:lnTo>
                  <a:lnTo>
                    <a:pt x="481" y="186"/>
                  </a:lnTo>
                  <a:lnTo>
                    <a:pt x="481" y="186"/>
                  </a:lnTo>
                  <a:lnTo>
                    <a:pt x="350" y="136"/>
                  </a:lnTo>
                  <a:lnTo>
                    <a:pt x="255" y="99"/>
                  </a:lnTo>
                  <a:lnTo>
                    <a:pt x="67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>
              <a:extLst>
                <a:ext uri="{FF2B5EF4-FFF2-40B4-BE49-F238E27FC236}">
                  <a16:creationId xmlns:a16="http://schemas.microsoft.com/office/drawing/2014/main" id="{88F0400B-D28E-4C2D-B7D4-50CD7BD8ECEE}"/>
                </a:ext>
              </a:extLst>
            </p:cNvPr>
            <p:cNvSpPr/>
            <p:nvPr/>
          </p:nvSpPr>
          <p:spPr>
            <a:xfrm>
              <a:off x="5264750" y="3363325"/>
              <a:ext cx="18075" cy="10000"/>
            </a:xfrm>
            <a:custGeom>
              <a:avLst/>
              <a:gdLst/>
              <a:ahLst/>
              <a:cxnLst/>
              <a:rect l="l" t="t" r="r" b="b"/>
              <a:pathLst>
                <a:path w="723" h="400" extrusionOk="0">
                  <a:moveTo>
                    <a:pt x="122" y="1"/>
                  </a:moveTo>
                  <a:cubicBezTo>
                    <a:pt x="80" y="1"/>
                    <a:pt x="39" y="26"/>
                    <a:pt x="23" y="69"/>
                  </a:cubicBezTo>
                  <a:cubicBezTo>
                    <a:pt x="1" y="122"/>
                    <a:pt x="27" y="185"/>
                    <a:pt x="83" y="206"/>
                  </a:cubicBezTo>
                  <a:lnTo>
                    <a:pt x="87" y="209"/>
                  </a:lnTo>
                  <a:cubicBezTo>
                    <a:pt x="97" y="219"/>
                    <a:pt x="109" y="226"/>
                    <a:pt x="124" y="232"/>
                  </a:cubicBezTo>
                  <a:lnTo>
                    <a:pt x="563" y="393"/>
                  </a:lnTo>
                  <a:cubicBezTo>
                    <a:pt x="577" y="398"/>
                    <a:pt x="589" y="399"/>
                    <a:pt x="602" y="399"/>
                  </a:cubicBezTo>
                  <a:cubicBezTo>
                    <a:pt x="645" y="399"/>
                    <a:pt x="686" y="374"/>
                    <a:pt x="702" y="331"/>
                  </a:cubicBezTo>
                  <a:cubicBezTo>
                    <a:pt x="723" y="276"/>
                    <a:pt x="694" y="215"/>
                    <a:pt x="639" y="194"/>
                  </a:cubicBezTo>
                  <a:lnTo>
                    <a:pt x="160" y="8"/>
                  </a:lnTo>
                  <a:cubicBezTo>
                    <a:pt x="148" y="3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0">
              <a:extLst>
                <a:ext uri="{FF2B5EF4-FFF2-40B4-BE49-F238E27FC236}">
                  <a16:creationId xmlns:a16="http://schemas.microsoft.com/office/drawing/2014/main" id="{C3C0724E-921D-DD5E-72A9-50D60666354B}"/>
                </a:ext>
              </a:extLst>
            </p:cNvPr>
            <p:cNvSpPr/>
            <p:nvPr/>
          </p:nvSpPr>
          <p:spPr>
            <a:xfrm>
              <a:off x="5243525" y="3357400"/>
              <a:ext cx="9800" cy="3400"/>
            </a:xfrm>
            <a:custGeom>
              <a:avLst/>
              <a:gdLst/>
              <a:ahLst/>
              <a:cxnLst/>
              <a:rect l="l" t="t" r="r" b="b"/>
              <a:pathLst>
                <a:path w="392" h="136" extrusionOk="0">
                  <a:moveTo>
                    <a:pt x="1" y="0"/>
                  </a:moveTo>
                  <a:lnTo>
                    <a:pt x="141" y="50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" y="0"/>
                  </a:lnTo>
                  <a:close/>
                  <a:moveTo>
                    <a:pt x="186" y="65"/>
                  </a:moveTo>
                  <a:lnTo>
                    <a:pt x="214" y="75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186" y="65"/>
                  </a:lnTo>
                  <a:close/>
                  <a:moveTo>
                    <a:pt x="235" y="82"/>
                  </a:moveTo>
                  <a:lnTo>
                    <a:pt x="391" y="136"/>
                  </a:lnTo>
                  <a:lnTo>
                    <a:pt x="297" y="103"/>
                  </a:lnTo>
                  <a:lnTo>
                    <a:pt x="235" y="8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0">
              <a:extLst>
                <a:ext uri="{FF2B5EF4-FFF2-40B4-BE49-F238E27FC236}">
                  <a16:creationId xmlns:a16="http://schemas.microsoft.com/office/drawing/2014/main" id="{86B508DD-F620-7AA3-56A2-85AF63CD6C5E}"/>
                </a:ext>
              </a:extLst>
            </p:cNvPr>
            <p:cNvSpPr/>
            <p:nvPr/>
          </p:nvSpPr>
          <p:spPr>
            <a:xfrm>
              <a:off x="5240525" y="3354750"/>
              <a:ext cx="15775" cy="8700"/>
            </a:xfrm>
            <a:custGeom>
              <a:avLst/>
              <a:gdLst/>
              <a:ahLst/>
              <a:cxnLst/>
              <a:rect l="l" t="t" r="r" b="b"/>
              <a:pathLst>
                <a:path w="631" h="348" extrusionOk="0">
                  <a:moveTo>
                    <a:pt x="120" y="1"/>
                  </a:moveTo>
                  <a:cubicBezTo>
                    <a:pt x="76" y="1"/>
                    <a:pt x="35" y="28"/>
                    <a:pt x="20" y="72"/>
                  </a:cubicBezTo>
                  <a:cubicBezTo>
                    <a:pt x="0" y="127"/>
                    <a:pt x="30" y="188"/>
                    <a:pt x="85" y="208"/>
                  </a:cubicBezTo>
                  <a:lnTo>
                    <a:pt x="477" y="342"/>
                  </a:lnTo>
                  <a:cubicBezTo>
                    <a:pt x="489" y="346"/>
                    <a:pt x="499" y="348"/>
                    <a:pt x="511" y="348"/>
                  </a:cubicBezTo>
                  <a:cubicBezTo>
                    <a:pt x="556" y="348"/>
                    <a:pt x="596" y="319"/>
                    <a:pt x="612" y="276"/>
                  </a:cubicBezTo>
                  <a:cubicBezTo>
                    <a:pt x="630" y="220"/>
                    <a:pt x="600" y="160"/>
                    <a:pt x="545" y="141"/>
                  </a:cubicBezTo>
                  <a:lnTo>
                    <a:pt x="155" y="7"/>
                  </a:lnTo>
                  <a:cubicBezTo>
                    <a:pt x="144" y="3"/>
                    <a:pt x="132" y="1"/>
                    <a:pt x="1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>
              <a:extLst>
                <a:ext uri="{FF2B5EF4-FFF2-40B4-BE49-F238E27FC236}">
                  <a16:creationId xmlns:a16="http://schemas.microsoft.com/office/drawing/2014/main" id="{E128978B-59A4-975D-F783-437EAFC4F0D9}"/>
                </a:ext>
              </a:extLst>
            </p:cNvPr>
            <p:cNvSpPr/>
            <p:nvPr/>
          </p:nvSpPr>
          <p:spPr>
            <a:xfrm>
              <a:off x="5138200" y="3329850"/>
              <a:ext cx="2550" cy="425"/>
            </a:xfrm>
            <a:custGeom>
              <a:avLst/>
              <a:gdLst/>
              <a:ahLst/>
              <a:cxnLst/>
              <a:rect l="l" t="t" r="r" b="b"/>
              <a:pathLst>
                <a:path w="102" h="17" extrusionOk="0">
                  <a:moveTo>
                    <a:pt x="0" y="1"/>
                  </a:moveTo>
                  <a:lnTo>
                    <a:pt x="102" y="17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>
              <a:extLst>
                <a:ext uri="{FF2B5EF4-FFF2-40B4-BE49-F238E27FC236}">
                  <a16:creationId xmlns:a16="http://schemas.microsoft.com/office/drawing/2014/main" id="{F7DC51C0-89BC-DA2C-E534-D206D321A973}"/>
                </a:ext>
              </a:extLst>
            </p:cNvPr>
            <p:cNvSpPr/>
            <p:nvPr/>
          </p:nvSpPr>
          <p:spPr>
            <a:xfrm>
              <a:off x="5135525" y="3327175"/>
              <a:ext cx="7900" cy="5800"/>
            </a:xfrm>
            <a:custGeom>
              <a:avLst/>
              <a:gdLst/>
              <a:ahLst/>
              <a:cxnLst/>
              <a:rect l="l" t="t" r="r" b="b"/>
              <a:pathLst>
                <a:path w="316" h="232" extrusionOk="0">
                  <a:moveTo>
                    <a:pt x="105" y="0"/>
                  </a:moveTo>
                  <a:cubicBezTo>
                    <a:pt x="54" y="0"/>
                    <a:pt x="10" y="38"/>
                    <a:pt x="2" y="90"/>
                  </a:cubicBezTo>
                  <a:cubicBezTo>
                    <a:pt x="0" y="96"/>
                    <a:pt x="0" y="102"/>
                    <a:pt x="0" y="108"/>
                  </a:cubicBezTo>
                  <a:cubicBezTo>
                    <a:pt x="0" y="158"/>
                    <a:pt x="37" y="204"/>
                    <a:pt x="89" y="213"/>
                  </a:cubicBezTo>
                  <a:lnTo>
                    <a:pt x="192" y="230"/>
                  </a:lnTo>
                  <a:cubicBezTo>
                    <a:pt x="198" y="231"/>
                    <a:pt x="204" y="231"/>
                    <a:pt x="209" y="231"/>
                  </a:cubicBezTo>
                  <a:cubicBezTo>
                    <a:pt x="261" y="231"/>
                    <a:pt x="305" y="194"/>
                    <a:pt x="314" y="142"/>
                  </a:cubicBezTo>
                  <a:cubicBezTo>
                    <a:pt x="316" y="136"/>
                    <a:pt x="316" y="130"/>
                    <a:pt x="316" y="124"/>
                  </a:cubicBezTo>
                  <a:cubicBezTo>
                    <a:pt x="316" y="73"/>
                    <a:pt x="279" y="27"/>
                    <a:pt x="226" y="20"/>
                  </a:cubicBezTo>
                  <a:lnTo>
                    <a:pt x="124" y="2"/>
                  </a:lnTo>
                  <a:cubicBezTo>
                    <a:pt x="117" y="1"/>
                    <a:pt x="111" y="0"/>
                    <a:pt x="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>
              <a:extLst>
                <a:ext uri="{FF2B5EF4-FFF2-40B4-BE49-F238E27FC236}">
                  <a16:creationId xmlns:a16="http://schemas.microsoft.com/office/drawing/2014/main" id="{36AB8633-7AAC-2D35-C041-3AFE0255D746}"/>
                </a:ext>
              </a:extLst>
            </p:cNvPr>
            <p:cNvSpPr/>
            <p:nvPr/>
          </p:nvSpPr>
          <p:spPr>
            <a:xfrm>
              <a:off x="4846575" y="3893975"/>
              <a:ext cx="318750" cy="318725"/>
            </a:xfrm>
            <a:custGeom>
              <a:avLst/>
              <a:gdLst/>
              <a:ahLst/>
              <a:cxnLst/>
              <a:rect l="l" t="t" r="r" b="b"/>
              <a:pathLst>
                <a:path w="12750" h="12749" extrusionOk="0">
                  <a:moveTo>
                    <a:pt x="6375" y="0"/>
                  </a:moveTo>
                  <a:cubicBezTo>
                    <a:pt x="2855" y="0"/>
                    <a:pt x="1" y="2855"/>
                    <a:pt x="1" y="6375"/>
                  </a:cubicBezTo>
                  <a:cubicBezTo>
                    <a:pt x="1" y="9894"/>
                    <a:pt x="2855" y="12749"/>
                    <a:pt x="6375" y="12749"/>
                  </a:cubicBezTo>
                  <a:cubicBezTo>
                    <a:pt x="9895" y="12749"/>
                    <a:pt x="12749" y="9894"/>
                    <a:pt x="12749" y="6375"/>
                  </a:cubicBezTo>
                  <a:cubicBezTo>
                    <a:pt x="12749" y="2855"/>
                    <a:pt x="9895" y="0"/>
                    <a:pt x="63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>
              <a:extLst>
                <a:ext uri="{FF2B5EF4-FFF2-40B4-BE49-F238E27FC236}">
                  <a16:creationId xmlns:a16="http://schemas.microsoft.com/office/drawing/2014/main" id="{D7F91438-F112-E30A-70F6-72C5E42BB481}"/>
                </a:ext>
              </a:extLst>
            </p:cNvPr>
            <p:cNvSpPr/>
            <p:nvPr/>
          </p:nvSpPr>
          <p:spPr>
            <a:xfrm>
              <a:off x="4831800" y="3891300"/>
              <a:ext cx="348300" cy="324075"/>
            </a:xfrm>
            <a:custGeom>
              <a:avLst/>
              <a:gdLst/>
              <a:ahLst/>
              <a:cxnLst/>
              <a:rect l="l" t="t" r="r" b="b"/>
              <a:pathLst>
                <a:path w="13932" h="12963" extrusionOk="0">
                  <a:moveTo>
                    <a:pt x="6969" y="214"/>
                  </a:moveTo>
                  <a:cubicBezTo>
                    <a:pt x="9991" y="214"/>
                    <a:pt x="12660" y="2411"/>
                    <a:pt x="13154" y="5487"/>
                  </a:cubicBezTo>
                  <a:cubicBezTo>
                    <a:pt x="13702" y="8900"/>
                    <a:pt x="11373" y="12122"/>
                    <a:pt x="7961" y="12670"/>
                  </a:cubicBezTo>
                  <a:cubicBezTo>
                    <a:pt x="7624" y="12725"/>
                    <a:pt x="7292" y="12750"/>
                    <a:pt x="6963" y="12750"/>
                  </a:cubicBezTo>
                  <a:cubicBezTo>
                    <a:pt x="3941" y="12750"/>
                    <a:pt x="1272" y="10552"/>
                    <a:pt x="778" y="7476"/>
                  </a:cubicBezTo>
                  <a:cubicBezTo>
                    <a:pt x="230" y="4064"/>
                    <a:pt x="2559" y="842"/>
                    <a:pt x="5972" y="294"/>
                  </a:cubicBezTo>
                  <a:cubicBezTo>
                    <a:pt x="6307" y="240"/>
                    <a:pt x="6640" y="214"/>
                    <a:pt x="6969" y="214"/>
                  </a:cubicBezTo>
                  <a:close/>
                  <a:moveTo>
                    <a:pt x="6970" y="1"/>
                  </a:moveTo>
                  <a:cubicBezTo>
                    <a:pt x="6629" y="1"/>
                    <a:pt x="6284" y="28"/>
                    <a:pt x="5937" y="84"/>
                  </a:cubicBezTo>
                  <a:cubicBezTo>
                    <a:pt x="2410" y="649"/>
                    <a:pt x="1" y="3982"/>
                    <a:pt x="567" y="7510"/>
                  </a:cubicBezTo>
                  <a:cubicBezTo>
                    <a:pt x="1079" y="10692"/>
                    <a:pt x="3837" y="12963"/>
                    <a:pt x="6962" y="12963"/>
                  </a:cubicBezTo>
                  <a:lnTo>
                    <a:pt x="6962" y="12963"/>
                  </a:lnTo>
                  <a:cubicBezTo>
                    <a:pt x="7303" y="12963"/>
                    <a:pt x="7648" y="12936"/>
                    <a:pt x="7993" y="12881"/>
                  </a:cubicBezTo>
                  <a:cubicBezTo>
                    <a:pt x="11522" y="12314"/>
                    <a:pt x="13931" y="8982"/>
                    <a:pt x="13364" y="5453"/>
                  </a:cubicBezTo>
                  <a:cubicBezTo>
                    <a:pt x="12854" y="2272"/>
                    <a:pt x="10096" y="1"/>
                    <a:pt x="6970" y="1"/>
                  </a:cubicBezTo>
                  <a:close/>
                  <a:moveTo>
                    <a:pt x="6962" y="12963"/>
                  </a:moveTo>
                  <a:lnTo>
                    <a:pt x="6962" y="12963"/>
                  </a:lnTo>
                  <a:cubicBezTo>
                    <a:pt x="6962" y="12963"/>
                    <a:pt x="6962" y="12963"/>
                    <a:pt x="6962" y="12963"/>
                  </a:cubicBezTo>
                  <a:lnTo>
                    <a:pt x="6963" y="12963"/>
                  </a:lnTo>
                  <a:cubicBezTo>
                    <a:pt x="6963" y="12963"/>
                    <a:pt x="6963" y="12963"/>
                    <a:pt x="6962" y="12963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>
              <a:extLst>
                <a:ext uri="{FF2B5EF4-FFF2-40B4-BE49-F238E27FC236}">
                  <a16:creationId xmlns:a16="http://schemas.microsoft.com/office/drawing/2014/main" id="{EA5929A6-28F6-F71B-8DB9-155DE4C794EA}"/>
                </a:ext>
              </a:extLst>
            </p:cNvPr>
            <p:cNvSpPr/>
            <p:nvPr/>
          </p:nvSpPr>
          <p:spPr>
            <a:xfrm>
              <a:off x="4926100" y="3973450"/>
              <a:ext cx="159750" cy="159750"/>
            </a:xfrm>
            <a:custGeom>
              <a:avLst/>
              <a:gdLst/>
              <a:ahLst/>
              <a:cxnLst/>
              <a:rect l="l" t="t" r="r" b="b"/>
              <a:pathLst>
                <a:path w="6390" h="6390" extrusionOk="0">
                  <a:moveTo>
                    <a:pt x="3196" y="0"/>
                  </a:moveTo>
                  <a:cubicBezTo>
                    <a:pt x="1431" y="0"/>
                    <a:pt x="0" y="1431"/>
                    <a:pt x="0" y="3194"/>
                  </a:cubicBezTo>
                  <a:cubicBezTo>
                    <a:pt x="0" y="4958"/>
                    <a:pt x="1431" y="6389"/>
                    <a:pt x="3196" y="6389"/>
                  </a:cubicBezTo>
                  <a:cubicBezTo>
                    <a:pt x="4958" y="6389"/>
                    <a:pt x="6389" y="4958"/>
                    <a:pt x="6389" y="3194"/>
                  </a:cubicBezTo>
                  <a:cubicBezTo>
                    <a:pt x="6389" y="1431"/>
                    <a:pt x="4958" y="0"/>
                    <a:pt x="3196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>
              <a:extLst>
                <a:ext uri="{FF2B5EF4-FFF2-40B4-BE49-F238E27FC236}">
                  <a16:creationId xmlns:a16="http://schemas.microsoft.com/office/drawing/2014/main" id="{137E1DD2-A1EC-59A4-8D6C-8CB33E338CAC}"/>
                </a:ext>
              </a:extLst>
            </p:cNvPr>
            <p:cNvSpPr/>
            <p:nvPr/>
          </p:nvSpPr>
          <p:spPr>
            <a:xfrm>
              <a:off x="4923425" y="3970775"/>
              <a:ext cx="165100" cy="165100"/>
            </a:xfrm>
            <a:custGeom>
              <a:avLst/>
              <a:gdLst/>
              <a:ahLst/>
              <a:cxnLst/>
              <a:rect l="l" t="t" r="r" b="b"/>
              <a:pathLst>
                <a:path w="6604" h="6604" extrusionOk="0">
                  <a:moveTo>
                    <a:pt x="3303" y="215"/>
                  </a:moveTo>
                  <a:cubicBezTo>
                    <a:pt x="5004" y="215"/>
                    <a:pt x="6389" y="1599"/>
                    <a:pt x="6389" y="3303"/>
                  </a:cubicBezTo>
                  <a:cubicBezTo>
                    <a:pt x="6389" y="5004"/>
                    <a:pt x="5004" y="6389"/>
                    <a:pt x="3303" y="6389"/>
                  </a:cubicBezTo>
                  <a:cubicBezTo>
                    <a:pt x="1599" y="6389"/>
                    <a:pt x="215" y="5004"/>
                    <a:pt x="215" y="3303"/>
                  </a:cubicBezTo>
                  <a:cubicBezTo>
                    <a:pt x="215" y="1599"/>
                    <a:pt x="1599" y="215"/>
                    <a:pt x="3303" y="215"/>
                  </a:cubicBezTo>
                  <a:close/>
                  <a:moveTo>
                    <a:pt x="3303" y="0"/>
                  </a:moveTo>
                  <a:cubicBezTo>
                    <a:pt x="1482" y="0"/>
                    <a:pt x="0" y="1482"/>
                    <a:pt x="0" y="3303"/>
                  </a:cubicBezTo>
                  <a:cubicBezTo>
                    <a:pt x="0" y="5122"/>
                    <a:pt x="1482" y="6604"/>
                    <a:pt x="3303" y="6604"/>
                  </a:cubicBezTo>
                  <a:cubicBezTo>
                    <a:pt x="5122" y="6604"/>
                    <a:pt x="6604" y="5122"/>
                    <a:pt x="6604" y="3303"/>
                  </a:cubicBezTo>
                  <a:cubicBezTo>
                    <a:pt x="6604" y="1482"/>
                    <a:pt x="5122" y="0"/>
                    <a:pt x="33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>
              <a:extLst>
                <a:ext uri="{FF2B5EF4-FFF2-40B4-BE49-F238E27FC236}">
                  <a16:creationId xmlns:a16="http://schemas.microsoft.com/office/drawing/2014/main" id="{A5CBFCED-71B9-0E5E-A1BD-8BAF0C0AA2D6}"/>
                </a:ext>
              </a:extLst>
            </p:cNvPr>
            <p:cNvSpPr/>
            <p:nvPr/>
          </p:nvSpPr>
          <p:spPr>
            <a:xfrm>
              <a:off x="4946050" y="3993400"/>
              <a:ext cx="119850" cy="119850"/>
            </a:xfrm>
            <a:custGeom>
              <a:avLst/>
              <a:gdLst/>
              <a:ahLst/>
              <a:cxnLst/>
              <a:rect l="l" t="t" r="r" b="b"/>
              <a:pathLst>
                <a:path w="4794" h="4794" extrusionOk="0">
                  <a:moveTo>
                    <a:pt x="2398" y="0"/>
                  </a:moveTo>
                  <a:cubicBezTo>
                    <a:pt x="1072" y="0"/>
                    <a:pt x="0" y="1072"/>
                    <a:pt x="0" y="2396"/>
                  </a:cubicBezTo>
                  <a:cubicBezTo>
                    <a:pt x="0" y="3721"/>
                    <a:pt x="1072" y="4793"/>
                    <a:pt x="2398" y="4793"/>
                  </a:cubicBezTo>
                  <a:cubicBezTo>
                    <a:pt x="3721" y="4793"/>
                    <a:pt x="4793" y="3721"/>
                    <a:pt x="4793" y="2396"/>
                  </a:cubicBezTo>
                  <a:cubicBezTo>
                    <a:pt x="4793" y="1072"/>
                    <a:pt x="3721" y="0"/>
                    <a:pt x="23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>
              <a:extLst>
                <a:ext uri="{FF2B5EF4-FFF2-40B4-BE49-F238E27FC236}">
                  <a16:creationId xmlns:a16="http://schemas.microsoft.com/office/drawing/2014/main" id="{726CF6EA-1CEF-D0EC-D562-4FB25051238B}"/>
                </a:ext>
              </a:extLst>
            </p:cNvPr>
            <p:cNvSpPr/>
            <p:nvPr/>
          </p:nvSpPr>
          <p:spPr>
            <a:xfrm>
              <a:off x="4943375" y="3990725"/>
              <a:ext cx="125200" cy="125200"/>
            </a:xfrm>
            <a:custGeom>
              <a:avLst/>
              <a:gdLst/>
              <a:ahLst/>
              <a:cxnLst/>
              <a:rect l="l" t="t" r="r" b="b"/>
              <a:pathLst>
                <a:path w="5008" h="5008" extrusionOk="0">
                  <a:moveTo>
                    <a:pt x="2505" y="213"/>
                  </a:moveTo>
                  <a:cubicBezTo>
                    <a:pt x="3767" y="213"/>
                    <a:pt x="4795" y="1240"/>
                    <a:pt x="4795" y="2505"/>
                  </a:cubicBezTo>
                  <a:cubicBezTo>
                    <a:pt x="4795" y="3767"/>
                    <a:pt x="3767" y="4795"/>
                    <a:pt x="2505" y="4795"/>
                  </a:cubicBezTo>
                  <a:cubicBezTo>
                    <a:pt x="1240" y="4795"/>
                    <a:pt x="213" y="3767"/>
                    <a:pt x="213" y="2505"/>
                  </a:cubicBezTo>
                  <a:cubicBezTo>
                    <a:pt x="213" y="1240"/>
                    <a:pt x="1240" y="213"/>
                    <a:pt x="2505" y="213"/>
                  </a:cubicBezTo>
                  <a:close/>
                  <a:moveTo>
                    <a:pt x="2505" y="0"/>
                  </a:moveTo>
                  <a:cubicBezTo>
                    <a:pt x="1124" y="0"/>
                    <a:pt x="0" y="1123"/>
                    <a:pt x="0" y="2505"/>
                  </a:cubicBezTo>
                  <a:cubicBezTo>
                    <a:pt x="0" y="3885"/>
                    <a:pt x="1123" y="5007"/>
                    <a:pt x="2505" y="5007"/>
                  </a:cubicBezTo>
                  <a:cubicBezTo>
                    <a:pt x="3885" y="5007"/>
                    <a:pt x="5007" y="3883"/>
                    <a:pt x="5007" y="2505"/>
                  </a:cubicBezTo>
                  <a:cubicBezTo>
                    <a:pt x="5007" y="1124"/>
                    <a:pt x="3883" y="0"/>
                    <a:pt x="25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>
              <a:extLst>
                <a:ext uri="{FF2B5EF4-FFF2-40B4-BE49-F238E27FC236}">
                  <a16:creationId xmlns:a16="http://schemas.microsoft.com/office/drawing/2014/main" id="{B013A722-32EE-BA63-5427-8EAB33C80343}"/>
                </a:ext>
              </a:extLst>
            </p:cNvPr>
            <p:cNvSpPr/>
            <p:nvPr/>
          </p:nvSpPr>
          <p:spPr>
            <a:xfrm>
              <a:off x="4971000" y="4018325"/>
              <a:ext cx="69950" cy="69975"/>
            </a:xfrm>
            <a:custGeom>
              <a:avLst/>
              <a:gdLst/>
              <a:ahLst/>
              <a:cxnLst/>
              <a:rect l="l" t="t" r="r" b="b"/>
              <a:pathLst>
                <a:path w="2798" h="2799" extrusionOk="0">
                  <a:moveTo>
                    <a:pt x="1400" y="1"/>
                  </a:moveTo>
                  <a:cubicBezTo>
                    <a:pt x="627" y="1"/>
                    <a:pt x="0" y="628"/>
                    <a:pt x="0" y="1399"/>
                  </a:cubicBezTo>
                  <a:cubicBezTo>
                    <a:pt x="0" y="2172"/>
                    <a:pt x="627" y="2799"/>
                    <a:pt x="1400" y="2799"/>
                  </a:cubicBezTo>
                  <a:cubicBezTo>
                    <a:pt x="2171" y="2799"/>
                    <a:pt x="2798" y="2172"/>
                    <a:pt x="2798" y="1399"/>
                  </a:cubicBezTo>
                  <a:cubicBezTo>
                    <a:pt x="2798" y="628"/>
                    <a:pt x="2171" y="1"/>
                    <a:pt x="140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>
              <a:extLst>
                <a:ext uri="{FF2B5EF4-FFF2-40B4-BE49-F238E27FC236}">
                  <a16:creationId xmlns:a16="http://schemas.microsoft.com/office/drawing/2014/main" id="{3DA5F182-DB49-308B-12F4-1D282710EA8F}"/>
                </a:ext>
              </a:extLst>
            </p:cNvPr>
            <p:cNvSpPr/>
            <p:nvPr/>
          </p:nvSpPr>
          <p:spPr>
            <a:xfrm>
              <a:off x="4968300" y="4015650"/>
              <a:ext cx="75325" cy="75325"/>
            </a:xfrm>
            <a:custGeom>
              <a:avLst/>
              <a:gdLst/>
              <a:ahLst/>
              <a:cxnLst/>
              <a:rect l="l" t="t" r="r" b="b"/>
              <a:pathLst>
                <a:path w="3013" h="3013" extrusionOk="0">
                  <a:moveTo>
                    <a:pt x="1508" y="215"/>
                  </a:moveTo>
                  <a:cubicBezTo>
                    <a:pt x="2219" y="215"/>
                    <a:pt x="2800" y="794"/>
                    <a:pt x="2800" y="1508"/>
                  </a:cubicBezTo>
                  <a:cubicBezTo>
                    <a:pt x="2800" y="2219"/>
                    <a:pt x="2219" y="2800"/>
                    <a:pt x="1508" y="2800"/>
                  </a:cubicBezTo>
                  <a:cubicBezTo>
                    <a:pt x="794" y="2800"/>
                    <a:pt x="215" y="2219"/>
                    <a:pt x="215" y="1508"/>
                  </a:cubicBezTo>
                  <a:cubicBezTo>
                    <a:pt x="215" y="794"/>
                    <a:pt x="794" y="215"/>
                    <a:pt x="1508" y="215"/>
                  </a:cubicBezTo>
                  <a:close/>
                  <a:moveTo>
                    <a:pt x="1508" y="1"/>
                  </a:moveTo>
                  <a:cubicBezTo>
                    <a:pt x="677" y="1"/>
                    <a:pt x="1" y="677"/>
                    <a:pt x="1" y="1508"/>
                  </a:cubicBezTo>
                  <a:cubicBezTo>
                    <a:pt x="1" y="2337"/>
                    <a:pt x="677" y="3013"/>
                    <a:pt x="1508" y="3013"/>
                  </a:cubicBezTo>
                  <a:cubicBezTo>
                    <a:pt x="2337" y="3013"/>
                    <a:pt x="3013" y="2337"/>
                    <a:pt x="3013" y="1508"/>
                  </a:cubicBezTo>
                  <a:cubicBezTo>
                    <a:pt x="3013" y="677"/>
                    <a:pt x="2337" y="1"/>
                    <a:pt x="15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>
              <a:extLst>
                <a:ext uri="{FF2B5EF4-FFF2-40B4-BE49-F238E27FC236}">
                  <a16:creationId xmlns:a16="http://schemas.microsoft.com/office/drawing/2014/main" id="{DD28E1C4-766D-C99D-4BE6-2633E4F1B6C6}"/>
                </a:ext>
              </a:extLst>
            </p:cNvPr>
            <p:cNvSpPr/>
            <p:nvPr/>
          </p:nvSpPr>
          <p:spPr>
            <a:xfrm>
              <a:off x="4475650" y="3893925"/>
              <a:ext cx="242050" cy="318750"/>
            </a:xfrm>
            <a:custGeom>
              <a:avLst/>
              <a:gdLst/>
              <a:ahLst/>
              <a:cxnLst/>
              <a:rect l="l" t="t" r="r" b="b"/>
              <a:pathLst>
                <a:path w="9682" h="12750" extrusionOk="0">
                  <a:moveTo>
                    <a:pt x="4841" y="1"/>
                  </a:moveTo>
                  <a:cubicBezTo>
                    <a:pt x="2169" y="1"/>
                    <a:pt x="1" y="2855"/>
                    <a:pt x="1" y="6375"/>
                  </a:cubicBezTo>
                  <a:cubicBezTo>
                    <a:pt x="1" y="9896"/>
                    <a:pt x="2169" y="12749"/>
                    <a:pt x="4841" y="12749"/>
                  </a:cubicBezTo>
                  <a:cubicBezTo>
                    <a:pt x="7515" y="12749"/>
                    <a:pt x="9682" y="9896"/>
                    <a:pt x="9682" y="6375"/>
                  </a:cubicBezTo>
                  <a:cubicBezTo>
                    <a:pt x="9682" y="2855"/>
                    <a:pt x="7515" y="1"/>
                    <a:pt x="48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>
              <a:extLst>
                <a:ext uri="{FF2B5EF4-FFF2-40B4-BE49-F238E27FC236}">
                  <a16:creationId xmlns:a16="http://schemas.microsoft.com/office/drawing/2014/main" id="{5582B884-C8CE-8568-F360-185860534BAB}"/>
                </a:ext>
              </a:extLst>
            </p:cNvPr>
            <p:cNvSpPr/>
            <p:nvPr/>
          </p:nvSpPr>
          <p:spPr>
            <a:xfrm>
              <a:off x="4472975" y="3891300"/>
              <a:ext cx="247425" cy="324050"/>
            </a:xfrm>
            <a:custGeom>
              <a:avLst/>
              <a:gdLst/>
              <a:ahLst/>
              <a:cxnLst/>
              <a:rect l="l" t="t" r="r" b="b"/>
              <a:pathLst>
                <a:path w="9897" h="12962" extrusionOk="0">
                  <a:moveTo>
                    <a:pt x="4948" y="213"/>
                  </a:moveTo>
                  <a:cubicBezTo>
                    <a:pt x="7558" y="213"/>
                    <a:pt x="9683" y="3026"/>
                    <a:pt x="9683" y="6482"/>
                  </a:cubicBezTo>
                  <a:cubicBezTo>
                    <a:pt x="9683" y="9937"/>
                    <a:pt x="7558" y="12749"/>
                    <a:pt x="4948" y="12749"/>
                  </a:cubicBezTo>
                  <a:cubicBezTo>
                    <a:pt x="2338" y="12749"/>
                    <a:pt x="214" y="9937"/>
                    <a:pt x="214" y="6482"/>
                  </a:cubicBezTo>
                  <a:cubicBezTo>
                    <a:pt x="214" y="3026"/>
                    <a:pt x="2338" y="213"/>
                    <a:pt x="4948" y="213"/>
                  </a:cubicBezTo>
                  <a:close/>
                  <a:moveTo>
                    <a:pt x="4948" y="0"/>
                  </a:moveTo>
                  <a:cubicBezTo>
                    <a:pt x="2221" y="0"/>
                    <a:pt x="1" y="2908"/>
                    <a:pt x="1" y="6482"/>
                  </a:cubicBezTo>
                  <a:cubicBezTo>
                    <a:pt x="1" y="10055"/>
                    <a:pt x="2221" y="12961"/>
                    <a:pt x="4948" y="12961"/>
                  </a:cubicBezTo>
                  <a:cubicBezTo>
                    <a:pt x="7676" y="12961"/>
                    <a:pt x="9896" y="10055"/>
                    <a:pt x="9896" y="6482"/>
                  </a:cubicBezTo>
                  <a:cubicBezTo>
                    <a:pt x="9896" y="2908"/>
                    <a:pt x="7676" y="0"/>
                    <a:pt x="494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>
              <a:extLst>
                <a:ext uri="{FF2B5EF4-FFF2-40B4-BE49-F238E27FC236}">
                  <a16:creationId xmlns:a16="http://schemas.microsoft.com/office/drawing/2014/main" id="{F6B6B3CF-AC2E-7B88-6F08-B3B17731E668}"/>
                </a:ext>
              </a:extLst>
            </p:cNvPr>
            <p:cNvSpPr/>
            <p:nvPr/>
          </p:nvSpPr>
          <p:spPr>
            <a:xfrm>
              <a:off x="4520100" y="3973450"/>
              <a:ext cx="121375" cy="159750"/>
            </a:xfrm>
            <a:custGeom>
              <a:avLst/>
              <a:gdLst/>
              <a:ahLst/>
              <a:cxnLst/>
              <a:rect l="l" t="t" r="r" b="b"/>
              <a:pathLst>
                <a:path w="4855" h="6390" extrusionOk="0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>
              <a:extLst>
                <a:ext uri="{FF2B5EF4-FFF2-40B4-BE49-F238E27FC236}">
                  <a16:creationId xmlns:a16="http://schemas.microsoft.com/office/drawing/2014/main" id="{4F5522C3-BFF4-2A99-0C2E-0B19BDB3C583}"/>
                </a:ext>
              </a:extLst>
            </p:cNvPr>
            <p:cNvSpPr/>
            <p:nvPr/>
          </p:nvSpPr>
          <p:spPr>
            <a:xfrm>
              <a:off x="4517450" y="3970775"/>
              <a:ext cx="126700" cy="165100"/>
            </a:xfrm>
            <a:custGeom>
              <a:avLst/>
              <a:gdLst/>
              <a:ahLst/>
              <a:cxnLst/>
              <a:rect l="l" t="t" r="r" b="b"/>
              <a:pathLst>
                <a:path w="5068" h="6604" extrusionOk="0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0">
              <a:extLst>
                <a:ext uri="{FF2B5EF4-FFF2-40B4-BE49-F238E27FC236}">
                  <a16:creationId xmlns:a16="http://schemas.microsoft.com/office/drawing/2014/main" id="{EF112213-93A8-BACE-DC9E-0A7A06297BB2}"/>
                </a:ext>
              </a:extLst>
            </p:cNvPr>
            <p:cNvSpPr/>
            <p:nvPr/>
          </p:nvSpPr>
          <p:spPr>
            <a:xfrm>
              <a:off x="4535250" y="3993400"/>
              <a:ext cx="91075" cy="119850"/>
            </a:xfrm>
            <a:custGeom>
              <a:avLst/>
              <a:gdLst/>
              <a:ahLst/>
              <a:cxnLst/>
              <a:rect l="l" t="t" r="r" b="b"/>
              <a:pathLst>
                <a:path w="3643" h="4794" extrusionOk="0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0">
              <a:extLst>
                <a:ext uri="{FF2B5EF4-FFF2-40B4-BE49-F238E27FC236}">
                  <a16:creationId xmlns:a16="http://schemas.microsoft.com/office/drawing/2014/main" id="{DE5BD79F-DA94-775E-5603-B7C94343542A}"/>
                </a:ext>
              </a:extLst>
            </p:cNvPr>
            <p:cNvSpPr/>
            <p:nvPr/>
          </p:nvSpPr>
          <p:spPr>
            <a:xfrm>
              <a:off x="4532600" y="3990725"/>
              <a:ext cx="96400" cy="125200"/>
            </a:xfrm>
            <a:custGeom>
              <a:avLst/>
              <a:gdLst/>
              <a:ahLst/>
              <a:cxnLst/>
              <a:rect l="l" t="t" r="r" b="b"/>
              <a:pathLst>
                <a:path w="3856" h="5008" extrusionOk="0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0">
              <a:extLst>
                <a:ext uri="{FF2B5EF4-FFF2-40B4-BE49-F238E27FC236}">
                  <a16:creationId xmlns:a16="http://schemas.microsoft.com/office/drawing/2014/main" id="{EBD1F7E7-44CD-F8C7-C28D-9CB7CA4C68AB}"/>
                </a:ext>
              </a:extLst>
            </p:cNvPr>
            <p:cNvSpPr/>
            <p:nvPr/>
          </p:nvSpPr>
          <p:spPr>
            <a:xfrm>
              <a:off x="4554025" y="4018325"/>
              <a:ext cx="53350" cy="69950"/>
            </a:xfrm>
            <a:custGeom>
              <a:avLst/>
              <a:gdLst/>
              <a:ahLst/>
              <a:cxnLst/>
              <a:rect l="l" t="t" r="r" b="b"/>
              <a:pathLst>
                <a:path w="2134" h="2798" extrusionOk="0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0">
              <a:extLst>
                <a:ext uri="{FF2B5EF4-FFF2-40B4-BE49-F238E27FC236}">
                  <a16:creationId xmlns:a16="http://schemas.microsoft.com/office/drawing/2014/main" id="{A36284B3-1C39-1D36-B43D-6D45A96783F8}"/>
                </a:ext>
              </a:extLst>
            </p:cNvPr>
            <p:cNvSpPr/>
            <p:nvPr/>
          </p:nvSpPr>
          <p:spPr>
            <a:xfrm>
              <a:off x="4551375" y="4015650"/>
              <a:ext cx="58650" cy="75250"/>
            </a:xfrm>
            <a:custGeom>
              <a:avLst/>
              <a:gdLst/>
              <a:ahLst/>
              <a:cxnLst/>
              <a:rect l="l" t="t" r="r" b="b"/>
              <a:pathLst>
                <a:path w="2346" h="3010" extrusionOk="0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0">
              <a:extLst>
                <a:ext uri="{FF2B5EF4-FFF2-40B4-BE49-F238E27FC236}">
                  <a16:creationId xmlns:a16="http://schemas.microsoft.com/office/drawing/2014/main" id="{AABC48A2-88FF-72A0-7DB3-684997E5AEFD}"/>
                </a:ext>
              </a:extLst>
            </p:cNvPr>
            <p:cNvSpPr/>
            <p:nvPr/>
          </p:nvSpPr>
          <p:spPr>
            <a:xfrm>
              <a:off x="4611675" y="4264750"/>
              <a:ext cx="240675" cy="151225"/>
            </a:xfrm>
            <a:custGeom>
              <a:avLst/>
              <a:gdLst/>
              <a:ahLst/>
              <a:cxnLst/>
              <a:rect l="l" t="t" r="r" b="b"/>
              <a:pathLst>
                <a:path w="9627" h="6049" extrusionOk="0">
                  <a:moveTo>
                    <a:pt x="3224" y="0"/>
                  </a:moveTo>
                  <a:cubicBezTo>
                    <a:pt x="2303" y="0"/>
                    <a:pt x="1611" y="737"/>
                    <a:pt x="1357" y="1564"/>
                  </a:cubicBezTo>
                  <a:cubicBezTo>
                    <a:pt x="864" y="3168"/>
                    <a:pt x="0" y="4401"/>
                    <a:pt x="740" y="5017"/>
                  </a:cubicBezTo>
                  <a:cubicBezTo>
                    <a:pt x="1480" y="5632"/>
                    <a:pt x="4668" y="6004"/>
                    <a:pt x="4668" y="6004"/>
                  </a:cubicBezTo>
                  <a:lnTo>
                    <a:pt x="4653" y="5965"/>
                  </a:lnTo>
                  <a:lnTo>
                    <a:pt x="4653" y="5965"/>
                  </a:lnTo>
                  <a:cubicBezTo>
                    <a:pt x="5014" y="5994"/>
                    <a:pt x="5801" y="6049"/>
                    <a:pt x="6607" y="6049"/>
                  </a:cubicBezTo>
                  <a:cubicBezTo>
                    <a:pt x="7522" y="6049"/>
                    <a:pt x="8462" y="5978"/>
                    <a:pt x="8827" y="5718"/>
                  </a:cubicBezTo>
                  <a:cubicBezTo>
                    <a:pt x="9626" y="5151"/>
                    <a:pt x="6992" y="2060"/>
                    <a:pt x="5276" y="802"/>
                  </a:cubicBezTo>
                  <a:cubicBezTo>
                    <a:pt x="4710" y="352"/>
                    <a:pt x="4026" y="74"/>
                    <a:pt x="3307" y="2"/>
                  </a:cubicBezTo>
                  <a:cubicBezTo>
                    <a:pt x="3279" y="1"/>
                    <a:pt x="3251" y="0"/>
                    <a:pt x="32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>
              <a:extLst>
                <a:ext uri="{FF2B5EF4-FFF2-40B4-BE49-F238E27FC236}">
                  <a16:creationId xmlns:a16="http://schemas.microsoft.com/office/drawing/2014/main" id="{C508A28B-95FF-A9D3-46C0-CAD459E095D6}"/>
                </a:ext>
              </a:extLst>
            </p:cNvPr>
            <p:cNvSpPr/>
            <p:nvPr/>
          </p:nvSpPr>
          <p:spPr>
            <a:xfrm>
              <a:off x="4613575" y="4262075"/>
              <a:ext cx="225325" cy="156625"/>
            </a:xfrm>
            <a:custGeom>
              <a:avLst/>
              <a:gdLst/>
              <a:ahLst/>
              <a:cxnLst/>
              <a:rect l="l" t="t" r="r" b="b"/>
              <a:pathLst>
                <a:path w="9013" h="6265" extrusionOk="0">
                  <a:moveTo>
                    <a:pt x="3131" y="214"/>
                  </a:moveTo>
                  <a:cubicBezTo>
                    <a:pt x="3160" y="214"/>
                    <a:pt x="3191" y="215"/>
                    <a:pt x="3221" y="216"/>
                  </a:cubicBezTo>
                  <a:cubicBezTo>
                    <a:pt x="3922" y="285"/>
                    <a:pt x="4583" y="554"/>
                    <a:pt x="5133" y="992"/>
                  </a:cubicBezTo>
                  <a:cubicBezTo>
                    <a:pt x="5134" y="994"/>
                    <a:pt x="5136" y="995"/>
                    <a:pt x="5137" y="995"/>
                  </a:cubicBezTo>
                  <a:cubicBezTo>
                    <a:pt x="6671" y="2121"/>
                    <a:pt x="8798" y="4600"/>
                    <a:pt x="8791" y="5502"/>
                  </a:cubicBezTo>
                  <a:cubicBezTo>
                    <a:pt x="8791" y="5612"/>
                    <a:pt x="8757" y="5690"/>
                    <a:pt x="8688" y="5739"/>
                  </a:cubicBezTo>
                  <a:cubicBezTo>
                    <a:pt x="8369" y="5966"/>
                    <a:pt x="7508" y="6049"/>
                    <a:pt x="6510" y="6049"/>
                  </a:cubicBezTo>
                  <a:cubicBezTo>
                    <a:pt x="5889" y="6049"/>
                    <a:pt x="5216" y="6017"/>
                    <a:pt x="4586" y="5967"/>
                  </a:cubicBezTo>
                  <a:cubicBezTo>
                    <a:pt x="4583" y="5967"/>
                    <a:pt x="4580" y="5965"/>
                    <a:pt x="4577" y="5965"/>
                  </a:cubicBezTo>
                  <a:cubicBezTo>
                    <a:pt x="4550" y="5965"/>
                    <a:pt x="4525" y="5976"/>
                    <a:pt x="4506" y="5992"/>
                  </a:cubicBezTo>
                  <a:cubicBezTo>
                    <a:pt x="3967" y="5925"/>
                    <a:pt x="1369" y="5571"/>
                    <a:pt x="733" y="5042"/>
                  </a:cubicBezTo>
                  <a:cubicBezTo>
                    <a:pt x="256" y="4645"/>
                    <a:pt x="538" y="3933"/>
                    <a:pt x="928" y="2949"/>
                  </a:cubicBezTo>
                  <a:cubicBezTo>
                    <a:pt x="1077" y="2573"/>
                    <a:pt x="1245" y="2149"/>
                    <a:pt x="1382" y="1702"/>
                  </a:cubicBezTo>
                  <a:cubicBezTo>
                    <a:pt x="1613" y="955"/>
                    <a:pt x="2242" y="214"/>
                    <a:pt x="3131" y="214"/>
                  </a:cubicBezTo>
                  <a:close/>
                  <a:moveTo>
                    <a:pt x="3136" y="1"/>
                  </a:moveTo>
                  <a:cubicBezTo>
                    <a:pt x="2129" y="1"/>
                    <a:pt x="1432" y="815"/>
                    <a:pt x="1178" y="1640"/>
                  </a:cubicBezTo>
                  <a:cubicBezTo>
                    <a:pt x="1044" y="2078"/>
                    <a:pt x="877" y="2497"/>
                    <a:pt x="730" y="2870"/>
                  </a:cubicBezTo>
                  <a:cubicBezTo>
                    <a:pt x="322" y="3897"/>
                    <a:pt x="0" y="4710"/>
                    <a:pt x="596" y="5204"/>
                  </a:cubicBezTo>
                  <a:cubicBezTo>
                    <a:pt x="1351" y="5834"/>
                    <a:pt x="4448" y="6202"/>
                    <a:pt x="4580" y="6217"/>
                  </a:cubicBezTo>
                  <a:cubicBezTo>
                    <a:pt x="4584" y="6217"/>
                    <a:pt x="4587" y="6217"/>
                    <a:pt x="4591" y="6217"/>
                  </a:cubicBezTo>
                  <a:cubicBezTo>
                    <a:pt x="4619" y="6217"/>
                    <a:pt x="4647" y="6207"/>
                    <a:pt x="4667" y="6187"/>
                  </a:cubicBezTo>
                  <a:cubicBezTo>
                    <a:pt x="5133" y="6223"/>
                    <a:pt x="5828" y="6265"/>
                    <a:pt x="6526" y="6265"/>
                  </a:cubicBezTo>
                  <a:cubicBezTo>
                    <a:pt x="7473" y="6265"/>
                    <a:pt x="8426" y="6187"/>
                    <a:pt x="8812" y="5912"/>
                  </a:cubicBezTo>
                  <a:cubicBezTo>
                    <a:pt x="8900" y="5851"/>
                    <a:pt x="9002" y="5730"/>
                    <a:pt x="9004" y="5504"/>
                  </a:cubicBezTo>
                  <a:cubicBezTo>
                    <a:pt x="9013" y="4441"/>
                    <a:pt x="6748" y="1912"/>
                    <a:pt x="5265" y="825"/>
                  </a:cubicBezTo>
                  <a:cubicBezTo>
                    <a:pt x="4681" y="361"/>
                    <a:pt x="3983" y="76"/>
                    <a:pt x="3237" y="4"/>
                  </a:cubicBezTo>
                  <a:cubicBezTo>
                    <a:pt x="3203" y="2"/>
                    <a:pt x="3170" y="1"/>
                    <a:pt x="31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>
              <a:extLst>
                <a:ext uri="{FF2B5EF4-FFF2-40B4-BE49-F238E27FC236}">
                  <a16:creationId xmlns:a16="http://schemas.microsoft.com/office/drawing/2014/main" id="{F95D8F96-6F4F-9510-C077-0BACA98EE780}"/>
                </a:ext>
              </a:extLst>
            </p:cNvPr>
            <p:cNvSpPr/>
            <p:nvPr/>
          </p:nvSpPr>
          <p:spPr>
            <a:xfrm>
              <a:off x="4960800" y="4183425"/>
              <a:ext cx="461575" cy="392300"/>
            </a:xfrm>
            <a:custGeom>
              <a:avLst/>
              <a:gdLst/>
              <a:ahLst/>
              <a:cxnLst/>
              <a:rect l="l" t="t" r="r" b="b"/>
              <a:pathLst>
                <a:path w="18463" h="15692" extrusionOk="0">
                  <a:moveTo>
                    <a:pt x="13461" y="1"/>
                  </a:moveTo>
                  <a:cubicBezTo>
                    <a:pt x="12070" y="1"/>
                    <a:pt x="11011" y="714"/>
                    <a:pt x="11011" y="714"/>
                  </a:cubicBezTo>
                  <a:cubicBezTo>
                    <a:pt x="5944" y="3121"/>
                    <a:pt x="5944" y="9419"/>
                    <a:pt x="5944" y="9419"/>
                  </a:cubicBezTo>
                  <a:lnTo>
                    <a:pt x="1216" y="11684"/>
                  </a:lnTo>
                  <a:lnTo>
                    <a:pt x="399" y="13816"/>
                  </a:lnTo>
                  <a:lnTo>
                    <a:pt x="372" y="13816"/>
                  </a:lnTo>
                  <a:lnTo>
                    <a:pt x="389" y="13845"/>
                  </a:lnTo>
                  <a:lnTo>
                    <a:pt x="372" y="13886"/>
                  </a:lnTo>
                  <a:lnTo>
                    <a:pt x="412" y="13886"/>
                  </a:lnTo>
                  <a:lnTo>
                    <a:pt x="730" y="14430"/>
                  </a:lnTo>
                  <a:lnTo>
                    <a:pt x="0" y="14906"/>
                  </a:lnTo>
                  <a:cubicBezTo>
                    <a:pt x="359" y="14975"/>
                    <a:pt x="733" y="15036"/>
                    <a:pt x="1114" y="15091"/>
                  </a:cubicBezTo>
                  <a:lnTo>
                    <a:pt x="1216" y="15266"/>
                  </a:lnTo>
                  <a:cubicBezTo>
                    <a:pt x="1216" y="15266"/>
                    <a:pt x="4516" y="15692"/>
                    <a:pt x="7780" y="15692"/>
                  </a:cubicBezTo>
                  <a:cubicBezTo>
                    <a:pt x="8907" y="15692"/>
                    <a:pt x="10029" y="15641"/>
                    <a:pt x="11011" y="15505"/>
                  </a:cubicBezTo>
                  <a:cubicBezTo>
                    <a:pt x="11011" y="15505"/>
                    <a:pt x="14557" y="14458"/>
                    <a:pt x="15702" y="12577"/>
                  </a:cubicBezTo>
                  <a:cubicBezTo>
                    <a:pt x="16847" y="10695"/>
                    <a:pt x="18463" y="4962"/>
                    <a:pt x="18463" y="4962"/>
                  </a:cubicBezTo>
                  <a:cubicBezTo>
                    <a:pt x="17088" y="938"/>
                    <a:pt x="15056" y="1"/>
                    <a:pt x="134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0">
              <a:extLst>
                <a:ext uri="{FF2B5EF4-FFF2-40B4-BE49-F238E27FC236}">
                  <a16:creationId xmlns:a16="http://schemas.microsoft.com/office/drawing/2014/main" id="{5A05C6F1-A332-7EF2-EF02-AFBE51001FE8}"/>
                </a:ext>
              </a:extLst>
            </p:cNvPr>
            <p:cNvSpPr/>
            <p:nvPr/>
          </p:nvSpPr>
          <p:spPr>
            <a:xfrm>
              <a:off x="4958000" y="4180725"/>
              <a:ext cx="467050" cy="397600"/>
            </a:xfrm>
            <a:custGeom>
              <a:avLst/>
              <a:gdLst/>
              <a:ahLst/>
              <a:cxnLst/>
              <a:rect l="l" t="t" r="r" b="b"/>
              <a:pathLst>
                <a:path w="18682" h="15904" extrusionOk="0">
                  <a:moveTo>
                    <a:pt x="13580" y="218"/>
                  </a:moveTo>
                  <a:cubicBezTo>
                    <a:pt x="13959" y="218"/>
                    <a:pt x="14362" y="272"/>
                    <a:pt x="14774" y="411"/>
                  </a:cubicBezTo>
                  <a:cubicBezTo>
                    <a:pt x="16340" y="939"/>
                    <a:pt x="17580" y="2507"/>
                    <a:pt x="18462" y="5073"/>
                  </a:cubicBezTo>
                  <a:cubicBezTo>
                    <a:pt x="18331" y="5536"/>
                    <a:pt x="16803" y="10854"/>
                    <a:pt x="15723" y="12629"/>
                  </a:cubicBezTo>
                  <a:cubicBezTo>
                    <a:pt x="14613" y="14453"/>
                    <a:pt x="11127" y="15501"/>
                    <a:pt x="11108" y="15507"/>
                  </a:cubicBezTo>
                  <a:cubicBezTo>
                    <a:pt x="10140" y="15642"/>
                    <a:pt x="9027" y="15692"/>
                    <a:pt x="7908" y="15692"/>
                  </a:cubicBezTo>
                  <a:cubicBezTo>
                    <a:pt x="4893" y="15692"/>
                    <a:pt x="1827" y="15328"/>
                    <a:pt x="1394" y="15275"/>
                  </a:cubicBezTo>
                  <a:lnTo>
                    <a:pt x="1318" y="15145"/>
                  </a:lnTo>
                  <a:cubicBezTo>
                    <a:pt x="1302" y="15117"/>
                    <a:pt x="1273" y="15099"/>
                    <a:pt x="1241" y="15093"/>
                  </a:cubicBezTo>
                  <a:cubicBezTo>
                    <a:pt x="949" y="15051"/>
                    <a:pt x="666" y="15005"/>
                    <a:pt x="395" y="14958"/>
                  </a:cubicBezTo>
                  <a:lnTo>
                    <a:pt x="900" y="14627"/>
                  </a:lnTo>
                  <a:cubicBezTo>
                    <a:pt x="947" y="14596"/>
                    <a:pt x="962" y="14533"/>
                    <a:pt x="934" y="14484"/>
                  </a:cubicBezTo>
                  <a:lnTo>
                    <a:pt x="618" y="13944"/>
                  </a:lnTo>
                  <a:lnTo>
                    <a:pt x="1412" y="11870"/>
                  </a:lnTo>
                  <a:lnTo>
                    <a:pt x="6102" y="9623"/>
                  </a:lnTo>
                  <a:cubicBezTo>
                    <a:pt x="6139" y="9605"/>
                    <a:pt x="6163" y="9568"/>
                    <a:pt x="6163" y="9526"/>
                  </a:cubicBezTo>
                  <a:cubicBezTo>
                    <a:pt x="6163" y="9465"/>
                    <a:pt x="6223" y="3268"/>
                    <a:pt x="11169" y="918"/>
                  </a:cubicBezTo>
                  <a:cubicBezTo>
                    <a:pt x="11173" y="915"/>
                    <a:pt x="11178" y="912"/>
                    <a:pt x="11182" y="909"/>
                  </a:cubicBezTo>
                  <a:cubicBezTo>
                    <a:pt x="11195" y="901"/>
                    <a:pt x="12234" y="218"/>
                    <a:pt x="13580" y="218"/>
                  </a:cubicBezTo>
                  <a:close/>
                  <a:moveTo>
                    <a:pt x="13562" y="1"/>
                  </a:moveTo>
                  <a:cubicBezTo>
                    <a:pt x="12210" y="1"/>
                    <a:pt x="11177" y="658"/>
                    <a:pt x="11071" y="729"/>
                  </a:cubicBezTo>
                  <a:cubicBezTo>
                    <a:pt x="6291" y="3004"/>
                    <a:pt x="5972" y="8767"/>
                    <a:pt x="5952" y="9459"/>
                  </a:cubicBezTo>
                  <a:lnTo>
                    <a:pt x="1282" y="11695"/>
                  </a:lnTo>
                  <a:cubicBezTo>
                    <a:pt x="1257" y="11707"/>
                    <a:pt x="1238" y="11728"/>
                    <a:pt x="1229" y="11753"/>
                  </a:cubicBezTo>
                  <a:lnTo>
                    <a:pt x="434" y="13830"/>
                  </a:lnTo>
                  <a:cubicBezTo>
                    <a:pt x="416" y="13839"/>
                    <a:pt x="401" y="13854"/>
                    <a:pt x="390" y="13872"/>
                  </a:cubicBezTo>
                  <a:cubicBezTo>
                    <a:pt x="376" y="13899"/>
                    <a:pt x="373" y="13930"/>
                    <a:pt x="383" y="13959"/>
                  </a:cubicBezTo>
                  <a:cubicBezTo>
                    <a:pt x="373" y="13991"/>
                    <a:pt x="377" y="14026"/>
                    <a:pt x="395" y="14054"/>
                  </a:cubicBezTo>
                  <a:cubicBezTo>
                    <a:pt x="411" y="14078"/>
                    <a:pt x="435" y="14093"/>
                    <a:pt x="462" y="14098"/>
                  </a:cubicBezTo>
                  <a:lnTo>
                    <a:pt x="699" y="14503"/>
                  </a:lnTo>
                  <a:lnTo>
                    <a:pt x="54" y="14925"/>
                  </a:lnTo>
                  <a:cubicBezTo>
                    <a:pt x="18" y="14949"/>
                    <a:pt x="0" y="14992"/>
                    <a:pt x="8" y="15034"/>
                  </a:cubicBezTo>
                  <a:cubicBezTo>
                    <a:pt x="17" y="15077"/>
                    <a:pt x="50" y="15109"/>
                    <a:pt x="93" y="15118"/>
                  </a:cubicBezTo>
                  <a:cubicBezTo>
                    <a:pt x="428" y="15182"/>
                    <a:pt x="787" y="15242"/>
                    <a:pt x="1160" y="15297"/>
                  </a:cubicBezTo>
                  <a:lnTo>
                    <a:pt x="1236" y="15428"/>
                  </a:lnTo>
                  <a:cubicBezTo>
                    <a:pt x="1253" y="15456"/>
                    <a:pt x="1282" y="15476"/>
                    <a:pt x="1315" y="15480"/>
                  </a:cubicBezTo>
                  <a:cubicBezTo>
                    <a:pt x="1358" y="15486"/>
                    <a:pt x="4649" y="15903"/>
                    <a:pt x="7901" y="15903"/>
                  </a:cubicBezTo>
                  <a:cubicBezTo>
                    <a:pt x="9037" y="15903"/>
                    <a:pt x="10167" y="15852"/>
                    <a:pt x="11154" y="15715"/>
                  </a:cubicBezTo>
                  <a:cubicBezTo>
                    <a:pt x="11300" y="15672"/>
                    <a:pt x="14753" y="14634"/>
                    <a:pt x="15905" y="12741"/>
                  </a:cubicBezTo>
                  <a:cubicBezTo>
                    <a:pt x="17046" y="10869"/>
                    <a:pt x="18611" y="5333"/>
                    <a:pt x="18678" y="5099"/>
                  </a:cubicBezTo>
                  <a:cubicBezTo>
                    <a:pt x="18682" y="5079"/>
                    <a:pt x="18682" y="5056"/>
                    <a:pt x="18675" y="5035"/>
                  </a:cubicBezTo>
                  <a:cubicBezTo>
                    <a:pt x="17769" y="2384"/>
                    <a:pt x="16480" y="759"/>
                    <a:pt x="14839" y="208"/>
                  </a:cubicBezTo>
                  <a:cubicBezTo>
                    <a:pt x="14396" y="59"/>
                    <a:pt x="13965" y="1"/>
                    <a:pt x="135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0">
              <a:extLst>
                <a:ext uri="{FF2B5EF4-FFF2-40B4-BE49-F238E27FC236}">
                  <a16:creationId xmlns:a16="http://schemas.microsoft.com/office/drawing/2014/main" id="{CD99DE20-B9D7-7605-0161-4341DDC5D75C}"/>
                </a:ext>
              </a:extLst>
            </p:cNvPr>
            <p:cNvSpPr/>
            <p:nvPr/>
          </p:nvSpPr>
          <p:spPr>
            <a:xfrm>
              <a:off x="4451750" y="4187925"/>
              <a:ext cx="170975" cy="386900"/>
            </a:xfrm>
            <a:custGeom>
              <a:avLst/>
              <a:gdLst/>
              <a:ahLst/>
              <a:cxnLst/>
              <a:rect l="l" t="t" r="r" b="b"/>
              <a:pathLst>
                <a:path w="6839" h="15476" extrusionOk="0">
                  <a:moveTo>
                    <a:pt x="428" y="1"/>
                  </a:moveTo>
                  <a:lnTo>
                    <a:pt x="428" y="1"/>
                  </a:lnTo>
                  <a:cubicBezTo>
                    <a:pt x="229" y="2636"/>
                    <a:pt x="1" y="5955"/>
                    <a:pt x="1165" y="9207"/>
                  </a:cubicBezTo>
                  <a:cubicBezTo>
                    <a:pt x="1788" y="10923"/>
                    <a:pt x="2727" y="13203"/>
                    <a:pt x="3696" y="15474"/>
                  </a:cubicBezTo>
                  <a:lnTo>
                    <a:pt x="3696" y="15475"/>
                  </a:lnTo>
                  <a:cubicBezTo>
                    <a:pt x="4541" y="15407"/>
                    <a:pt x="5377" y="15277"/>
                    <a:pt x="6202" y="15088"/>
                  </a:cubicBezTo>
                  <a:lnTo>
                    <a:pt x="6256" y="14914"/>
                  </a:lnTo>
                  <a:cubicBezTo>
                    <a:pt x="6457" y="14859"/>
                    <a:pt x="6650" y="14796"/>
                    <a:pt x="6838" y="14728"/>
                  </a:cubicBezTo>
                  <a:lnTo>
                    <a:pt x="6455" y="14253"/>
                  </a:lnTo>
                  <a:lnTo>
                    <a:pt x="6622" y="13709"/>
                  </a:lnTo>
                  <a:lnTo>
                    <a:pt x="6645" y="13709"/>
                  </a:lnTo>
                  <a:lnTo>
                    <a:pt x="6645" y="13638"/>
                  </a:lnTo>
                  <a:lnTo>
                    <a:pt x="6631" y="13638"/>
                  </a:lnTo>
                  <a:lnTo>
                    <a:pt x="6204" y="11506"/>
                  </a:lnTo>
                  <a:lnTo>
                    <a:pt x="3722" y="9239"/>
                  </a:lnTo>
                  <a:cubicBezTo>
                    <a:pt x="3722" y="9239"/>
                    <a:pt x="3722" y="2941"/>
                    <a:pt x="1067" y="534"/>
                  </a:cubicBezTo>
                  <a:cubicBezTo>
                    <a:pt x="888" y="319"/>
                    <a:pt x="671" y="138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0">
              <a:extLst>
                <a:ext uri="{FF2B5EF4-FFF2-40B4-BE49-F238E27FC236}">
                  <a16:creationId xmlns:a16="http://schemas.microsoft.com/office/drawing/2014/main" id="{5ED3C3FF-A7C6-44E6-A6E6-76EBD6D79B1E}"/>
                </a:ext>
              </a:extLst>
            </p:cNvPr>
            <p:cNvSpPr/>
            <p:nvPr/>
          </p:nvSpPr>
          <p:spPr>
            <a:xfrm>
              <a:off x="4448625" y="4185250"/>
              <a:ext cx="176875" cy="392200"/>
            </a:xfrm>
            <a:custGeom>
              <a:avLst/>
              <a:gdLst/>
              <a:ahLst/>
              <a:cxnLst/>
              <a:rect l="l" t="t" r="r" b="b"/>
              <a:pathLst>
                <a:path w="7075" h="15688" extrusionOk="0">
                  <a:moveTo>
                    <a:pt x="646" y="291"/>
                  </a:moveTo>
                  <a:lnTo>
                    <a:pt x="646" y="291"/>
                  </a:lnTo>
                  <a:cubicBezTo>
                    <a:pt x="820" y="407"/>
                    <a:pt x="978" y="550"/>
                    <a:pt x="1121" y="720"/>
                  </a:cubicBezTo>
                  <a:cubicBezTo>
                    <a:pt x="3710" y="3068"/>
                    <a:pt x="3741" y="9284"/>
                    <a:pt x="3741" y="9346"/>
                  </a:cubicBezTo>
                  <a:cubicBezTo>
                    <a:pt x="3741" y="9376"/>
                    <a:pt x="3753" y="9405"/>
                    <a:pt x="3775" y="9424"/>
                  </a:cubicBezTo>
                  <a:lnTo>
                    <a:pt x="6232" y="11668"/>
                  </a:lnTo>
                  <a:lnTo>
                    <a:pt x="6652" y="13766"/>
                  </a:lnTo>
                  <a:cubicBezTo>
                    <a:pt x="6652" y="13767"/>
                    <a:pt x="6652" y="13767"/>
                    <a:pt x="6652" y="13769"/>
                  </a:cubicBezTo>
                  <a:cubicBezTo>
                    <a:pt x="6650" y="13773"/>
                    <a:pt x="6647" y="13779"/>
                    <a:pt x="6646" y="13783"/>
                  </a:cubicBezTo>
                  <a:lnTo>
                    <a:pt x="6479" y="14328"/>
                  </a:lnTo>
                  <a:cubicBezTo>
                    <a:pt x="6469" y="14361"/>
                    <a:pt x="6476" y="14398"/>
                    <a:pt x="6499" y="14425"/>
                  </a:cubicBezTo>
                  <a:lnTo>
                    <a:pt x="6786" y="14784"/>
                  </a:lnTo>
                  <a:cubicBezTo>
                    <a:pt x="6644" y="14832"/>
                    <a:pt x="6500" y="14876"/>
                    <a:pt x="6353" y="14918"/>
                  </a:cubicBezTo>
                  <a:cubicBezTo>
                    <a:pt x="6317" y="14927"/>
                    <a:pt x="6290" y="14955"/>
                    <a:pt x="6280" y="14990"/>
                  </a:cubicBezTo>
                  <a:lnTo>
                    <a:pt x="6244" y="15106"/>
                  </a:lnTo>
                  <a:cubicBezTo>
                    <a:pt x="5470" y="15280"/>
                    <a:pt x="4679" y="15402"/>
                    <a:pt x="3890" y="15469"/>
                  </a:cubicBezTo>
                  <a:cubicBezTo>
                    <a:pt x="2772" y="12851"/>
                    <a:pt x="1932" y="10768"/>
                    <a:pt x="1391" y="9278"/>
                  </a:cubicBezTo>
                  <a:cubicBezTo>
                    <a:pt x="244" y="6074"/>
                    <a:pt x="461" y="2756"/>
                    <a:pt x="646" y="291"/>
                  </a:cubicBezTo>
                  <a:close/>
                  <a:moveTo>
                    <a:pt x="552" y="1"/>
                  </a:moveTo>
                  <a:cubicBezTo>
                    <a:pt x="535" y="1"/>
                    <a:pt x="518" y="5"/>
                    <a:pt x="503" y="14"/>
                  </a:cubicBezTo>
                  <a:cubicBezTo>
                    <a:pt x="470" y="30"/>
                    <a:pt x="449" y="63"/>
                    <a:pt x="446" y="100"/>
                  </a:cubicBezTo>
                  <a:cubicBezTo>
                    <a:pt x="258" y="2602"/>
                    <a:pt x="1" y="6026"/>
                    <a:pt x="1190" y="9351"/>
                  </a:cubicBezTo>
                  <a:cubicBezTo>
                    <a:pt x="1737" y="10858"/>
                    <a:pt x="2590" y="12968"/>
                    <a:pt x="3725" y="15624"/>
                  </a:cubicBezTo>
                  <a:cubicBezTo>
                    <a:pt x="3741" y="15663"/>
                    <a:pt x="3780" y="15688"/>
                    <a:pt x="3821" y="15688"/>
                  </a:cubicBezTo>
                  <a:lnTo>
                    <a:pt x="3830" y="15688"/>
                  </a:lnTo>
                  <a:cubicBezTo>
                    <a:pt x="4675" y="15619"/>
                    <a:pt x="5523" y="15488"/>
                    <a:pt x="6351" y="15299"/>
                  </a:cubicBezTo>
                  <a:cubicBezTo>
                    <a:pt x="6388" y="15290"/>
                    <a:pt x="6418" y="15263"/>
                    <a:pt x="6430" y="15226"/>
                  </a:cubicBezTo>
                  <a:lnTo>
                    <a:pt x="6466" y="15107"/>
                  </a:lnTo>
                  <a:cubicBezTo>
                    <a:pt x="6649" y="15055"/>
                    <a:pt x="6828" y="14998"/>
                    <a:pt x="7000" y="14936"/>
                  </a:cubicBezTo>
                  <a:cubicBezTo>
                    <a:pt x="7032" y="14924"/>
                    <a:pt x="7057" y="14897"/>
                    <a:pt x="7066" y="14863"/>
                  </a:cubicBezTo>
                  <a:cubicBezTo>
                    <a:pt x="7075" y="14830"/>
                    <a:pt x="7067" y="14794"/>
                    <a:pt x="7046" y="14768"/>
                  </a:cubicBezTo>
                  <a:lnTo>
                    <a:pt x="6700" y="14336"/>
                  </a:lnTo>
                  <a:lnTo>
                    <a:pt x="6834" y="13901"/>
                  </a:lnTo>
                  <a:cubicBezTo>
                    <a:pt x="6859" y="13882"/>
                    <a:pt x="6875" y="13850"/>
                    <a:pt x="6875" y="13815"/>
                  </a:cubicBezTo>
                  <a:lnTo>
                    <a:pt x="6875" y="13745"/>
                  </a:lnTo>
                  <a:cubicBezTo>
                    <a:pt x="6875" y="13722"/>
                    <a:pt x="6866" y="13702"/>
                    <a:pt x="6853" y="13685"/>
                  </a:cubicBezTo>
                  <a:lnTo>
                    <a:pt x="6435" y="11592"/>
                  </a:lnTo>
                  <a:cubicBezTo>
                    <a:pt x="6430" y="11569"/>
                    <a:pt x="6418" y="11549"/>
                    <a:pt x="6402" y="11534"/>
                  </a:cubicBezTo>
                  <a:lnTo>
                    <a:pt x="3954" y="9299"/>
                  </a:lnTo>
                  <a:cubicBezTo>
                    <a:pt x="3949" y="8670"/>
                    <a:pt x="3832" y="2890"/>
                    <a:pt x="1274" y="572"/>
                  </a:cubicBezTo>
                  <a:cubicBezTo>
                    <a:pt x="1086" y="346"/>
                    <a:pt x="861" y="158"/>
                    <a:pt x="605" y="15"/>
                  </a:cubicBezTo>
                  <a:cubicBezTo>
                    <a:pt x="589" y="5"/>
                    <a:pt x="570" y="1"/>
                    <a:pt x="55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0">
              <a:extLst>
                <a:ext uri="{FF2B5EF4-FFF2-40B4-BE49-F238E27FC236}">
                  <a16:creationId xmlns:a16="http://schemas.microsoft.com/office/drawing/2014/main" id="{D18DF668-4BFB-9905-CB4E-BA746557B87D}"/>
                </a:ext>
              </a:extLst>
            </p:cNvPr>
            <p:cNvSpPr/>
            <p:nvPr/>
          </p:nvSpPr>
          <p:spPr>
            <a:xfrm>
              <a:off x="531620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0">
              <a:extLst>
                <a:ext uri="{FF2B5EF4-FFF2-40B4-BE49-F238E27FC236}">
                  <a16:creationId xmlns:a16="http://schemas.microsoft.com/office/drawing/2014/main" id="{D1269A7F-345F-BFD0-3F47-F29F1B42616C}"/>
                </a:ext>
              </a:extLst>
            </p:cNvPr>
            <p:cNvSpPr/>
            <p:nvPr/>
          </p:nvSpPr>
          <p:spPr>
            <a:xfrm>
              <a:off x="5313525" y="3860200"/>
              <a:ext cx="350725" cy="504900"/>
            </a:xfrm>
            <a:custGeom>
              <a:avLst/>
              <a:gdLst/>
              <a:ahLst/>
              <a:cxnLst/>
              <a:rect l="l" t="t" r="r" b="b"/>
              <a:pathLst>
                <a:path w="14029" h="20196" extrusionOk="0">
                  <a:moveTo>
                    <a:pt x="7014" y="214"/>
                  </a:moveTo>
                  <a:cubicBezTo>
                    <a:pt x="10764" y="214"/>
                    <a:pt x="13814" y="4648"/>
                    <a:pt x="13814" y="10099"/>
                  </a:cubicBezTo>
                  <a:cubicBezTo>
                    <a:pt x="13814" y="15548"/>
                    <a:pt x="10764" y="19983"/>
                    <a:pt x="7014" y="19983"/>
                  </a:cubicBezTo>
                  <a:cubicBezTo>
                    <a:pt x="3265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4" y="20195"/>
                  </a:cubicBezTo>
                  <a:cubicBezTo>
                    <a:pt x="10881" y="20195"/>
                    <a:pt x="14029" y="15666"/>
                    <a:pt x="14029" y="10099"/>
                  </a:cubicBezTo>
                  <a:cubicBezTo>
                    <a:pt x="14029" y="4530"/>
                    <a:pt x="10881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0">
              <a:extLst>
                <a:ext uri="{FF2B5EF4-FFF2-40B4-BE49-F238E27FC236}">
                  <a16:creationId xmlns:a16="http://schemas.microsoft.com/office/drawing/2014/main" id="{F70EF0D6-3635-5298-6EE2-0115A113C06B}"/>
                </a:ext>
              </a:extLst>
            </p:cNvPr>
            <p:cNvSpPr/>
            <p:nvPr/>
          </p:nvSpPr>
          <p:spPr>
            <a:xfrm>
              <a:off x="5368650" y="3938800"/>
              <a:ext cx="240475" cy="347725"/>
            </a:xfrm>
            <a:custGeom>
              <a:avLst/>
              <a:gdLst/>
              <a:ahLst/>
              <a:cxnLst/>
              <a:rect l="l" t="t" r="r" b="b"/>
              <a:pathLst>
                <a:path w="9619" h="13909" extrusionOk="0">
                  <a:moveTo>
                    <a:pt x="4809" y="0"/>
                  </a:moveTo>
                  <a:cubicBezTo>
                    <a:pt x="2153" y="0"/>
                    <a:pt x="0" y="3114"/>
                    <a:pt x="0" y="6955"/>
                  </a:cubicBezTo>
                  <a:cubicBezTo>
                    <a:pt x="0" y="8798"/>
                    <a:pt x="506" y="10567"/>
                    <a:pt x="1409" y="11871"/>
                  </a:cubicBezTo>
                  <a:cubicBezTo>
                    <a:pt x="2311" y="13176"/>
                    <a:pt x="3533" y="13908"/>
                    <a:pt x="4809" y="13908"/>
                  </a:cubicBezTo>
                  <a:cubicBezTo>
                    <a:pt x="6084" y="13908"/>
                    <a:pt x="7308" y="13176"/>
                    <a:pt x="8210" y="11871"/>
                  </a:cubicBezTo>
                  <a:cubicBezTo>
                    <a:pt x="9111" y="10567"/>
                    <a:pt x="9619" y="8798"/>
                    <a:pt x="9619" y="6955"/>
                  </a:cubicBezTo>
                  <a:cubicBezTo>
                    <a:pt x="9619" y="3114"/>
                    <a:pt x="7466" y="0"/>
                    <a:pt x="4809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0">
              <a:extLst>
                <a:ext uri="{FF2B5EF4-FFF2-40B4-BE49-F238E27FC236}">
                  <a16:creationId xmlns:a16="http://schemas.microsoft.com/office/drawing/2014/main" id="{DD67D9E7-B9A8-50F5-BF7C-9BF5B745E436}"/>
                </a:ext>
              </a:extLst>
            </p:cNvPr>
            <p:cNvSpPr/>
            <p:nvPr/>
          </p:nvSpPr>
          <p:spPr>
            <a:xfrm>
              <a:off x="5365975" y="3936150"/>
              <a:ext cx="245800" cy="353050"/>
            </a:xfrm>
            <a:custGeom>
              <a:avLst/>
              <a:gdLst/>
              <a:ahLst/>
              <a:cxnLst/>
              <a:rect l="l" t="t" r="r" b="b"/>
              <a:pathLst>
                <a:path w="9832" h="14122" extrusionOk="0">
                  <a:moveTo>
                    <a:pt x="4916" y="213"/>
                  </a:moveTo>
                  <a:cubicBezTo>
                    <a:pt x="7509" y="213"/>
                    <a:pt x="9619" y="3285"/>
                    <a:pt x="9619" y="7061"/>
                  </a:cubicBezTo>
                  <a:cubicBezTo>
                    <a:pt x="9619" y="10837"/>
                    <a:pt x="7509" y="13909"/>
                    <a:pt x="4916" y="13909"/>
                  </a:cubicBezTo>
                  <a:cubicBezTo>
                    <a:pt x="2324" y="13909"/>
                    <a:pt x="214" y="10837"/>
                    <a:pt x="214" y="7061"/>
                  </a:cubicBezTo>
                  <a:cubicBezTo>
                    <a:pt x="214" y="3285"/>
                    <a:pt x="2324" y="213"/>
                    <a:pt x="4916" y="213"/>
                  </a:cubicBezTo>
                  <a:close/>
                  <a:moveTo>
                    <a:pt x="4916" y="0"/>
                  </a:moveTo>
                  <a:cubicBezTo>
                    <a:pt x="2205" y="0"/>
                    <a:pt x="0" y="3167"/>
                    <a:pt x="0" y="7061"/>
                  </a:cubicBezTo>
                  <a:cubicBezTo>
                    <a:pt x="0" y="10953"/>
                    <a:pt x="2207" y="14121"/>
                    <a:pt x="4916" y="14121"/>
                  </a:cubicBezTo>
                  <a:cubicBezTo>
                    <a:pt x="7626" y="14121"/>
                    <a:pt x="9831" y="10953"/>
                    <a:pt x="9831" y="7061"/>
                  </a:cubicBezTo>
                  <a:cubicBezTo>
                    <a:pt x="9831" y="3167"/>
                    <a:pt x="7626" y="0"/>
                    <a:pt x="49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0">
              <a:extLst>
                <a:ext uri="{FF2B5EF4-FFF2-40B4-BE49-F238E27FC236}">
                  <a16:creationId xmlns:a16="http://schemas.microsoft.com/office/drawing/2014/main" id="{6E5948B2-43A0-9E00-CF8B-9A9E1B3902F4}"/>
                </a:ext>
              </a:extLst>
            </p:cNvPr>
            <p:cNvSpPr/>
            <p:nvPr/>
          </p:nvSpPr>
          <p:spPr>
            <a:xfrm>
              <a:off x="5414850" y="4005500"/>
              <a:ext cx="148075" cy="214325"/>
            </a:xfrm>
            <a:custGeom>
              <a:avLst/>
              <a:gdLst/>
              <a:ahLst/>
              <a:cxnLst/>
              <a:rect l="l" t="t" r="r" b="b"/>
              <a:pathLst>
                <a:path w="5923" h="8573" extrusionOk="0">
                  <a:moveTo>
                    <a:pt x="2961" y="0"/>
                  </a:moveTo>
                  <a:cubicBezTo>
                    <a:pt x="1325" y="0"/>
                    <a:pt x="0" y="1920"/>
                    <a:pt x="0" y="4287"/>
                  </a:cubicBezTo>
                  <a:cubicBezTo>
                    <a:pt x="0" y="6654"/>
                    <a:pt x="1325" y="8572"/>
                    <a:pt x="2961" y="8572"/>
                  </a:cubicBezTo>
                  <a:cubicBezTo>
                    <a:pt x="4598" y="8572"/>
                    <a:pt x="5923" y="6654"/>
                    <a:pt x="5923" y="4287"/>
                  </a:cubicBezTo>
                  <a:cubicBezTo>
                    <a:pt x="5923" y="1920"/>
                    <a:pt x="4598" y="0"/>
                    <a:pt x="2961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0">
              <a:extLst>
                <a:ext uri="{FF2B5EF4-FFF2-40B4-BE49-F238E27FC236}">
                  <a16:creationId xmlns:a16="http://schemas.microsoft.com/office/drawing/2014/main" id="{83E5352D-C412-D214-825B-B1C38BF9ACE5}"/>
                </a:ext>
              </a:extLst>
            </p:cNvPr>
            <p:cNvSpPr/>
            <p:nvPr/>
          </p:nvSpPr>
          <p:spPr>
            <a:xfrm>
              <a:off x="5412150" y="4002825"/>
              <a:ext cx="153475" cy="219675"/>
            </a:xfrm>
            <a:custGeom>
              <a:avLst/>
              <a:gdLst/>
              <a:ahLst/>
              <a:cxnLst/>
              <a:rect l="l" t="t" r="r" b="b"/>
              <a:pathLst>
                <a:path w="6139" h="8787" extrusionOk="0">
                  <a:moveTo>
                    <a:pt x="3069" y="215"/>
                  </a:moveTo>
                  <a:cubicBezTo>
                    <a:pt x="4643" y="215"/>
                    <a:pt x="5925" y="2089"/>
                    <a:pt x="5925" y="4394"/>
                  </a:cubicBezTo>
                  <a:cubicBezTo>
                    <a:pt x="5925" y="6699"/>
                    <a:pt x="4643" y="8573"/>
                    <a:pt x="3069" y="8573"/>
                  </a:cubicBezTo>
                  <a:cubicBezTo>
                    <a:pt x="1496" y="8573"/>
                    <a:pt x="214" y="6699"/>
                    <a:pt x="214" y="4394"/>
                  </a:cubicBezTo>
                  <a:cubicBezTo>
                    <a:pt x="214" y="2089"/>
                    <a:pt x="1496" y="215"/>
                    <a:pt x="3069" y="215"/>
                  </a:cubicBezTo>
                  <a:close/>
                  <a:moveTo>
                    <a:pt x="3069" y="0"/>
                  </a:moveTo>
                  <a:cubicBezTo>
                    <a:pt x="1377" y="0"/>
                    <a:pt x="1" y="1971"/>
                    <a:pt x="1" y="4394"/>
                  </a:cubicBezTo>
                  <a:cubicBezTo>
                    <a:pt x="1" y="6816"/>
                    <a:pt x="1378" y="8786"/>
                    <a:pt x="3069" y="8786"/>
                  </a:cubicBezTo>
                  <a:cubicBezTo>
                    <a:pt x="4761" y="8786"/>
                    <a:pt x="6138" y="6815"/>
                    <a:pt x="6138" y="4394"/>
                  </a:cubicBezTo>
                  <a:cubicBezTo>
                    <a:pt x="6138" y="1971"/>
                    <a:pt x="4761" y="0"/>
                    <a:pt x="30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0">
              <a:extLst>
                <a:ext uri="{FF2B5EF4-FFF2-40B4-BE49-F238E27FC236}">
                  <a16:creationId xmlns:a16="http://schemas.microsoft.com/office/drawing/2014/main" id="{1A070260-B250-5BA4-7776-2A2F41530A0E}"/>
                </a:ext>
              </a:extLst>
            </p:cNvPr>
            <p:cNvSpPr/>
            <p:nvPr/>
          </p:nvSpPr>
          <p:spPr>
            <a:xfrm>
              <a:off x="4593325" y="4534400"/>
              <a:ext cx="67725" cy="87175"/>
            </a:xfrm>
            <a:custGeom>
              <a:avLst/>
              <a:gdLst/>
              <a:ahLst/>
              <a:cxnLst/>
              <a:rect l="l" t="t" r="r" b="b"/>
              <a:pathLst>
                <a:path w="2709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5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0">
              <a:extLst>
                <a:ext uri="{FF2B5EF4-FFF2-40B4-BE49-F238E27FC236}">
                  <a16:creationId xmlns:a16="http://schemas.microsoft.com/office/drawing/2014/main" id="{DFB46900-EF04-85D6-1230-C6CC3DD34CF8}"/>
                </a:ext>
              </a:extLst>
            </p:cNvPr>
            <p:cNvSpPr/>
            <p:nvPr/>
          </p:nvSpPr>
          <p:spPr>
            <a:xfrm>
              <a:off x="4590600" y="4531750"/>
              <a:ext cx="73100" cy="92450"/>
            </a:xfrm>
            <a:custGeom>
              <a:avLst/>
              <a:gdLst/>
              <a:ahLst/>
              <a:cxnLst/>
              <a:rect l="l" t="t" r="r" b="b"/>
              <a:pathLst>
                <a:path w="2924" h="3698" extrusionOk="0">
                  <a:moveTo>
                    <a:pt x="2710" y="214"/>
                  </a:moveTo>
                  <a:lnTo>
                    <a:pt x="2710" y="2799"/>
                  </a:lnTo>
                  <a:cubicBezTo>
                    <a:pt x="2710" y="3177"/>
                    <a:pt x="2402" y="3485"/>
                    <a:pt x="2024" y="3485"/>
                  </a:cubicBezTo>
                  <a:lnTo>
                    <a:pt x="903" y="3485"/>
                  </a:lnTo>
                  <a:cubicBezTo>
                    <a:pt x="523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6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3" y="3294"/>
                    <a:pt x="2923" y="2799"/>
                  </a:cubicBezTo>
                  <a:lnTo>
                    <a:pt x="2923" y="107"/>
                  </a:lnTo>
                  <a:cubicBezTo>
                    <a:pt x="2923" y="49"/>
                    <a:pt x="2876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0">
              <a:extLst>
                <a:ext uri="{FF2B5EF4-FFF2-40B4-BE49-F238E27FC236}">
                  <a16:creationId xmlns:a16="http://schemas.microsoft.com/office/drawing/2014/main" id="{B213BEED-0FEA-F870-1B32-F99A1096D25E}"/>
                </a:ext>
              </a:extLst>
            </p:cNvPr>
            <p:cNvSpPr/>
            <p:nvPr/>
          </p:nvSpPr>
          <p:spPr>
            <a:xfrm>
              <a:off x="4660925" y="4534400"/>
              <a:ext cx="67775" cy="87175"/>
            </a:xfrm>
            <a:custGeom>
              <a:avLst/>
              <a:gdLst/>
              <a:ahLst/>
              <a:cxnLst/>
              <a:rect l="l" t="t" r="r" b="b"/>
              <a:pathLst>
                <a:path w="2711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8" y="3486"/>
                  </a:lnTo>
                  <a:cubicBezTo>
                    <a:pt x="2356" y="3486"/>
                    <a:pt x="2710" y="3130"/>
                    <a:pt x="2710" y="2693"/>
                  </a:cubicBezTo>
                  <a:lnTo>
                    <a:pt x="2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0">
              <a:extLst>
                <a:ext uri="{FF2B5EF4-FFF2-40B4-BE49-F238E27FC236}">
                  <a16:creationId xmlns:a16="http://schemas.microsoft.com/office/drawing/2014/main" id="{1EB5E660-C8E3-C610-BB53-3FA41A7E94E5}"/>
                </a:ext>
              </a:extLst>
            </p:cNvPr>
            <p:cNvSpPr/>
            <p:nvPr/>
          </p:nvSpPr>
          <p:spPr>
            <a:xfrm>
              <a:off x="4658250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1" y="214"/>
                  </a:moveTo>
                  <a:lnTo>
                    <a:pt x="2711" y="2799"/>
                  </a:lnTo>
                  <a:cubicBezTo>
                    <a:pt x="2711" y="3177"/>
                    <a:pt x="2403" y="3485"/>
                    <a:pt x="2023" y="3485"/>
                  </a:cubicBezTo>
                  <a:lnTo>
                    <a:pt x="901" y="3485"/>
                  </a:lnTo>
                  <a:cubicBezTo>
                    <a:pt x="521" y="3485"/>
                    <a:pt x="214" y="3177"/>
                    <a:pt x="214" y="2799"/>
                  </a:cubicBezTo>
                  <a:lnTo>
                    <a:pt x="214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lnTo>
                    <a:pt x="0" y="2799"/>
                  </a:lnTo>
                  <a:cubicBezTo>
                    <a:pt x="0" y="3294"/>
                    <a:pt x="405" y="3698"/>
                    <a:pt x="901" y="3698"/>
                  </a:cubicBezTo>
                  <a:lnTo>
                    <a:pt x="2025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0">
              <a:extLst>
                <a:ext uri="{FF2B5EF4-FFF2-40B4-BE49-F238E27FC236}">
                  <a16:creationId xmlns:a16="http://schemas.microsoft.com/office/drawing/2014/main" id="{F78AC449-2250-31E9-9FAF-61DE24E18CB3}"/>
                </a:ext>
              </a:extLst>
            </p:cNvPr>
            <p:cNvSpPr/>
            <p:nvPr/>
          </p:nvSpPr>
          <p:spPr>
            <a:xfrm>
              <a:off x="4728625" y="4534400"/>
              <a:ext cx="67850" cy="87175"/>
            </a:xfrm>
            <a:custGeom>
              <a:avLst/>
              <a:gdLst/>
              <a:ahLst/>
              <a:cxnLst/>
              <a:rect l="l" t="t" r="r" b="b"/>
              <a:pathLst>
                <a:path w="2714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6" y="3486"/>
                    <a:pt x="794" y="3486"/>
                  </a:cubicBezTo>
                  <a:lnTo>
                    <a:pt x="1920" y="3486"/>
                  </a:lnTo>
                  <a:cubicBezTo>
                    <a:pt x="2358" y="3486"/>
                    <a:pt x="2713" y="3130"/>
                    <a:pt x="2713" y="2693"/>
                  </a:cubicBezTo>
                  <a:lnTo>
                    <a:pt x="27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0">
              <a:extLst>
                <a:ext uri="{FF2B5EF4-FFF2-40B4-BE49-F238E27FC236}">
                  <a16:creationId xmlns:a16="http://schemas.microsoft.com/office/drawing/2014/main" id="{6E49FD3F-C232-FB33-44A4-83A75197B165}"/>
                </a:ext>
              </a:extLst>
            </p:cNvPr>
            <p:cNvSpPr/>
            <p:nvPr/>
          </p:nvSpPr>
          <p:spPr>
            <a:xfrm>
              <a:off x="4725900" y="4531750"/>
              <a:ext cx="73225" cy="92450"/>
            </a:xfrm>
            <a:custGeom>
              <a:avLst/>
              <a:gdLst/>
              <a:ahLst/>
              <a:cxnLst/>
              <a:rect l="l" t="t" r="r" b="b"/>
              <a:pathLst>
                <a:path w="2929" h="3698" extrusionOk="0">
                  <a:moveTo>
                    <a:pt x="2715" y="214"/>
                  </a:moveTo>
                  <a:lnTo>
                    <a:pt x="2715" y="2799"/>
                  </a:lnTo>
                  <a:cubicBezTo>
                    <a:pt x="2715" y="3177"/>
                    <a:pt x="2407" y="3485"/>
                    <a:pt x="2029" y="3485"/>
                  </a:cubicBezTo>
                  <a:lnTo>
                    <a:pt x="903" y="3485"/>
                  </a:lnTo>
                  <a:cubicBezTo>
                    <a:pt x="523" y="3485"/>
                    <a:pt x="215" y="3177"/>
                    <a:pt x="215" y="2799"/>
                  </a:cubicBezTo>
                  <a:lnTo>
                    <a:pt x="215" y="214"/>
                  </a:lnTo>
                  <a:close/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9" y="3698"/>
                  </a:lnTo>
                  <a:cubicBezTo>
                    <a:pt x="2525" y="3698"/>
                    <a:pt x="2928" y="3294"/>
                    <a:pt x="2928" y="2799"/>
                  </a:cubicBezTo>
                  <a:lnTo>
                    <a:pt x="2928" y="107"/>
                  </a:lnTo>
                  <a:cubicBezTo>
                    <a:pt x="2928" y="49"/>
                    <a:pt x="2880" y="1"/>
                    <a:pt x="28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0">
              <a:extLst>
                <a:ext uri="{FF2B5EF4-FFF2-40B4-BE49-F238E27FC236}">
                  <a16:creationId xmlns:a16="http://schemas.microsoft.com/office/drawing/2014/main" id="{CA01894E-6FB7-D279-5694-E048E436F589}"/>
                </a:ext>
              </a:extLst>
            </p:cNvPr>
            <p:cNvSpPr/>
            <p:nvPr/>
          </p:nvSpPr>
          <p:spPr>
            <a:xfrm>
              <a:off x="4796475" y="4534400"/>
              <a:ext cx="67750" cy="87175"/>
            </a:xfrm>
            <a:custGeom>
              <a:avLst/>
              <a:gdLst/>
              <a:ahLst/>
              <a:cxnLst/>
              <a:rect l="l" t="t" r="r" b="b"/>
              <a:pathLst>
                <a:path w="2710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7" y="3486"/>
                    <a:pt x="794" y="3486"/>
                  </a:cubicBezTo>
                  <a:lnTo>
                    <a:pt x="1916" y="3486"/>
                  </a:lnTo>
                  <a:cubicBezTo>
                    <a:pt x="2355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0">
              <a:extLst>
                <a:ext uri="{FF2B5EF4-FFF2-40B4-BE49-F238E27FC236}">
                  <a16:creationId xmlns:a16="http://schemas.microsoft.com/office/drawing/2014/main" id="{B7A9A768-A7EE-FB30-7EA6-421624FEB6ED}"/>
                </a:ext>
              </a:extLst>
            </p:cNvPr>
            <p:cNvSpPr/>
            <p:nvPr/>
          </p:nvSpPr>
          <p:spPr>
            <a:xfrm>
              <a:off x="4793775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3" y="3485"/>
                    <a:pt x="2024" y="3485"/>
                  </a:cubicBezTo>
                  <a:lnTo>
                    <a:pt x="902" y="3485"/>
                  </a:lnTo>
                  <a:cubicBezTo>
                    <a:pt x="524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14"/>
                    <a:pt x="2" y="122"/>
                    <a:pt x="3" y="127"/>
                  </a:cubicBezTo>
                  <a:lnTo>
                    <a:pt x="3" y="2799"/>
                  </a:lnTo>
                  <a:cubicBezTo>
                    <a:pt x="3" y="3294"/>
                    <a:pt x="407" y="3698"/>
                    <a:pt x="902" y="3698"/>
                  </a:cubicBezTo>
                  <a:lnTo>
                    <a:pt x="2024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0">
              <a:extLst>
                <a:ext uri="{FF2B5EF4-FFF2-40B4-BE49-F238E27FC236}">
                  <a16:creationId xmlns:a16="http://schemas.microsoft.com/office/drawing/2014/main" id="{90720731-DFA7-6C95-1CAA-ED7561D9F070}"/>
                </a:ext>
              </a:extLst>
            </p:cNvPr>
            <p:cNvSpPr/>
            <p:nvPr/>
          </p:nvSpPr>
          <p:spPr>
            <a:xfrm>
              <a:off x="4864000" y="4534400"/>
              <a:ext cx="67700" cy="87175"/>
            </a:xfrm>
            <a:custGeom>
              <a:avLst/>
              <a:gdLst/>
              <a:ahLst/>
              <a:cxnLst/>
              <a:rect l="l" t="t" r="r" b="b"/>
              <a:pathLst>
                <a:path w="2708" h="3487" extrusionOk="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5" y="3486"/>
                    <a:pt x="793" y="3486"/>
                  </a:cubicBezTo>
                  <a:lnTo>
                    <a:pt x="1916" y="3486"/>
                  </a:lnTo>
                  <a:cubicBezTo>
                    <a:pt x="2353" y="3486"/>
                    <a:pt x="2708" y="3130"/>
                    <a:pt x="2708" y="2693"/>
                  </a:cubicBezTo>
                  <a:lnTo>
                    <a:pt x="2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0">
              <a:extLst>
                <a:ext uri="{FF2B5EF4-FFF2-40B4-BE49-F238E27FC236}">
                  <a16:creationId xmlns:a16="http://schemas.microsoft.com/office/drawing/2014/main" id="{D5B42DDF-7510-0FB2-FA49-1CE5B90ED351}"/>
                </a:ext>
              </a:extLst>
            </p:cNvPr>
            <p:cNvSpPr/>
            <p:nvPr/>
          </p:nvSpPr>
          <p:spPr>
            <a:xfrm>
              <a:off x="4861250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6" y="3485"/>
                  </a:cubicBezTo>
                  <a:lnTo>
                    <a:pt x="903" y="3485"/>
                  </a:lnTo>
                  <a:cubicBezTo>
                    <a:pt x="525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2" y="122"/>
                    <a:pt x="4" y="127"/>
                  </a:cubicBezTo>
                  <a:lnTo>
                    <a:pt x="4" y="2799"/>
                  </a:lnTo>
                  <a:cubicBezTo>
                    <a:pt x="4" y="3294"/>
                    <a:pt x="407" y="3698"/>
                    <a:pt x="903" y="3698"/>
                  </a:cubicBezTo>
                  <a:lnTo>
                    <a:pt x="2026" y="3698"/>
                  </a:lnTo>
                  <a:cubicBezTo>
                    <a:pt x="2521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>
              <a:extLst>
                <a:ext uri="{FF2B5EF4-FFF2-40B4-BE49-F238E27FC236}">
                  <a16:creationId xmlns:a16="http://schemas.microsoft.com/office/drawing/2014/main" id="{9C9A9460-2B93-E589-5ABF-5BFCF4CFD436}"/>
                </a:ext>
              </a:extLst>
            </p:cNvPr>
            <p:cNvSpPr/>
            <p:nvPr/>
          </p:nvSpPr>
          <p:spPr>
            <a:xfrm>
              <a:off x="4931650" y="4534400"/>
              <a:ext cx="67725" cy="87175"/>
            </a:xfrm>
            <a:custGeom>
              <a:avLst/>
              <a:gdLst/>
              <a:ahLst/>
              <a:cxnLst/>
              <a:rect l="l" t="t" r="r" b="b"/>
              <a:pathLst>
                <a:path w="2709" h="3487" extrusionOk="0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0">
              <a:extLst>
                <a:ext uri="{FF2B5EF4-FFF2-40B4-BE49-F238E27FC236}">
                  <a16:creationId xmlns:a16="http://schemas.microsoft.com/office/drawing/2014/main" id="{AE97F98F-4CB1-7BDD-3106-2398EC9D3780}"/>
                </a:ext>
              </a:extLst>
            </p:cNvPr>
            <p:cNvSpPr/>
            <p:nvPr/>
          </p:nvSpPr>
          <p:spPr>
            <a:xfrm>
              <a:off x="4928925" y="4531750"/>
              <a:ext cx="73125" cy="92450"/>
            </a:xfrm>
            <a:custGeom>
              <a:avLst/>
              <a:gdLst/>
              <a:ahLst/>
              <a:cxnLst/>
              <a:rect l="l" t="t" r="r" b="b"/>
              <a:pathLst>
                <a:path w="2925" h="3698" extrusionOk="0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4" y="3485"/>
                  </a:cubicBezTo>
                  <a:lnTo>
                    <a:pt x="903" y="3485"/>
                  </a:lnTo>
                  <a:cubicBezTo>
                    <a:pt x="525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7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0">
              <a:extLst>
                <a:ext uri="{FF2B5EF4-FFF2-40B4-BE49-F238E27FC236}">
                  <a16:creationId xmlns:a16="http://schemas.microsoft.com/office/drawing/2014/main" id="{6FEB0AE4-A62D-B061-EF01-AAA8F0C71BC2}"/>
                </a:ext>
              </a:extLst>
            </p:cNvPr>
            <p:cNvSpPr/>
            <p:nvPr/>
          </p:nvSpPr>
          <p:spPr>
            <a:xfrm>
              <a:off x="4593250" y="4448950"/>
              <a:ext cx="67725" cy="87150"/>
            </a:xfrm>
            <a:custGeom>
              <a:avLst/>
              <a:gdLst/>
              <a:ahLst/>
              <a:cxnLst/>
              <a:rect l="l" t="t" r="r" b="b"/>
              <a:pathLst>
                <a:path w="2709" h="3486" extrusionOk="0">
                  <a:moveTo>
                    <a:pt x="792" y="0"/>
                  </a:moveTo>
                  <a:cubicBezTo>
                    <a:pt x="355" y="2"/>
                    <a:pt x="0" y="357"/>
                    <a:pt x="0" y="797"/>
                  </a:cubicBezTo>
                  <a:lnTo>
                    <a:pt x="0" y="3486"/>
                  </a:lnTo>
                  <a:lnTo>
                    <a:pt x="2709" y="3486"/>
                  </a:lnTo>
                  <a:lnTo>
                    <a:pt x="2709" y="794"/>
                  </a:lnTo>
                  <a:cubicBezTo>
                    <a:pt x="2709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>
              <a:extLst>
                <a:ext uri="{FF2B5EF4-FFF2-40B4-BE49-F238E27FC236}">
                  <a16:creationId xmlns:a16="http://schemas.microsoft.com/office/drawing/2014/main" id="{1A80DCE4-6B33-A4CE-0458-44904C077FCD}"/>
                </a:ext>
              </a:extLst>
            </p:cNvPr>
            <p:cNvSpPr/>
            <p:nvPr/>
          </p:nvSpPr>
          <p:spPr>
            <a:xfrm>
              <a:off x="4590575" y="4446300"/>
              <a:ext cx="73075" cy="92450"/>
            </a:xfrm>
            <a:custGeom>
              <a:avLst/>
              <a:gdLst/>
              <a:ahLst/>
              <a:cxnLst/>
              <a:rect l="l" t="t" r="r" b="b"/>
              <a:pathLst>
                <a:path w="2923" h="3698" extrusionOk="0">
                  <a:moveTo>
                    <a:pt x="2024" y="213"/>
                  </a:moveTo>
                  <a:cubicBezTo>
                    <a:pt x="2402" y="213"/>
                    <a:pt x="2710" y="521"/>
                    <a:pt x="2710" y="900"/>
                  </a:cubicBezTo>
                  <a:lnTo>
                    <a:pt x="2710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5" y="718"/>
                    <a:pt x="286" y="545"/>
                    <a:pt x="414" y="416"/>
                  </a:cubicBezTo>
                  <a:cubicBezTo>
                    <a:pt x="544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7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9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>
              <a:extLst>
                <a:ext uri="{FF2B5EF4-FFF2-40B4-BE49-F238E27FC236}">
                  <a16:creationId xmlns:a16="http://schemas.microsoft.com/office/drawing/2014/main" id="{DFFE597D-76DD-DD5B-63FD-917020959E25}"/>
                </a:ext>
              </a:extLst>
            </p:cNvPr>
            <p:cNvSpPr/>
            <p:nvPr/>
          </p:nvSpPr>
          <p:spPr>
            <a:xfrm>
              <a:off x="4660875" y="4448950"/>
              <a:ext cx="67775" cy="87150"/>
            </a:xfrm>
            <a:custGeom>
              <a:avLst/>
              <a:gdLst/>
              <a:ahLst/>
              <a:cxnLst/>
              <a:rect l="l" t="t" r="r" b="b"/>
              <a:pathLst>
                <a:path w="2711" h="3486" extrusionOk="0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1" y="3486"/>
                  </a:lnTo>
                  <a:lnTo>
                    <a:pt x="2711" y="794"/>
                  </a:lnTo>
                  <a:cubicBezTo>
                    <a:pt x="2711" y="356"/>
                    <a:pt x="2355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>
              <a:extLst>
                <a:ext uri="{FF2B5EF4-FFF2-40B4-BE49-F238E27FC236}">
                  <a16:creationId xmlns:a16="http://schemas.microsoft.com/office/drawing/2014/main" id="{A67E51C8-5A03-7C4E-47BA-E6C3E902352F}"/>
                </a:ext>
              </a:extLst>
            </p:cNvPr>
            <p:cNvSpPr/>
            <p:nvPr/>
          </p:nvSpPr>
          <p:spPr>
            <a:xfrm>
              <a:off x="4658250" y="4446300"/>
              <a:ext cx="73075" cy="92450"/>
            </a:xfrm>
            <a:custGeom>
              <a:avLst/>
              <a:gdLst/>
              <a:ahLst/>
              <a:cxnLst/>
              <a:rect l="l" t="t" r="r" b="b"/>
              <a:pathLst>
                <a:path w="2923" h="3698" extrusionOk="0">
                  <a:moveTo>
                    <a:pt x="2022" y="213"/>
                  </a:moveTo>
                  <a:cubicBezTo>
                    <a:pt x="2402" y="213"/>
                    <a:pt x="2708" y="521"/>
                    <a:pt x="2708" y="900"/>
                  </a:cubicBezTo>
                  <a:lnTo>
                    <a:pt x="2708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8" y="0"/>
                  </a:moveTo>
                  <a:cubicBezTo>
                    <a:pt x="658" y="0"/>
                    <a:pt x="432" y="94"/>
                    <a:pt x="262" y="265"/>
                  </a:cubicBezTo>
                  <a:cubicBezTo>
                    <a:pt x="92" y="435"/>
                    <a:pt x="0" y="661"/>
                    <a:pt x="0" y="903"/>
                  </a:cubicBezTo>
                  <a:lnTo>
                    <a:pt x="0" y="3592"/>
                  </a:lnTo>
                  <a:cubicBezTo>
                    <a:pt x="0" y="3650"/>
                    <a:pt x="48" y="3697"/>
                    <a:pt x="107" y="3697"/>
                  </a:cubicBezTo>
                  <a:lnTo>
                    <a:pt x="2816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8" y="0"/>
                    <a:pt x="20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0">
              <a:extLst>
                <a:ext uri="{FF2B5EF4-FFF2-40B4-BE49-F238E27FC236}">
                  <a16:creationId xmlns:a16="http://schemas.microsoft.com/office/drawing/2014/main" id="{71028FB0-4C3A-B7C0-3A3F-B43FA0F2D68B}"/>
                </a:ext>
              </a:extLst>
            </p:cNvPr>
            <p:cNvSpPr/>
            <p:nvPr/>
          </p:nvSpPr>
          <p:spPr>
            <a:xfrm>
              <a:off x="4728550" y="4448950"/>
              <a:ext cx="67800" cy="87150"/>
            </a:xfrm>
            <a:custGeom>
              <a:avLst/>
              <a:gdLst/>
              <a:ahLst/>
              <a:cxnLst/>
              <a:rect l="l" t="t" r="r" b="b"/>
              <a:pathLst>
                <a:path w="2712" h="3486" extrusionOk="0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0">
              <a:extLst>
                <a:ext uri="{FF2B5EF4-FFF2-40B4-BE49-F238E27FC236}">
                  <a16:creationId xmlns:a16="http://schemas.microsoft.com/office/drawing/2014/main" id="{F5EE57B1-F0E7-21CE-4745-E9713B033332}"/>
                </a:ext>
              </a:extLst>
            </p:cNvPr>
            <p:cNvSpPr/>
            <p:nvPr/>
          </p:nvSpPr>
          <p:spPr>
            <a:xfrm>
              <a:off x="4725900" y="4446300"/>
              <a:ext cx="73150" cy="92450"/>
            </a:xfrm>
            <a:custGeom>
              <a:avLst/>
              <a:gdLst/>
              <a:ahLst/>
              <a:cxnLst/>
              <a:rect l="l" t="t" r="r" b="b"/>
              <a:pathLst>
                <a:path w="2926" h="3698" extrusionOk="0">
                  <a:moveTo>
                    <a:pt x="2024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3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9" y="3697"/>
                    <a:pt x="108" y="3697"/>
                  </a:cubicBezTo>
                  <a:lnTo>
                    <a:pt x="2818" y="3697"/>
                  </a:lnTo>
                  <a:cubicBezTo>
                    <a:pt x="2877" y="3697"/>
                    <a:pt x="2925" y="3650"/>
                    <a:pt x="2925" y="3592"/>
                  </a:cubicBezTo>
                  <a:lnTo>
                    <a:pt x="2925" y="900"/>
                  </a:lnTo>
                  <a:cubicBezTo>
                    <a:pt x="2925" y="404"/>
                    <a:pt x="2520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0">
              <a:extLst>
                <a:ext uri="{FF2B5EF4-FFF2-40B4-BE49-F238E27FC236}">
                  <a16:creationId xmlns:a16="http://schemas.microsoft.com/office/drawing/2014/main" id="{DB66199A-5788-CF7A-6A63-2B70131D914C}"/>
                </a:ext>
              </a:extLst>
            </p:cNvPr>
            <p:cNvSpPr/>
            <p:nvPr/>
          </p:nvSpPr>
          <p:spPr>
            <a:xfrm>
              <a:off x="4796400" y="4448950"/>
              <a:ext cx="67900" cy="87150"/>
            </a:xfrm>
            <a:custGeom>
              <a:avLst/>
              <a:gdLst/>
              <a:ahLst/>
              <a:cxnLst/>
              <a:rect l="l" t="t" r="r" b="b"/>
              <a:pathLst>
                <a:path w="2716" h="3486" extrusionOk="0">
                  <a:moveTo>
                    <a:pt x="789" y="0"/>
                  </a:moveTo>
                  <a:cubicBezTo>
                    <a:pt x="352" y="4"/>
                    <a:pt x="1" y="359"/>
                    <a:pt x="2" y="797"/>
                  </a:cubicBezTo>
                  <a:lnTo>
                    <a:pt x="2" y="3486"/>
                  </a:lnTo>
                  <a:lnTo>
                    <a:pt x="2715" y="3486"/>
                  </a:lnTo>
                  <a:lnTo>
                    <a:pt x="2715" y="794"/>
                  </a:lnTo>
                  <a:cubicBezTo>
                    <a:pt x="2715" y="356"/>
                    <a:pt x="2359" y="0"/>
                    <a:pt x="19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0">
              <a:extLst>
                <a:ext uri="{FF2B5EF4-FFF2-40B4-BE49-F238E27FC236}">
                  <a16:creationId xmlns:a16="http://schemas.microsoft.com/office/drawing/2014/main" id="{DB535D6E-1107-737A-BBDA-957D13D0F12C}"/>
                </a:ext>
              </a:extLst>
            </p:cNvPr>
            <p:cNvSpPr/>
            <p:nvPr/>
          </p:nvSpPr>
          <p:spPr>
            <a:xfrm>
              <a:off x="4793725" y="4446300"/>
              <a:ext cx="73200" cy="92450"/>
            </a:xfrm>
            <a:custGeom>
              <a:avLst/>
              <a:gdLst/>
              <a:ahLst/>
              <a:cxnLst/>
              <a:rect l="l" t="t" r="r" b="b"/>
              <a:pathLst>
                <a:path w="2928" h="3698" extrusionOk="0">
                  <a:moveTo>
                    <a:pt x="2029" y="213"/>
                  </a:moveTo>
                  <a:cubicBezTo>
                    <a:pt x="2407" y="213"/>
                    <a:pt x="2715" y="521"/>
                    <a:pt x="2715" y="900"/>
                  </a:cubicBezTo>
                  <a:lnTo>
                    <a:pt x="2715" y="3484"/>
                  </a:lnTo>
                  <a:lnTo>
                    <a:pt x="215" y="3484"/>
                  </a:lnTo>
                  <a:lnTo>
                    <a:pt x="215" y="901"/>
                  </a:lnTo>
                  <a:cubicBezTo>
                    <a:pt x="215" y="524"/>
                    <a:pt x="520" y="216"/>
                    <a:pt x="896" y="213"/>
                  </a:cubicBezTo>
                  <a:close/>
                  <a:moveTo>
                    <a:pt x="896" y="0"/>
                  </a:moveTo>
                  <a:cubicBezTo>
                    <a:pt x="401" y="3"/>
                    <a:pt x="1" y="408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50" y="3697"/>
                    <a:pt x="109" y="3697"/>
                  </a:cubicBezTo>
                  <a:lnTo>
                    <a:pt x="2822" y="3697"/>
                  </a:lnTo>
                  <a:cubicBezTo>
                    <a:pt x="2880" y="3697"/>
                    <a:pt x="2928" y="3650"/>
                    <a:pt x="2928" y="3592"/>
                  </a:cubicBezTo>
                  <a:lnTo>
                    <a:pt x="2928" y="900"/>
                  </a:lnTo>
                  <a:cubicBezTo>
                    <a:pt x="2928" y="404"/>
                    <a:pt x="2524" y="0"/>
                    <a:pt x="20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0">
              <a:extLst>
                <a:ext uri="{FF2B5EF4-FFF2-40B4-BE49-F238E27FC236}">
                  <a16:creationId xmlns:a16="http://schemas.microsoft.com/office/drawing/2014/main" id="{B92D0AFF-7B7A-5AC5-A91A-8D4F5424A6A6}"/>
                </a:ext>
              </a:extLst>
            </p:cNvPr>
            <p:cNvSpPr/>
            <p:nvPr/>
          </p:nvSpPr>
          <p:spPr>
            <a:xfrm>
              <a:off x="4863900" y="4448950"/>
              <a:ext cx="67775" cy="87150"/>
            </a:xfrm>
            <a:custGeom>
              <a:avLst/>
              <a:gdLst/>
              <a:ahLst/>
              <a:cxnLst/>
              <a:rect l="l" t="t" r="r" b="b"/>
              <a:pathLst>
                <a:path w="2711" h="3486" extrusionOk="0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0" y="3486"/>
                  </a:lnTo>
                  <a:lnTo>
                    <a:pt x="2710" y="794"/>
                  </a:lnTo>
                  <a:cubicBezTo>
                    <a:pt x="2710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0">
              <a:extLst>
                <a:ext uri="{FF2B5EF4-FFF2-40B4-BE49-F238E27FC236}">
                  <a16:creationId xmlns:a16="http://schemas.microsoft.com/office/drawing/2014/main" id="{160ADCC4-4E50-3606-1430-771FF41BE380}"/>
                </a:ext>
              </a:extLst>
            </p:cNvPr>
            <p:cNvSpPr/>
            <p:nvPr/>
          </p:nvSpPr>
          <p:spPr>
            <a:xfrm>
              <a:off x="4861250" y="4446300"/>
              <a:ext cx="73100" cy="92450"/>
            </a:xfrm>
            <a:custGeom>
              <a:avLst/>
              <a:gdLst/>
              <a:ahLst/>
              <a:cxnLst/>
              <a:rect l="l" t="t" r="r" b="b"/>
              <a:pathLst>
                <a:path w="2924" h="3698" extrusionOk="0">
                  <a:moveTo>
                    <a:pt x="2023" y="213"/>
                  </a:moveTo>
                  <a:cubicBezTo>
                    <a:pt x="2402" y="213"/>
                    <a:pt x="2709" y="521"/>
                    <a:pt x="2709" y="900"/>
                  </a:cubicBezTo>
                  <a:lnTo>
                    <a:pt x="2709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4" y="718"/>
                    <a:pt x="285" y="545"/>
                    <a:pt x="415" y="416"/>
                  </a:cubicBezTo>
                  <a:cubicBezTo>
                    <a:pt x="544" y="286"/>
                    <a:pt x="717" y="213"/>
                    <a:pt x="900" y="213"/>
                  </a:cubicBezTo>
                  <a:close/>
                  <a:moveTo>
                    <a:pt x="898" y="0"/>
                  </a:moveTo>
                  <a:cubicBezTo>
                    <a:pt x="659" y="0"/>
                    <a:pt x="432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8" y="3697"/>
                    <a:pt x="108" y="3697"/>
                  </a:cubicBezTo>
                  <a:lnTo>
                    <a:pt x="2816" y="3697"/>
                  </a:lnTo>
                  <a:cubicBezTo>
                    <a:pt x="2876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20" y="0"/>
                    <a:pt x="20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0">
              <a:extLst>
                <a:ext uri="{FF2B5EF4-FFF2-40B4-BE49-F238E27FC236}">
                  <a16:creationId xmlns:a16="http://schemas.microsoft.com/office/drawing/2014/main" id="{C36BFEF1-B288-FD8C-39F3-BC4C0E9AA3EC}"/>
                </a:ext>
              </a:extLst>
            </p:cNvPr>
            <p:cNvSpPr/>
            <p:nvPr/>
          </p:nvSpPr>
          <p:spPr>
            <a:xfrm>
              <a:off x="4931575" y="4448950"/>
              <a:ext cx="67800" cy="87150"/>
            </a:xfrm>
            <a:custGeom>
              <a:avLst/>
              <a:gdLst/>
              <a:ahLst/>
              <a:cxnLst/>
              <a:rect l="l" t="t" r="r" b="b"/>
              <a:pathLst>
                <a:path w="2712" h="3486" extrusionOk="0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0">
              <a:extLst>
                <a:ext uri="{FF2B5EF4-FFF2-40B4-BE49-F238E27FC236}">
                  <a16:creationId xmlns:a16="http://schemas.microsoft.com/office/drawing/2014/main" id="{6194EBBF-0066-CA2C-4A1E-4E5BE303A957}"/>
                </a:ext>
              </a:extLst>
            </p:cNvPr>
            <p:cNvSpPr/>
            <p:nvPr/>
          </p:nvSpPr>
          <p:spPr>
            <a:xfrm>
              <a:off x="4928900" y="4446300"/>
              <a:ext cx="73150" cy="92450"/>
            </a:xfrm>
            <a:custGeom>
              <a:avLst/>
              <a:gdLst/>
              <a:ahLst/>
              <a:cxnLst/>
              <a:rect l="l" t="t" r="r" b="b"/>
              <a:pathLst>
                <a:path w="2926" h="3698" extrusionOk="0">
                  <a:moveTo>
                    <a:pt x="2025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9" y="3697"/>
                  </a:lnTo>
                  <a:cubicBezTo>
                    <a:pt x="2878" y="3697"/>
                    <a:pt x="2926" y="3650"/>
                    <a:pt x="2926" y="3592"/>
                  </a:cubicBezTo>
                  <a:lnTo>
                    <a:pt x="2926" y="900"/>
                  </a:lnTo>
                  <a:cubicBezTo>
                    <a:pt x="2926" y="404"/>
                    <a:pt x="2521" y="0"/>
                    <a:pt x="20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0">
              <a:extLst>
                <a:ext uri="{FF2B5EF4-FFF2-40B4-BE49-F238E27FC236}">
                  <a16:creationId xmlns:a16="http://schemas.microsoft.com/office/drawing/2014/main" id="{F5BDA3D5-3437-ECC8-D8B0-646659358F3B}"/>
                </a:ext>
              </a:extLst>
            </p:cNvPr>
            <p:cNvSpPr/>
            <p:nvPr/>
          </p:nvSpPr>
          <p:spPr>
            <a:xfrm>
              <a:off x="5416700" y="4402625"/>
              <a:ext cx="71800" cy="90825"/>
            </a:xfrm>
            <a:custGeom>
              <a:avLst/>
              <a:gdLst/>
              <a:ahLst/>
              <a:cxnLst/>
              <a:rect l="l" t="t" r="r" b="b"/>
              <a:pathLst>
                <a:path w="2872" h="3633" extrusionOk="0">
                  <a:moveTo>
                    <a:pt x="1759" y="0"/>
                  </a:moveTo>
                  <a:cubicBezTo>
                    <a:pt x="1194" y="0"/>
                    <a:pt x="573" y="601"/>
                    <a:pt x="306" y="1466"/>
                  </a:cubicBezTo>
                  <a:cubicBezTo>
                    <a:pt x="0" y="2449"/>
                    <a:pt x="267" y="3403"/>
                    <a:pt x="883" y="3598"/>
                  </a:cubicBezTo>
                  <a:cubicBezTo>
                    <a:pt x="957" y="3621"/>
                    <a:pt x="1034" y="3633"/>
                    <a:pt x="1111" y="3633"/>
                  </a:cubicBezTo>
                  <a:cubicBezTo>
                    <a:pt x="1675" y="3633"/>
                    <a:pt x="2295" y="3032"/>
                    <a:pt x="2566" y="2167"/>
                  </a:cubicBezTo>
                  <a:cubicBezTo>
                    <a:pt x="2871" y="1184"/>
                    <a:pt x="2603" y="229"/>
                    <a:pt x="1988" y="35"/>
                  </a:cubicBezTo>
                  <a:cubicBezTo>
                    <a:pt x="1914" y="11"/>
                    <a:pt x="1837" y="0"/>
                    <a:pt x="17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0">
              <a:extLst>
                <a:ext uri="{FF2B5EF4-FFF2-40B4-BE49-F238E27FC236}">
                  <a16:creationId xmlns:a16="http://schemas.microsoft.com/office/drawing/2014/main" id="{DF7D84E7-0DD5-90D7-CF84-A03814B64322}"/>
                </a:ext>
              </a:extLst>
            </p:cNvPr>
            <p:cNvSpPr/>
            <p:nvPr/>
          </p:nvSpPr>
          <p:spPr>
            <a:xfrm>
              <a:off x="5413725" y="4399950"/>
              <a:ext cx="77700" cy="96175"/>
            </a:xfrm>
            <a:custGeom>
              <a:avLst/>
              <a:gdLst/>
              <a:ahLst/>
              <a:cxnLst/>
              <a:rect l="l" t="t" r="r" b="b"/>
              <a:pathLst>
                <a:path w="3108" h="3847" extrusionOk="0">
                  <a:moveTo>
                    <a:pt x="1879" y="213"/>
                  </a:moveTo>
                  <a:cubicBezTo>
                    <a:pt x="1946" y="213"/>
                    <a:pt x="2012" y="224"/>
                    <a:pt x="2074" y="243"/>
                  </a:cubicBezTo>
                  <a:cubicBezTo>
                    <a:pt x="2631" y="419"/>
                    <a:pt x="2864" y="1335"/>
                    <a:pt x="2582" y="2243"/>
                  </a:cubicBezTo>
                  <a:cubicBezTo>
                    <a:pt x="2402" y="2822"/>
                    <a:pt x="2039" y="3313"/>
                    <a:pt x="1634" y="3525"/>
                  </a:cubicBezTo>
                  <a:cubicBezTo>
                    <a:pt x="1495" y="3597"/>
                    <a:pt x="1358" y="3633"/>
                    <a:pt x="1228" y="3633"/>
                  </a:cubicBezTo>
                  <a:cubicBezTo>
                    <a:pt x="1161" y="3633"/>
                    <a:pt x="1096" y="3623"/>
                    <a:pt x="1034" y="3604"/>
                  </a:cubicBezTo>
                  <a:cubicBezTo>
                    <a:pt x="477" y="3428"/>
                    <a:pt x="245" y="2512"/>
                    <a:pt x="526" y="1604"/>
                  </a:cubicBezTo>
                  <a:cubicBezTo>
                    <a:pt x="705" y="1025"/>
                    <a:pt x="1068" y="535"/>
                    <a:pt x="1471" y="324"/>
                  </a:cubicBezTo>
                  <a:cubicBezTo>
                    <a:pt x="1610" y="251"/>
                    <a:pt x="1748" y="213"/>
                    <a:pt x="1879" y="213"/>
                  </a:cubicBezTo>
                  <a:close/>
                  <a:moveTo>
                    <a:pt x="1881" y="0"/>
                  </a:moveTo>
                  <a:cubicBezTo>
                    <a:pt x="1716" y="0"/>
                    <a:pt x="1544" y="45"/>
                    <a:pt x="1373" y="135"/>
                  </a:cubicBezTo>
                  <a:cubicBezTo>
                    <a:pt x="913" y="374"/>
                    <a:pt x="520" y="900"/>
                    <a:pt x="322" y="1540"/>
                  </a:cubicBezTo>
                  <a:cubicBezTo>
                    <a:pt x="0" y="2576"/>
                    <a:pt x="291" y="3593"/>
                    <a:pt x="970" y="3806"/>
                  </a:cubicBezTo>
                  <a:cubicBezTo>
                    <a:pt x="1053" y="3833"/>
                    <a:pt x="1141" y="3846"/>
                    <a:pt x="1230" y="3846"/>
                  </a:cubicBezTo>
                  <a:cubicBezTo>
                    <a:pt x="1394" y="3846"/>
                    <a:pt x="1564" y="3802"/>
                    <a:pt x="1733" y="3714"/>
                  </a:cubicBezTo>
                  <a:cubicBezTo>
                    <a:pt x="2192" y="3473"/>
                    <a:pt x="2585" y="2947"/>
                    <a:pt x="2786" y="2305"/>
                  </a:cubicBezTo>
                  <a:cubicBezTo>
                    <a:pt x="3108" y="1271"/>
                    <a:pt x="2817" y="254"/>
                    <a:pt x="2138" y="39"/>
                  </a:cubicBezTo>
                  <a:cubicBezTo>
                    <a:pt x="2055" y="13"/>
                    <a:pt x="1969" y="0"/>
                    <a:pt x="18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0">
              <a:extLst>
                <a:ext uri="{FF2B5EF4-FFF2-40B4-BE49-F238E27FC236}">
                  <a16:creationId xmlns:a16="http://schemas.microsoft.com/office/drawing/2014/main" id="{A976E67D-D7EA-1078-B51E-4E2521A15BFB}"/>
                </a:ext>
              </a:extLst>
            </p:cNvPr>
            <p:cNvSpPr/>
            <p:nvPr/>
          </p:nvSpPr>
          <p:spPr>
            <a:xfrm>
              <a:off x="5394075" y="4536725"/>
              <a:ext cx="39650" cy="50100"/>
            </a:xfrm>
            <a:custGeom>
              <a:avLst/>
              <a:gdLst/>
              <a:ahLst/>
              <a:cxnLst/>
              <a:rect l="l" t="t" r="r" b="b"/>
              <a:pathLst>
                <a:path w="1586" h="2004" extrusionOk="0">
                  <a:moveTo>
                    <a:pt x="973" y="0"/>
                  </a:moveTo>
                  <a:cubicBezTo>
                    <a:pt x="658" y="0"/>
                    <a:pt x="318" y="335"/>
                    <a:pt x="170" y="808"/>
                  </a:cubicBezTo>
                  <a:cubicBezTo>
                    <a:pt x="0" y="1346"/>
                    <a:pt x="142" y="1879"/>
                    <a:pt x="487" y="1985"/>
                  </a:cubicBezTo>
                  <a:cubicBezTo>
                    <a:pt x="529" y="1998"/>
                    <a:pt x="571" y="2004"/>
                    <a:pt x="614" y="2004"/>
                  </a:cubicBezTo>
                  <a:cubicBezTo>
                    <a:pt x="929" y="2004"/>
                    <a:pt x="1268" y="1672"/>
                    <a:pt x="1416" y="1196"/>
                  </a:cubicBezTo>
                  <a:cubicBezTo>
                    <a:pt x="1586" y="652"/>
                    <a:pt x="1444" y="125"/>
                    <a:pt x="1099" y="19"/>
                  </a:cubicBezTo>
                  <a:cubicBezTo>
                    <a:pt x="1058" y="6"/>
                    <a:pt x="1016" y="0"/>
                    <a:pt x="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0">
              <a:extLst>
                <a:ext uri="{FF2B5EF4-FFF2-40B4-BE49-F238E27FC236}">
                  <a16:creationId xmlns:a16="http://schemas.microsoft.com/office/drawing/2014/main" id="{5970B58A-29FE-7DA7-725E-05EFFECA2181}"/>
                </a:ext>
              </a:extLst>
            </p:cNvPr>
            <p:cNvSpPr/>
            <p:nvPr/>
          </p:nvSpPr>
          <p:spPr>
            <a:xfrm>
              <a:off x="5392875" y="4534025"/>
              <a:ext cx="42025" cy="55500"/>
            </a:xfrm>
            <a:custGeom>
              <a:avLst/>
              <a:gdLst/>
              <a:ahLst/>
              <a:cxnLst/>
              <a:rect l="l" t="t" r="r" b="b"/>
              <a:pathLst>
                <a:path w="1681" h="2220" extrusionOk="0">
                  <a:moveTo>
                    <a:pt x="1022" y="215"/>
                  </a:moveTo>
                  <a:cubicBezTo>
                    <a:pt x="1053" y="215"/>
                    <a:pt x="1084" y="220"/>
                    <a:pt x="1116" y="229"/>
                  </a:cubicBezTo>
                  <a:cubicBezTo>
                    <a:pt x="1230" y="264"/>
                    <a:pt x="1300" y="358"/>
                    <a:pt x="1339" y="431"/>
                  </a:cubicBezTo>
                  <a:cubicBezTo>
                    <a:pt x="1449" y="641"/>
                    <a:pt x="1458" y="963"/>
                    <a:pt x="1363" y="1272"/>
                  </a:cubicBezTo>
                  <a:cubicBezTo>
                    <a:pt x="1230" y="1697"/>
                    <a:pt x="926" y="2005"/>
                    <a:pt x="661" y="2005"/>
                  </a:cubicBezTo>
                  <a:cubicBezTo>
                    <a:pt x="629" y="2005"/>
                    <a:pt x="597" y="2001"/>
                    <a:pt x="566" y="1991"/>
                  </a:cubicBezTo>
                  <a:cubicBezTo>
                    <a:pt x="452" y="1956"/>
                    <a:pt x="382" y="1860"/>
                    <a:pt x="343" y="1787"/>
                  </a:cubicBezTo>
                  <a:cubicBezTo>
                    <a:pt x="233" y="1576"/>
                    <a:pt x="222" y="1254"/>
                    <a:pt x="319" y="948"/>
                  </a:cubicBezTo>
                  <a:cubicBezTo>
                    <a:pt x="452" y="523"/>
                    <a:pt x="757" y="215"/>
                    <a:pt x="1022" y="215"/>
                  </a:cubicBezTo>
                  <a:close/>
                  <a:moveTo>
                    <a:pt x="1018" y="0"/>
                  </a:moveTo>
                  <a:cubicBezTo>
                    <a:pt x="656" y="0"/>
                    <a:pt x="281" y="356"/>
                    <a:pt x="115" y="884"/>
                  </a:cubicBezTo>
                  <a:cubicBezTo>
                    <a:pt x="1" y="1248"/>
                    <a:pt x="15" y="1622"/>
                    <a:pt x="155" y="1887"/>
                  </a:cubicBezTo>
                  <a:cubicBezTo>
                    <a:pt x="237" y="2044"/>
                    <a:pt x="358" y="2149"/>
                    <a:pt x="504" y="2195"/>
                  </a:cubicBezTo>
                  <a:cubicBezTo>
                    <a:pt x="556" y="2212"/>
                    <a:pt x="609" y="2219"/>
                    <a:pt x="664" y="2219"/>
                  </a:cubicBezTo>
                  <a:lnTo>
                    <a:pt x="664" y="2219"/>
                  </a:lnTo>
                  <a:cubicBezTo>
                    <a:pt x="1027" y="2219"/>
                    <a:pt x="1402" y="1865"/>
                    <a:pt x="1567" y="1335"/>
                  </a:cubicBezTo>
                  <a:cubicBezTo>
                    <a:pt x="1680" y="969"/>
                    <a:pt x="1665" y="593"/>
                    <a:pt x="1527" y="331"/>
                  </a:cubicBezTo>
                  <a:cubicBezTo>
                    <a:pt x="1445" y="176"/>
                    <a:pt x="1324" y="71"/>
                    <a:pt x="1178" y="25"/>
                  </a:cubicBezTo>
                  <a:cubicBezTo>
                    <a:pt x="1126" y="8"/>
                    <a:pt x="1072" y="0"/>
                    <a:pt x="1018" y="0"/>
                  </a:cubicBezTo>
                  <a:close/>
                  <a:moveTo>
                    <a:pt x="664" y="2219"/>
                  </a:moveTo>
                  <a:cubicBezTo>
                    <a:pt x="664" y="2219"/>
                    <a:pt x="663" y="2219"/>
                    <a:pt x="663" y="2219"/>
                  </a:cubicBezTo>
                  <a:lnTo>
                    <a:pt x="665" y="2219"/>
                  </a:lnTo>
                  <a:cubicBezTo>
                    <a:pt x="664" y="2219"/>
                    <a:pt x="664" y="2219"/>
                    <a:pt x="664" y="2219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0">
              <a:extLst>
                <a:ext uri="{FF2B5EF4-FFF2-40B4-BE49-F238E27FC236}">
                  <a16:creationId xmlns:a16="http://schemas.microsoft.com/office/drawing/2014/main" id="{0AF62286-FE09-96BE-175D-E6443C82405E}"/>
                </a:ext>
              </a:extLst>
            </p:cNvPr>
            <p:cNvSpPr/>
            <p:nvPr/>
          </p:nvSpPr>
          <p:spPr>
            <a:xfrm>
              <a:off x="5121925" y="4050650"/>
              <a:ext cx="191875" cy="5350"/>
            </a:xfrm>
            <a:custGeom>
              <a:avLst/>
              <a:gdLst/>
              <a:ahLst/>
              <a:cxnLst/>
              <a:rect l="l" t="t" r="r" b="b"/>
              <a:pathLst>
                <a:path w="767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7675" y="213"/>
                  </a:lnTo>
                  <a:lnTo>
                    <a:pt x="76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0">
              <a:extLst>
                <a:ext uri="{FF2B5EF4-FFF2-40B4-BE49-F238E27FC236}">
                  <a16:creationId xmlns:a16="http://schemas.microsoft.com/office/drawing/2014/main" id="{09886DB5-976F-D106-5FDE-93C12F8F1C24}"/>
                </a:ext>
              </a:extLst>
            </p:cNvPr>
            <p:cNvSpPr/>
            <p:nvPr/>
          </p:nvSpPr>
          <p:spPr>
            <a:xfrm>
              <a:off x="4937375" y="3371850"/>
              <a:ext cx="352450" cy="521625"/>
            </a:xfrm>
            <a:custGeom>
              <a:avLst/>
              <a:gdLst/>
              <a:ahLst/>
              <a:cxnLst/>
              <a:rect l="l" t="t" r="r" b="b"/>
              <a:pathLst>
                <a:path w="14098" h="20865" extrusionOk="0">
                  <a:moveTo>
                    <a:pt x="14029" y="0"/>
                  </a:moveTo>
                  <a:cubicBezTo>
                    <a:pt x="6328" y="2643"/>
                    <a:pt x="2998" y="8176"/>
                    <a:pt x="1558" y="12352"/>
                  </a:cubicBezTo>
                  <a:cubicBezTo>
                    <a:pt x="1" y="16874"/>
                    <a:pt x="266" y="20826"/>
                    <a:pt x="269" y="20865"/>
                  </a:cubicBezTo>
                  <a:lnTo>
                    <a:pt x="481" y="20850"/>
                  </a:lnTo>
                  <a:cubicBezTo>
                    <a:pt x="478" y="20811"/>
                    <a:pt x="216" y="16895"/>
                    <a:pt x="1762" y="12415"/>
                  </a:cubicBezTo>
                  <a:cubicBezTo>
                    <a:pt x="3187" y="8286"/>
                    <a:pt x="6482" y="2816"/>
                    <a:pt x="14098" y="203"/>
                  </a:cubicBezTo>
                  <a:lnTo>
                    <a:pt x="1402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0">
              <a:extLst>
                <a:ext uri="{FF2B5EF4-FFF2-40B4-BE49-F238E27FC236}">
                  <a16:creationId xmlns:a16="http://schemas.microsoft.com/office/drawing/2014/main" id="{DC392346-E33E-EE75-01AE-86E48A269211}"/>
                </a:ext>
              </a:extLst>
            </p:cNvPr>
            <p:cNvSpPr/>
            <p:nvPr/>
          </p:nvSpPr>
          <p:spPr>
            <a:xfrm>
              <a:off x="4590500" y="3317450"/>
              <a:ext cx="414725" cy="576025"/>
            </a:xfrm>
            <a:custGeom>
              <a:avLst/>
              <a:gdLst/>
              <a:ahLst/>
              <a:cxnLst/>
              <a:rect l="l" t="t" r="r" b="b"/>
              <a:pathLst>
                <a:path w="16589" h="23041" extrusionOk="0">
                  <a:moveTo>
                    <a:pt x="16523" y="1"/>
                  </a:moveTo>
                  <a:cubicBezTo>
                    <a:pt x="7454" y="2918"/>
                    <a:pt x="3530" y="9027"/>
                    <a:pt x="1835" y="13638"/>
                  </a:cubicBezTo>
                  <a:cubicBezTo>
                    <a:pt x="0" y="18633"/>
                    <a:pt x="313" y="22997"/>
                    <a:pt x="316" y="23041"/>
                  </a:cubicBezTo>
                  <a:lnTo>
                    <a:pt x="529" y="23024"/>
                  </a:lnTo>
                  <a:cubicBezTo>
                    <a:pt x="526" y="22981"/>
                    <a:pt x="216" y="18663"/>
                    <a:pt x="2036" y="13712"/>
                  </a:cubicBezTo>
                  <a:cubicBezTo>
                    <a:pt x="3714" y="9144"/>
                    <a:pt x="7601" y="3093"/>
                    <a:pt x="16588" y="203"/>
                  </a:cubicBezTo>
                  <a:lnTo>
                    <a:pt x="165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0">
              <a:extLst>
                <a:ext uri="{FF2B5EF4-FFF2-40B4-BE49-F238E27FC236}">
                  <a16:creationId xmlns:a16="http://schemas.microsoft.com/office/drawing/2014/main" id="{9DF4D960-BB91-96EA-E53E-EE07D0AF8EC5}"/>
                </a:ext>
              </a:extLst>
            </p:cNvPr>
            <p:cNvSpPr/>
            <p:nvPr/>
          </p:nvSpPr>
          <p:spPr>
            <a:xfrm>
              <a:off x="5247375" y="3456150"/>
              <a:ext cx="179175" cy="217625"/>
            </a:xfrm>
            <a:custGeom>
              <a:avLst/>
              <a:gdLst/>
              <a:ahLst/>
              <a:cxnLst/>
              <a:rect l="l" t="t" r="r" b="b"/>
              <a:pathLst>
                <a:path w="7167" h="8705" extrusionOk="0">
                  <a:moveTo>
                    <a:pt x="6753" y="1"/>
                  </a:moveTo>
                  <a:cubicBezTo>
                    <a:pt x="5874" y="1"/>
                    <a:pt x="3614" y="304"/>
                    <a:pt x="46" y="2838"/>
                  </a:cubicBezTo>
                  <a:cubicBezTo>
                    <a:pt x="17" y="2861"/>
                    <a:pt x="0" y="2895"/>
                    <a:pt x="2" y="2932"/>
                  </a:cubicBezTo>
                  <a:cubicBezTo>
                    <a:pt x="5" y="2968"/>
                    <a:pt x="24" y="3001"/>
                    <a:pt x="55" y="3019"/>
                  </a:cubicBezTo>
                  <a:cubicBezTo>
                    <a:pt x="81" y="3034"/>
                    <a:pt x="2454" y="4394"/>
                    <a:pt x="3459" y="6558"/>
                  </a:cubicBezTo>
                  <a:lnTo>
                    <a:pt x="507" y="8528"/>
                  </a:lnTo>
                  <a:lnTo>
                    <a:pt x="624" y="8705"/>
                  </a:lnTo>
                  <a:lnTo>
                    <a:pt x="3653" y="6684"/>
                  </a:lnTo>
                  <a:cubicBezTo>
                    <a:pt x="3696" y="6656"/>
                    <a:pt x="3711" y="6600"/>
                    <a:pt x="3690" y="6553"/>
                  </a:cubicBezTo>
                  <a:cubicBezTo>
                    <a:pt x="2819" y="4591"/>
                    <a:pt x="849" y="3260"/>
                    <a:pt x="303" y="2919"/>
                  </a:cubicBezTo>
                  <a:cubicBezTo>
                    <a:pt x="3777" y="484"/>
                    <a:pt x="5988" y="218"/>
                    <a:pt x="6788" y="218"/>
                  </a:cubicBezTo>
                  <a:cubicBezTo>
                    <a:pt x="7007" y="218"/>
                    <a:pt x="7120" y="238"/>
                    <a:pt x="7125" y="239"/>
                  </a:cubicBezTo>
                  <a:lnTo>
                    <a:pt x="7167" y="30"/>
                  </a:lnTo>
                  <a:cubicBezTo>
                    <a:pt x="7144" y="26"/>
                    <a:pt x="7006" y="1"/>
                    <a:pt x="67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0">
              <a:extLst>
                <a:ext uri="{FF2B5EF4-FFF2-40B4-BE49-F238E27FC236}">
                  <a16:creationId xmlns:a16="http://schemas.microsoft.com/office/drawing/2014/main" id="{1157C522-8A84-5436-0839-B1D56900D1FC}"/>
                </a:ext>
              </a:extLst>
            </p:cNvPr>
            <p:cNvSpPr/>
            <p:nvPr/>
          </p:nvSpPr>
          <p:spPr>
            <a:xfrm>
              <a:off x="4856525" y="3326575"/>
              <a:ext cx="245800" cy="195075"/>
            </a:xfrm>
            <a:custGeom>
              <a:avLst/>
              <a:gdLst/>
              <a:ahLst/>
              <a:cxnLst/>
              <a:rect l="l" t="t" r="r" b="b"/>
              <a:pathLst>
                <a:path w="9832" h="7803" extrusionOk="0">
                  <a:moveTo>
                    <a:pt x="9763" y="1"/>
                  </a:moveTo>
                  <a:cubicBezTo>
                    <a:pt x="9702" y="21"/>
                    <a:pt x="3619" y="2134"/>
                    <a:pt x="1" y="7686"/>
                  </a:cubicBezTo>
                  <a:lnTo>
                    <a:pt x="179" y="7803"/>
                  </a:lnTo>
                  <a:cubicBezTo>
                    <a:pt x="3757" y="2314"/>
                    <a:pt x="9771" y="224"/>
                    <a:pt x="9832" y="203"/>
                  </a:cubicBezTo>
                  <a:lnTo>
                    <a:pt x="976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0">
              <a:extLst>
                <a:ext uri="{FF2B5EF4-FFF2-40B4-BE49-F238E27FC236}">
                  <a16:creationId xmlns:a16="http://schemas.microsoft.com/office/drawing/2014/main" id="{BAFDAF67-643A-B367-DEDA-9E3864A77CC4}"/>
                </a:ext>
              </a:extLst>
            </p:cNvPr>
            <p:cNvSpPr/>
            <p:nvPr/>
          </p:nvSpPr>
          <p:spPr>
            <a:xfrm>
              <a:off x="5363500" y="3469325"/>
              <a:ext cx="151675" cy="179000"/>
            </a:xfrm>
            <a:custGeom>
              <a:avLst/>
              <a:gdLst/>
              <a:ahLst/>
              <a:cxnLst/>
              <a:rect l="l" t="t" r="r" b="b"/>
              <a:pathLst>
                <a:path w="6067" h="7160" extrusionOk="0">
                  <a:moveTo>
                    <a:pt x="84" y="1"/>
                  </a:moveTo>
                  <a:lnTo>
                    <a:pt x="1" y="196"/>
                  </a:lnTo>
                  <a:cubicBezTo>
                    <a:pt x="37" y="212"/>
                    <a:pt x="3638" y="1801"/>
                    <a:pt x="5870" y="7159"/>
                  </a:cubicBezTo>
                  <a:lnTo>
                    <a:pt x="6067" y="7078"/>
                  </a:lnTo>
                  <a:cubicBezTo>
                    <a:pt x="3799" y="1633"/>
                    <a:pt x="121" y="16"/>
                    <a:pt x="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0">
              <a:extLst>
                <a:ext uri="{FF2B5EF4-FFF2-40B4-BE49-F238E27FC236}">
                  <a16:creationId xmlns:a16="http://schemas.microsoft.com/office/drawing/2014/main" id="{97C7498C-70E5-5AD5-0801-D2FED4285554}"/>
                </a:ext>
              </a:extLst>
            </p:cNvPr>
            <p:cNvSpPr/>
            <p:nvPr/>
          </p:nvSpPr>
          <p:spPr>
            <a:xfrm>
              <a:off x="4520700" y="3438325"/>
              <a:ext cx="162325" cy="250750"/>
            </a:xfrm>
            <a:custGeom>
              <a:avLst/>
              <a:gdLst/>
              <a:ahLst/>
              <a:cxnLst/>
              <a:rect l="l" t="t" r="r" b="b"/>
              <a:pathLst>
                <a:path w="6493" h="10030" extrusionOk="0">
                  <a:moveTo>
                    <a:pt x="6342" y="0"/>
                  </a:moveTo>
                  <a:cubicBezTo>
                    <a:pt x="6318" y="24"/>
                    <a:pt x="3892" y="2466"/>
                    <a:pt x="2963" y="4805"/>
                  </a:cubicBezTo>
                  <a:cubicBezTo>
                    <a:pt x="2743" y="4994"/>
                    <a:pt x="885" y="6638"/>
                    <a:pt x="11" y="8784"/>
                  </a:cubicBezTo>
                  <a:cubicBezTo>
                    <a:pt x="2" y="8806"/>
                    <a:pt x="0" y="8830"/>
                    <a:pt x="6" y="8852"/>
                  </a:cubicBezTo>
                  <a:lnTo>
                    <a:pt x="344" y="10030"/>
                  </a:lnTo>
                  <a:lnTo>
                    <a:pt x="548" y="9972"/>
                  </a:lnTo>
                  <a:lnTo>
                    <a:pt x="222" y="8830"/>
                  </a:lnTo>
                  <a:cubicBezTo>
                    <a:pt x="1133" y="6628"/>
                    <a:pt x="3100" y="4967"/>
                    <a:pt x="3121" y="4951"/>
                  </a:cubicBezTo>
                  <a:cubicBezTo>
                    <a:pt x="3135" y="4939"/>
                    <a:pt x="3145" y="4926"/>
                    <a:pt x="3151" y="4908"/>
                  </a:cubicBezTo>
                  <a:cubicBezTo>
                    <a:pt x="4058" y="2603"/>
                    <a:pt x="6468" y="175"/>
                    <a:pt x="6492" y="151"/>
                  </a:cubicBezTo>
                  <a:lnTo>
                    <a:pt x="63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0">
              <a:extLst>
                <a:ext uri="{FF2B5EF4-FFF2-40B4-BE49-F238E27FC236}">
                  <a16:creationId xmlns:a16="http://schemas.microsoft.com/office/drawing/2014/main" id="{C94E82BD-9E7E-7B43-4847-4CA2E0CFD3EB}"/>
                </a:ext>
              </a:extLst>
            </p:cNvPr>
            <p:cNvSpPr/>
            <p:nvPr/>
          </p:nvSpPr>
          <p:spPr>
            <a:xfrm>
              <a:off x="4880875" y="4195250"/>
              <a:ext cx="14400" cy="21100"/>
            </a:xfrm>
            <a:custGeom>
              <a:avLst/>
              <a:gdLst/>
              <a:ahLst/>
              <a:cxnLst/>
              <a:rect l="l" t="t" r="r" b="b"/>
              <a:pathLst>
                <a:path w="576" h="844" extrusionOk="0">
                  <a:moveTo>
                    <a:pt x="392" y="1"/>
                  </a:moveTo>
                  <a:cubicBezTo>
                    <a:pt x="247" y="244"/>
                    <a:pt x="115" y="498"/>
                    <a:pt x="0" y="756"/>
                  </a:cubicBezTo>
                  <a:lnTo>
                    <a:pt x="194" y="844"/>
                  </a:lnTo>
                  <a:cubicBezTo>
                    <a:pt x="307" y="592"/>
                    <a:pt x="435" y="345"/>
                    <a:pt x="575" y="110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0">
              <a:extLst>
                <a:ext uri="{FF2B5EF4-FFF2-40B4-BE49-F238E27FC236}">
                  <a16:creationId xmlns:a16="http://schemas.microsoft.com/office/drawing/2014/main" id="{6A618A2C-0787-ECEE-8A20-FB676FDC78CC}"/>
                </a:ext>
              </a:extLst>
            </p:cNvPr>
            <p:cNvSpPr/>
            <p:nvPr/>
          </p:nvSpPr>
          <p:spPr>
            <a:xfrm>
              <a:off x="4831100" y="4239175"/>
              <a:ext cx="45100" cy="171150"/>
            </a:xfrm>
            <a:custGeom>
              <a:avLst/>
              <a:gdLst/>
              <a:ahLst/>
              <a:cxnLst/>
              <a:rect l="l" t="t" r="r" b="b"/>
              <a:pathLst>
                <a:path w="1804" h="6846" extrusionOk="0">
                  <a:moveTo>
                    <a:pt x="1600" y="1"/>
                  </a:moveTo>
                  <a:cubicBezTo>
                    <a:pt x="1110" y="1572"/>
                    <a:pt x="817" y="3202"/>
                    <a:pt x="727" y="4846"/>
                  </a:cubicBezTo>
                  <a:cubicBezTo>
                    <a:pt x="644" y="6299"/>
                    <a:pt x="7" y="6652"/>
                    <a:pt x="1" y="6655"/>
                  </a:cubicBezTo>
                  <a:lnTo>
                    <a:pt x="97" y="6845"/>
                  </a:lnTo>
                  <a:lnTo>
                    <a:pt x="97" y="6844"/>
                  </a:lnTo>
                  <a:cubicBezTo>
                    <a:pt x="129" y="6829"/>
                    <a:pt x="848" y="6446"/>
                    <a:pt x="940" y="4858"/>
                  </a:cubicBezTo>
                  <a:cubicBezTo>
                    <a:pt x="1028" y="3230"/>
                    <a:pt x="1318" y="1618"/>
                    <a:pt x="1804" y="63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0">
              <a:extLst>
                <a:ext uri="{FF2B5EF4-FFF2-40B4-BE49-F238E27FC236}">
                  <a16:creationId xmlns:a16="http://schemas.microsoft.com/office/drawing/2014/main" id="{5536C469-06D9-BC34-4ADA-138F2E832CFD}"/>
                </a:ext>
              </a:extLst>
            </p:cNvPr>
            <p:cNvSpPr/>
            <p:nvPr/>
          </p:nvSpPr>
          <p:spPr>
            <a:xfrm>
              <a:off x="5048125" y="4853900"/>
              <a:ext cx="18450" cy="15325"/>
            </a:xfrm>
            <a:custGeom>
              <a:avLst/>
              <a:gdLst/>
              <a:ahLst/>
              <a:cxnLst/>
              <a:rect l="l" t="t" r="r" b="b"/>
              <a:pathLst>
                <a:path w="738" h="613" extrusionOk="0">
                  <a:moveTo>
                    <a:pt x="130" y="0"/>
                  </a:moveTo>
                  <a:lnTo>
                    <a:pt x="0" y="170"/>
                  </a:lnTo>
                  <a:cubicBezTo>
                    <a:pt x="204" y="325"/>
                    <a:pt x="411" y="474"/>
                    <a:pt x="616" y="612"/>
                  </a:cubicBezTo>
                  <a:lnTo>
                    <a:pt x="737" y="435"/>
                  </a:lnTo>
                  <a:cubicBezTo>
                    <a:pt x="533" y="299"/>
                    <a:pt x="329" y="152"/>
                    <a:pt x="1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0">
              <a:extLst>
                <a:ext uri="{FF2B5EF4-FFF2-40B4-BE49-F238E27FC236}">
                  <a16:creationId xmlns:a16="http://schemas.microsoft.com/office/drawing/2014/main" id="{50D62BE9-A36C-230B-BCFC-8691F8FF9E2F}"/>
                </a:ext>
              </a:extLst>
            </p:cNvPr>
            <p:cNvSpPr/>
            <p:nvPr/>
          </p:nvSpPr>
          <p:spPr>
            <a:xfrm>
              <a:off x="4633175" y="4670200"/>
              <a:ext cx="396500" cy="169125"/>
            </a:xfrm>
            <a:custGeom>
              <a:avLst/>
              <a:gdLst/>
              <a:ahLst/>
              <a:cxnLst/>
              <a:rect l="l" t="t" r="r" b="b"/>
              <a:pathLst>
                <a:path w="15860" h="6765" extrusionOk="0">
                  <a:moveTo>
                    <a:pt x="1868" y="0"/>
                  </a:moveTo>
                  <a:cubicBezTo>
                    <a:pt x="1825" y="0"/>
                    <a:pt x="1786" y="27"/>
                    <a:pt x="1768" y="66"/>
                  </a:cubicBezTo>
                  <a:lnTo>
                    <a:pt x="1" y="4312"/>
                  </a:lnTo>
                  <a:lnTo>
                    <a:pt x="197" y="4394"/>
                  </a:lnTo>
                  <a:lnTo>
                    <a:pt x="1938" y="215"/>
                  </a:lnTo>
                  <a:lnTo>
                    <a:pt x="11497" y="215"/>
                  </a:lnTo>
                  <a:cubicBezTo>
                    <a:pt x="11694" y="758"/>
                    <a:pt x="13016" y="4227"/>
                    <a:pt x="15714" y="6764"/>
                  </a:cubicBezTo>
                  <a:lnTo>
                    <a:pt x="15860" y="6608"/>
                  </a:lnTo>
                  <a:cubicBezTo>
                    <a:pt x="12980" y="3900"/>
                    <a:pt x="11686" y="112"/>
                    <a:pt x="11674" y="73"/>
                  </a:cubicBezTo>
                  <a:cubicBezTo>
                    <a:pt x="11659" y="30"/>
                    <a:pt x="11619" y="0"/>
                    <a:pt x="115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0">
              <a:extLst>
                <a:ext uri="{FF2B5EF4-FFF2-40B4-BE49-F238E27FC236}">
                  <a16:creationId xmlns:a16="http://schemas.microsoft.com/office/drawing/2014/main" id="{45A55734-A21B-C15D-A801-114EAF21CF23}"/>
                </a:ext>
              </a:extLst>
            </p:cNvPr>
            <p:cNvSpPr/>
            <p:nvPr/>
          </p:nvSpPr>
          <p:spPr>
            <a:xfrm>
              <a:off x="5242525" y="3648525"/>
              <a:ext cx="50550" cy="50525"/>
            </a:xfrm>
            <a:custGeom>
              <a:avLst/>
              <a:gdLst/>
              <a:ahLst/>
              <a:cxnLst/>
              <a:rect l="l" t="t" r="r" b="b"/>
              <a:pathLst>
                <a:path w="2022" h="2021" extrusionOk="0">
                  <a:moveTo>
                    <a:pt x="1010" y="0"/>
                  </a:moveTo>
                  <a:cubicBezTo>
                    <a:pt x="452" y="0"/>
                    <a:pt x="1" y="452"/>
                    <a:pt x="1" y="1010"/>
                  </a:cubicBezTo>
                  <a:cubicBezTo>
                    <a:pt x="1" y="1568"/>
                    <a:pt x="453" y="2021"/>
                    <a:pt x="1010" y="2021"/>
                  </a:cubicBezTo>
                  <a:lnTo>
                    <a:pt x="1013" y="2021"/>
                  </a:lnTo>
                  <a:cubicBezTo>
                    <a:pt x="1570" y="2021"/>
                    <a:pt x="2021" y="1570"/>
                    <a:pt x="2021" y="1013"/>
                  </a:cubicBezTo>
                  <a:lnTo>
                    <a:pt x="2021" y="1010"/>
                  </a:lnTo>
                  <a:cubicBezTo>
                    <a:pt x="2021" y="452"/>
                    <a:pt x="1569" y="0"/>
                    <a:pt x="10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0">
              <a:extLst>
                <a:ext uri="{FF2B5EF4-FFF2-40B4-BE49-F238E27FC236}">
                  <a16:creationId xmlns:a16="http://schemas.microsoft.com/office/drawing/2014/main" id="{5937069C-917F-7C1E-8DD6-1A6C0AA12CC6}"/>
                </a:ext>
              </a:extLst>
            </p:cNvPr>
            <p:cNvSpPr/>
            <p:nvPr/>
          </p:nvSpPr>
          <p:spPr>
            <a:xfrm>
              <a:off x="5239850" y="3645850"/>
              <a:ext cx="55900" cy="55900"/>
            </a:xfrm>
            <a:custGeom>
              <a:avLst/>
              <a:gdLst/>
              <a:ahLst/>
              <a:cxnLst/>
              <a:rect l="l" t="t" r="r" b="b"/>
              <a:pathLst>
                <a:path w="2236" h="2236" extrusionOk="0">
                  <a:moveTo>
                    <a:pt x="1117" y="213"/>
                  </a:moveTo>
                  <a:cubicBezTo>
                    <a:pt x="1616" y="213"/>
                    <a:pt x="2023" y="618"/>
                    <a:pt x="2023" y="1117"/>
                  </a:cubicBezTo>
                  <a:lnTo>
                    <a:pt x="2023" y="1120"/>
                  </a:lnTo>
                  <a:cubicBezTo>
                    <a:pt x="2023" y="1617"/>
                    <a:pt x="1616" y="2022"/>
                    <a:pt x="1117" y="2022"/>
                  </a:cubicBezTo>
                  <a:cubicBezTo>
                    <a:pt x="620" y="2022"/>
                    <a:pt x="213" y="1616"/>
                    <a:pt x="213" y="1117"/>
                  </a:cubicBezTo>
                  <a:cubicBezTo>
                    <a:pt x="213" y="620"/>
                    <a:pt x="618" y="213"/>
                    <a:pt x="1117" y="213"/>
                  </a:cubicBezTo>
                  <a:close/>
                  <a:moveTo>
                    <a:pt x="1117" y="0"/>
                  </a:moveTo>
                  <a:cubicBezTo>
                    <a:pt x="502" y="0"/>
                    <a:pt x="1" y="502"/>
                    <a:pt x="1" y="1117"/>
                  </a:cubicBezTo>
                  <a:cubicBezTo>
                    <a:pt x="1" y="1733"/>
                    <a:pt x="502" y="2235"/>
                    <a:pt x="1120" y="2235"/>
                  </a:cubicBezTo>
                  <a:cubicBezTo>
                    <a:pt x="1735" y="2235"/>
                    <a:pt x="2235" y="1735"/>
                    <a:pt x="2235" y="1120"/>
                  </a:cubicBezTo>
                  <a:lnTo>
                    <a:pt x="2235" y="1117"/>
                  </a:lnTo>
                  <a:cubicBezTo>
                    <a:pt x="2235" y="502"/>
                    <a:pt x="1734" y="0"/>
                    <a:pt x="1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0">
              <a:extLst>
                <a:ext uri="{FF2B5EF4-FFF2-40B4-BE49-F238E27FC236}">
                  <a16:creationId xmlns:a16="http://schemas.microsoft.com/office/drawing/2014/main" id="{987BBB3A-C14A-E081-CA7B-1261BA0E26B1}"/>
                </a:ext>
              </a:extLst>
            </p:cNvPr>
            <p:cNvSpPr/>
            <p:nvPr/>
          </p:nvSpPr>
          <p:spPr>
            <a:xfrm>
              <a:off x="5492975" y="3647750"/>
              <a:ext cx="53950" cy="50600"/>
            </a:xfrm>
            <a:custGeom>
              <a:avLst/>
              <a:gdLst/>
              <a:ahLst/>
              <a:cxnLst/>
              <a:rect l="l" t="t" r="r" b="b"/>
              <a:pathLst>
                <a:path w="2158" h="2024" extrusionOk="0">
                  <a:moveTo>
                    <a:pt x="1081" y="1"/>
                  </a:moveTo>
                  <a:cubicBezTo>
                    <a:pt x="1034" y="1"/>
                    <a:pt x="987" y="4"/>
                    <a:pt x="940" y="11"/>
                  </a:cubicBezTo>
                  <a:cubicBezTo>
                    <a:pt x="387" y="88"/>
                    <a:pt x="0" y="597"/>
                    <a:pt x="78" y="1151"/>
                  </a:cubicBezTo>
                  <a:cubicBezTo>
                    <a:pt x="147" y="1656"/>
                    <a:pt x="580" y="2023"/>
                    <a:pt x="1077" y="2023"/>
                  </a:cubicBezTo>
                  <a:cubicBezTo>
                    <a:pt x="1124" y="2023"/>
                    <a:pt x="1171" y="2020"/>
                    <a:pt x="1218" y="2013"/>
                  </a:cubicBezTo>
                  <a:cubicBezTo>
                    <a:pt x="1221" y="2013"/>
                    <a:pt x="1224" y="2012"/>
                    <a:pt x="1227" y="2012"/>
                  </a:cubicBezTo>
                  <a:cubicBezTo>
                    <a:pt x="1777" y="1931"/>
                    <a:pt x="2158" y="1422"/>
                    <a:pt x="2080" y="873"/>
                  </a:cubicBezTo>
                  <a:cubicBezTo>
                    <a:pt x="2010" y="368"/>
                    <a:pt x="1577" y="1"/>
                    <a:pt x="108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0">
              <a:extLst>
                <a:ext uri="{FF2B5EF4-FFF2-40B4-BE49-F238E27FC236}">
                  <a16:creationId xmlns:a16="http://schemas.microsoft.com/office/drawing/2014/main" id="{F31B1884-1C30-E3E5-47C1-8F9B61819CBB}"/>
                </a:ext>
              </a:extLst>
            </p:cNvPr>
            <p:cNvSpPr/>
            <p:nvPr/>
          </p:nvSpPr>
          <p:spPr>
            <a:xfrm>
              <a:off x="5490150" y="3645100"/>
              <a:ext cx="59600" cy="55900"/>
            </a:xfrm>
            <a:custGeom>
              <a:avLst/>
              <a:gdLst/>
              <a:ahLst/>
              <a:cxnLst/>
              <a:rect l="l" t="t" r="r" b="b"/>
              <a:pathLst>
                <a:path w="2384" h="2236" extrusionOk="0">
                  <a:moveTo>
                    <a:pt x="1193" y="213"/>
                  </a:moveTo>
                  <a:cubicBezTo>
                    <a:pt x="1636" y="213"/>
                    <a:pt x="2025" y="542"/>
                    <a:pt x="2088" y="994"/>
                  </a:cubicBezTo>
                  <a:cubicBezTo>
                    <a:pt x="2156" y="1483"/>
                    <a:pt x="1814" y="1941"/>
                    <a:pt x="1316" y="2013"/>
                  </a:cubicBezTo>
                  <a:cubicBezTo>
                    <a:pt x="1274" y="2019"/>
                    <a:pt x="1232" y="2022"/>
                    <a:pt x="1190" y="2022"/>
                  </a:cubicBezTo>
                  <a:cubicBezTo>
                    <a:pt x="993" y="2022"/>
                    <a:pt x="805" y="1959"/>
                    <a:pt x="646" y="1839"/>
                  </a:cubicBezTo>
                  <a:cubicBezTo>
                    <a:pt x="453" y="1693"/>
                    <a:pt x="329" y="1482"/>
                    <a:pt x="296" y="1242"/>
                  </a:cubicBezTo>
                  <a:cubicBezTo>
                    <a:pt x="228" y="748"/>
                    <a:pt x="573" y="291"/>
                    <a:pt x="1068" y="222"/>
                  </a:cubicBezTo>
                  <a:cubicBezTo>
                    <a:pt x="1109" y="216"/>
                    <a:pt x="1151" y="213"/>
                    <a:pt x="1193" y="213"/>
                  </a:cubicBezTo>
                  <a:close/>
                  <a:moveTo>
                    <a:pt x="1190" y="0"/>
                  </a:moveTo>
                  <a:cubicBezTo>
                    <a:pt x="1140" y="0"/>
                    <a:pt x="1089" y="4"/>
                    <a:pt x="1038" y="11"/>
                  </a:cubicBezTo>
                  <a:cubicBezTo>
                    <a:pt x="427" y="96"/>
                    <a:pt x="0" y="662"/>
                    <a:pt x="85" y="1272"/>
                  </a:cubicBezTo>
                  <a:cubicBezTo>
                    <a:pt x="125" y="1567"/>
                    <a:pt x="279" y="1829"/>
                    <a:pt x="517" y="2009"/>
                  </a:cubicBezTo>
                  <a:cubicBezTo>
                    <a:pt x="713" y="2156"/>
                    <a:pt x="946" y="2235"/>
                    <a:pt x="1191" y="2235"/>
                  </a:cubicBezTo>
                  <a:cubicBezTo>
                    <a:pt x="1245" y="2235"/>
                    <a:pt x="1300" y="2231"/>
                    <a:pt x="1355" y="2223"/>
                  </a:cubicBezTo>
                  <a:cubicBezTo>
                    <a:pt x="1961" y="2136"/>
                    <a:pt x="2384" y="1570"/>
                    <a:pt x="2299" y="964"/>
                  </a:cubicBezTo>
                  <a:cubicBezTo>
                    <a:pt x="2221" y="406"/>
                    <a:pt x="1739" y="0"/>
                    <a:pt x="11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0">
              <a:extLst>
                <a:ext uri="{FF2B5EF4-FFF2-40B4-BE49-F238E27FC236}">
                  <a16:creationId xmlns:a16="http://schemas.microsoft.com/office/drawing/2014/main" id="{EC7A2B36-E7D8-D9CC-2B0F-4D5910608B19}"/>
                </a:ext>
              </a:extLst>
            </p:cNvPr>
            <p:cNvSpPr/>
            <p:nvPr/>
          </p:nvSpPr>
          <p:spPr>
            <a:xfrm>
              <a:off x="4831200" y="3500825"/>
              <a:ext cx="57350" cy="47050"/>
            </a:xfrm>
            <a:custGeom>
              <a:avLst/>
              <a:gdLst/>
              <a:ahLst/>
              <a:cxnLst/>
              <a:rect l="l" t="t" r="r" b="b"/>
              <a:pathLst>
                <a:path w="2294" h="1882" extrusionOk="0">
                  <a:moveTo>
                    <a:pt x="1463" y="0"/>
                  </a:moveTo>
                  <a:cubicBezTo>
                    <a:pt x="1376" y="0"/>
                    <a:pt x="1285" y="9"/>
                    <a:pt x="1191" y="29"/>
                  </a:cubicBezTo>
                  <a:cubicBezTo>
                    <a:pt x="570" y="154"/>
                    <a:pt x="43" y="667"/>
                    <a:pt x="20" y="1168"/>
                  </a:cubicBezTo>
                  <a:cubicBezTo>
                    <a:pt x="0" y="1592"/>
                    <a:pt x="348" y="1882"/>
                    <a:pt x="837" y="1882"/>
                  </a:cubicBezTo>
                  <a:cubicBezTo>
                    <a:pt x="923" y="1882"/>
                    <a:pt x="1013" y="1873"/>
                    <a:pt x="1106" y="1854"/>
                  </a:cubicBezTo>
                  <a:cubicBezTo>
                    <a:pt x="1728" y="1727"/>
                    <a:pt x="2251" y="1218"/>
                    <a:pt x="2273" y="714"/>
                  </a:cubicBezTo>
                  <a:cubicBezTo>
                    <a:pt x="2293" y="287"/>
                    <a:pt x="1947" y="0"/>
                    <a:pt x="146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0">
              <a:extLst>
                <a:ext uri="{FF2B5EF4-FFF2-40B4-BE49-F238E27FC236}">
                  <a16:creationId xmlns:a16="http://schemas.microsoft.com/office/drawing/2014/main" id="{30B1ED27-F1C8-8749-19E8-A4503522710B}"/>
                </a:ext>
              </a:extLst>
            </p:cNvPr>
            <p:cNvSpPr/>
            <p:nvPr/>
          </p:nvSpPr>
          <p:spPr>
            <a:xfrm>
              <a:off x="4828725" y="3498175"/>
              <a:ext cx="62300" cy="52375"/>
            </a:xfrm>
            <a:custGeom>
              <a:avLst/>
              <a:gdLst/>
              <a:ahLst/>
              <a:cxnLst/>
              <a:rect l="l" t="t" r="r" b="b"/>
              <a:pathLst>
                <a:path w="2492" h="2095" extrusionOk="0">
                  <a:moveTo>
                    <a:pt x="1562" y="212"/>
                  </a:moveTo>
                  <a:cubicBezTo>
                    <a:pt x="1772" y="212"/>
                    <a:pt x="1955" y="270"/>
                    <a:pt x="2085" y="382"/>
                  </a:cubicBezTo>
                  <a:cubicBezTo>
                    <a:pt x="2211" y="490"/>
                    <a:pt x="2274" y="639"/>
                    <a:pt x="2266" y="814"/>
                  </a:cubicBezTo>
                  <a:cubicBezTo>
                    <a:pt x="2244" y="1272"/>
                    <a:pt x="1759" y="1738"/>
                    <a:pt x="1183" y="1856"/>
                  </a:cubicBezTo>
                  <a:cubicBezTo>
                    <a:pt x="1097" y="1873"/>
                    <a:pt x="1014" y="1881"/>
                    <a:pt x="935" y="1881"/>
                  </a:cubicBezTo>
                  <a:cubicBezTo>
                    <a:pt x="724" y="1881"/>
                    <a:pt x="539" y="1822"/>
                    <a:pt x="407" y="1710"/>
                  </a:cubicBezTo>
                  <a:cubicBezTo>
                    <a:pt x="280" y="1601"/>
                    <a:pt x="216" y="1451"/>
                    <a:pt x="225" y="1278"/>
                  </a:cubicBezTo>
                  <a:cubicBezTo>
                    <a:pt x="246" y="830"/>
                    <a:pt x="743" y="353"/>
                    <a:pt x="1311" y="239"/>
                  </a:cubicBezTo>
                  <a:cubicBezTo>
                    <a:pt x="1397" y="221"/>
                    <a:pt x="1482" y="212"/>
                    <a:pt x="1562" y="212"/>
                  </a:cubicBezTo>
                  <a:close/>
                  <a:moveTo>
                    <a:pt x="1562" y="0"/>
                  </a:moveTo>
                  <a:cubicBezTo>
                    <a:pt x="1468" y="0"/>
                    <a:pt x="1369" y="10"/>
                    <a:pt x="1269" y="30"/>
                  </a:cubicBezTo>
                  <a:cubicBezTo>
                    <a:pt x="602" y="164"/>
                    <a:pt x="38" y="720"/>
                    <a:pt x="12" y="1268"/>
                  </a:cubicBezTo>
                  <a:cubicBezTo>
                    <a:pt x="0" y="1506"/>
                    <a:pt x="93" y="1720"/>
                    <a:pt x="268" y="1871"/>
                  </a:cubicBezTo>
                  <a:cubicBezTo>
                    <a:pt x="438" y="2018"/>
                    <a:pt x="672" y="2094"/>
                    <a:pt x="934" y="2094"/>
                  </a:cubicBezTo>
                  <a:cubicBezTo>
                    <a:pt x="1028" y="2094"/>
                    <a:pt x="1126" y="2085"/>
                    <a:pt x="1226" y="2064"/>
                  </a:cubicBezTo>
                  <a:cubicBezTo>
                    <a:pt x="1903" y="1927"/>
                    <a:pt x="2454" y="1382"/>
                    <a:pt x="2479" y="824"/>
                  </a:cubicBezTo>
                  <a:cubicBezTo>
                    <a:pt x="2491" y="586"/>
                    <a:pt x="2400" y="371"/>
                    <a:pt x="2225" y="221"/>
                  </a:cubicBezTo>
                  <a:cubicBezTo>
                    <a:pt x="2056" y="76"/>
                    <a:pt x="1823" y="0"/>
                    <a:pt x="156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0">
              <a:extLst>
                <a:ext uri="{FF2B5EF4-FFF2-40B4-BE49-F238E27FC236}">
                  <a16:creationId xmlns:a16="http://schemas.microsoft.com/office/drawing/2014/main" id="{1856CF56-D622-446D-AF48-B85099731C6D}"/>
                </a:ext>
              </a:extLst>
            </p:cNvPr>
            <p:cNvSpPr/>
            <p:nvPr/>
          </p:nvSpPr>
          <p:spPr>
            <a:xfrm>
              <a:off x="4517075" y="3667325"/>
              <a:ext cx="25300" cy="50500"/>
            </a:xfrm>
            <a:custGeom>
              <a:avLst/>
              <a:gdLst/>
              <a:ahLst/>
              <a:cxnLst/>
              <a:rect l="l" t="t" r="r" b="b"/>
              <a:pathLst>
                <a:path w="1012" h="2020" extrusionOk="0">
                  <a:moveTo>
                    <a:pt x="506" y="0"/>
                  </a:moveTo>
                  <a:cubicBezTo>
                    <a:pt x="227" y="0"/>
                    <a:pt x="1" y="453"/>
                    <a:pt x="1" y="1010"/>
                  </a:cubicBezTo>
                  <a:cubicBezTo>
                    <a:pt x="1" y="1565"/>
                    <a:pt x="227" y="2019"/>
                    <a:pt x="506" y="2019"/>
                  </a:cubicBezTo>
                  <a:cubicBezTo>
                    <a:pt x="786" y="2019"/>
                    <a:pt x="1012" y="1568"/>
                    <a:pt x="1012" y="1010"/>
                  </a:cubicBezTo>
                  <a:cubicBezTo>
                    <a:pt x="1012" y="453"/>
                    <a:pt x="786" y="0"/>
                    <a:pt x="5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0">
              <a:extLst>
                <a:ext uri="{FF2B5EF4-FFF2-40B4-BE49-F238E27FC236}">
                  <a16:creationId xmlns:a16="http://schemas.microsoft.com/office/drawing/2014/main" id="{7B629FF3-EEAE-57A6-C0FB-4A06E35A24CB}"/>
                </a:ext>
              </a:extLst>
            </p:cNvPr>
            <p:cNvSpPr/>
            <p:nvPr/>
          </p:nvSpPr>
          <p:spPr>
            <a:xfrm>
              <a:off x="4514400" y="3664650"/>
              <a:ext cx="30625" cy="55850"/>
            </a:xfrm>
            <a:custGeom>
              <a:avLst/>
              <a:gdLst/>
              <a:ahLst/>
              <a:cxnLst/>
              <a:rect l="l" t="t" r="r" b="b"/>
              <a:pathLst>
                <a:path w="1225" h="2234" extrusionOk="0">
                  <a:moveTo>
                    <a:pt x="613" y="215"/>
                  </a:moveTo>
                  <a:cubicBezTo>
                    <a:pt x="802" y="215"/>
                    <a:pt x="1012" y="584"/>
                    <a:pt x="1012" y="1117"/>
                  </a:cubicBezTo>
                  <a:cubicBezTo>
                    <a:pt x="1012" y="1650"/>
                    <a:pt x="802" y="2021"/>
                    <a:pt x="613" y="2021"/>
                  </a:cubicBezTo>
                  <a:cubicBezTo>
                    <a:pt x="425" y="2021"/>
                    <a:pt x="214" y="1648"/>
                    <a:pt x="214" y="1117"/>
                  </a:cubicBezTo>
                  <a:cubicBezTo>
                    <a:pt x="214" y="585"/>
                    <a:pt x="425" y="215"/>
                    <a:pt x="613" y="215"/>
                  </a:cubicBezTo>
                  <a:close/>
                  <a:moveTo>
                    <a:pt x="613" y="0"/>
                  </a:moveTo>
                  <a:cubicBezTo>
                    <a:pt x="270" y="0"/>
                    <a:pt x="1" y="490"/>
                    <a:pt x="1" y="1117"/>
                  </a:cubicBezTo>
                  <a:cubicBezTo>
                    <a:pt x="1" y="1742"/>
                    <a:pt x="270" y="2234"/>
                    <a:pt x="613" y="2234"/>
                  </a:cubicBezTo>
                  <a:cubicBezTo>
                    <a:pt x="957" y="2234"/>
                    <a:pt x="1225" y="1742"/>
                    <a:pt x="1225" y="1117"/>
                  </a:cubicBezTo>
                  <a:cubicBezTo>
                    <a:pt x="1225" y="490"/>
                    <a:pt x="957" y="0"/>
                    <a:pt x="61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0">
              <a:extLst>
                <a:ext uri="{FF2B5EF4-FFF2-40B4-BE49-F238E27FC236}">
                  <a16:creationId xmlns:a16="http://schemas.microsoft.com/office/drawing/2014/main" id="{D08CEEEB-F64E-F97F-07BC-29B5F16246E2}"/>
                </a:ext>
              </a:extLst>
            </p:cNvPr>
            <p:cNvSpPr/>
            <p:nvPr/>
          </p:nvSpPr>
          <p:spPr>
            <a:xfrm>
              <a:off x="5134800" y="3887825"/>
              <a:ext cx="33650" cy="33600"/>
            </a:xfrm>
            <a:custGeom>
              <a:avLst/>
              <a:gdLst/>
              <a:ahLst/>
              <a:cxnLst/>
              <a:rect l="l" t="t" r="r" b="b"/>
              <a:pathLst>
                <a:path w="1346" h="1344" extrusionOk="0">
                  <a:moveTo>
                    <a:pt x="674" y="1"/>
                  </a:moveTo>
                  <a:cubicBezTo>
                    <a:pt x="673" y="1"/>
                    <a:pt x="672" y="1"/>
                    <a:pt x="671" y="1"/>
                  </a:cubicBezTo>
                  <a:cubicBezTo>
                    <a:pt x="300" y="2"/>
                    <a:pt x="1" y="303"/>
                    <a:pt x="1" y="674"/>
                  </a:cubicBezTo>
                  <a:cubicBezTo>
                    <a:pt x="2" y="1045"/>
                    <a:pt x="303" y="1344"/>
                    <a:pt x="672" y="1344"/>
                  </a:cubicBezTo>
                  <a:cubicBezTo>
                    <a:pt x="1043" y="1344"/>
                    <a:pt x="1345" y="1043"/>
                    <a:pt x="1345" y="672"/>
                  </a:cubicBezTo>
                  <a:lnTo>
                    <a:pt x="1345" y="671"/>
                  </a:lnTo>
                  <a:cubicBezTo>
                    <a:pt x="1344" y="299"/>
                    <a:pt x="1043" y="1"/>
                    <a:pt x="67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0">
              <a:extLst>
                <a:ext uri="{FF2B5EF4-FFF2-40B4-BE49-F238E27FC236}">
                  <a16:creationId xmlns:a16="http://schemas.microsoft.com/office/drawing/2014/main" id="{BAFF9979-10BA-C2D5-4827-D5A7A9423103}"/>
                </a:ext>
              </a:extLst>
            </p:cNvPr>
            <p:cNvSpPr/>
            <p:nvPr/>
          </p:nvSpPr>
          <p:spPr>
            <a:xfrm>
              <a:off x="5132125" y="3885150"/>
              <a:ext cx="38950" cy="38950"/>
            </a:xfrm>
            <a:custGeom>
              <a:avLst/>
              <a:gdLst/>
              <a:ahLst/>
              <a:cxnLst/>
              <a:rect l="l" t="t" r="r" b="b"/>
              <a:pathLst>
                <a:path w="1558" h="1558" extrusionOk="0">
                  <a:moveTo>
                    <a:pt x="779" y="213"/>
                  </a:moveTo>
                  <a:cubicBezTo>
                    <a:pt x="930" y="213"/>
                    <a:pt x="1071" y="273"/>
                    <a:pt x="1178" y="379"/>
                  </a:cubicBezTo>
                  <a:cubicBezTo>
                    <a:pt x="1286" y="484"/>
                    <a:pt x="1345" y="626"/>
                    <a:pt x="1345" y="778"/>
                  </a:cubicBezTo>
                  <a:lnTo>
                    <a:pt x="1452" y="778"/>
                  </a:lnTo>
                  <a:lnTo>
                    <a:pt x="1345" y="779"/>
                  </a:lnTo>
                  <a:cubicBezTo>
                    <a:pt x="1345" y="1090"/>
                    <a:pt x="1090" y="1345"/>
                    <a:pt x="781" y="1345"/>
                  </a:cubicBezTo>
                  <a:cubicBezTo>
                    <a:pt x="470" y="1345"/>
                    <a:pt x="216" y="1092"/>
                    <a:pt x="215" y="781"/>
                  </a:cubicBezTo>
                  <a:cubicBezTo>
                    <a:pt x="214" y="470"/>
                    <a:pt x="467" y="215"/>
                    <a:pt x="778" y="213"/>
                  </a:cubicBezTo>
                  <a:close/>
                  <a:moveTo>
                    <a:pt x="778" y="1"/>
                  </a:moveTo>
                  <a:cubicBezTo>
                    <a:pt x="569" y="2"/>
                    <a:pt x="374" y="82"/>
                    <a:pt x="228" y="231"/>
                  </a:cubicBezTo>
                  <a:cubicBezTo>
                    <a:pt x="81" y="379"/>
                    <a:pt x="1" y="574"/>
                    <a:pt x="2" y="782"/>
                  </a:cubicBezTo>
                  <a:cubicBezTo>
                    <a:pt x="4" y="1209"/>
                    <a:pt x="352" y="1558"/>
                    <a:pt x="780" y="1558"/>
                  </a:cubicBezTo>
                  <a:lnTo>
                    <a:pt x="780" y="1558"/>
                  </a:lnTo>
                  <a:cubicBezTo>
                    <a:pt x="1210" y="1558"/>
                    <a:pt x="1558" y="1208"/>
                    <a:pt x="1558" y="779"/>
                  </a:cubicBezTo>
                  <a:lnTo>
                    <a:pt x="1558" y="776"/>
                  </a:lnTo>
                  <a:cubicBezTo>
                    <a:pt x="1558" y="569"/>
                    <a:pt x="1476" y="374"/>
                    <a:pt x="1329" y="227"/>
                  </a:cubicBezTo>
                  <a:cubicBezTo>
                    <a:pt x="1181" y="81"/>
                    <a:pt x="986" y="1"/>
                    <a:pt x="779" y="1"/>
                  </a:cubicBezTo>
                  <a:close/>
                  <a:moveTo>
                    <a:pt x="780" y="1558"/>
                  </a:moveTo>
                  <a:cubicBezTo>
                    <a:pt x="780" y="1558"/>
                    <a:pt x="780" y="1558"/>
                    <a:pt x="779" y="1558"/>
                  </a:cubicBezTo>
                  <a:lnTo>
                    <a:pt x="781" y="1558"/>
                  </a:lnTo>
                  <a:cubicBezTo>
                    <a:pt x="781" y="1558"/>
                    <a:pt x="780" y="1558"/>
                    <a:pt x="780" y="1558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0">
              <a:extLst>
                <a:ext uri="{FF2B5EF4-FFF2-40B4-BE49-F238E27FC236}">
                  <a16:creationId xmlns:a16="http://schemas.microsoft.com/office/drawing/2014/main" id="{0B4340A9-F06F-CC44-4085-5B81A45147B0}"/>
                </a:ext>
              </a:extLst>
            </p:cNvPr>
            <p:cNvSpPr/>
            <p:nvPr/>
          </p:nvSpPr>
          <p:spPr>
            <a:xfrm>
              <a:off x="4493625" y="3887375"/>
              <a:ext cx="24000" cy="35275"/>
            </a:xfrm>
            <a:custGeom>
              <a:avLst/>
              <a:gdLst/>
              <a:ahLst/>
              <a:cxnLst/>
              <a:rect l="l" t="t" r="r" b="b"/>
              <a:pathLst>
                <a:path w="960" h="1411" extrusionOk="0">
                  <a:moveTo>
                    <a:pt x="480" y="1"/>
                  </a:moveTo>
                  <a:cubicBezTo>
                    <a:pt x="214" y="1"/>
                    <a:pt x="1" y="317"/>
                    <a:pt x="1" y="705"/>
                  </a:cubicBezTo>
                  <a:cubicBezTo>
                    <a:pt x="1" y="1094"/>
                    <a:pt x="214" y="1411"/>
                    <a:pt x="480" y="1411"/>
                  </a:cubicBezTo>
                  <a:cubicBezTo>
                    <a:pt x="747" y="1411"/>
                    <a:pt x="960" y="1095"/>
                    <a:pt x="960" y="705"/>
                  </a:cubicBezTo>
                  <a:cubicBezTo>
                    <a:pt x="960" y="317"/>
                    <a:pt x="747" y="1"/>
                    <a:pt x="48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0">
              <a:extLst>
                <a:ext uri="{FF2B5EF4-FFF2-40B4-BE49-F238E27FC236}">
                  <a16:creationId xmlns:a16="http://schemas.microsoft.com/office/drawing/2014/main" id="{DFB53C15-AA83-8779-4293-07ACFF959022}"/>
                </a:ext>
              </a:extLst>
            </p:cNvPr>
            <p:cNvSpPr/>
            <p:nvPr/>
          </p:nvSpPr>
          <p:spPr>
            <a:xfrm>
              <a:off x="4490950" y="3884750"/>
              <a:ext cx="29375" cy="40600"/>
            </a:xfrm>
            <a:custGeom>
              <a:avLst/>
              <a:gdLst/>
              <a:ahLst/>
              <a:cxnLst/>
              <a:rect l="l" t="t" r="r" b="b"/>
              <a:pathLst>
                <a:path w="1175" h="1624" extrusionOk="0">
                  <a:moveTo>
                    <a:pt x="587" y="213"/>
                  </a:moveTo>
                  <a:cubicBezTo>
                    <a:pt x="790" y="213"/>
                    <a:pt x="960" y="486"/>
                    <a:pt x="960" y="810"/>
                  </a:cubicBezTo>
                  <a:cubicBezTo>
                    <a:pt x="960" y="1135"/>
                    <a:pt x="790" y="1410"/>
                    <a:pt x="587" y="1410"/>
                  </a:cubicBezTo>
                  <a:cubicBezTo>
                    <a:pt x="385" y="1410"/>
                    <a:pt x="214" y="1135"/>
                    <a:pt x="214" y="810"/>
                  </a:cubicBezTo>
                  <a:cubicBezTo>
                    <a:pt x="214" y="487"/>
                    <a:pt x="385" y="213"/>
                    <a:pt x="587" y="213"/>
                  </a:cubicBezTo>
                  <a:close/>
                  <a:moveTo>
                    <a:pt x="587" y="0"/>
                  </a:moveTo>
                  <a:cubicBezTo>
                    <a:pt x="258" y="0"/>
                    <a:pt x="1" y="355"/>
                    <a:pt x="1" y="810"/>
                  </a:cubicBezTo>
                  <a:cubicBezTo>
                    <a:pt x="1" y="1266"/>
                    <a:pt x="258" y="1623"/>
                    <a:pt x="587" y="1623"/>
                  </a:cubicBezTo>
                  <a:cubicBezTo>
                    <a:pt x="916" y="1623"/>
                    <a:pt x="1174" y="1264"/>
                    <a:pt x="1174" y="810"/>
                  </a:cubicBezTo>
                  <a:cubicBezTo>
                    <a:pt x="1174" y="356"/>
                    <a:pt x="916" y="0"/>
                    <a:pt x="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0">
              <a:extLst>
                <a:ext uri="{FF2B5EF4-FFF2-40B4-BE49-F238E27FC236}">
                  <a16:creationId xmlns:a16="http://schemas.microsoft.com/office/drawing/2014/main" id="{977D3F3B-5515-8CEE-61AA-03F4588CF769}"/>
                </a:ext>
              </a:extLst>
            </p:cNvPr>
            <p:cNvSpPr/>
            <p:nvPr/>
          </p:nvSpPr>
          <p:spPr>
            <a:xfrm>
              <a:off x="4474275" y="3928825"/>
              <a:ext cx="17550" cy="36125"/>
            </a:xfrm>
            <a:custGeom>
              <a:avLst/>
              <a:gdLst/>
              <a:ahLst/>
              <a:cxnLst/>
              <a:rect l="l" t="t" r="r" b="b"/>
              <a:pathLst>
                <a:path w="702" h="1445" extrusionOk="0">
                  <a:moveTo>
                    <a:pt x="351" y="0"/>
                  </a:moveTo>
                  <a:cubicBezTo>
                    <a:pt x="156" y="0"/>
                    <a:pt x="1" y="323"/>
                    <a:pt x="1" y="721"/>
                  </a:cubicBezTo>
                  <a:cubicBezTo>
                    <a:pt x="1" y="1120"/>
                    <a:pt x="159" y="1444"/>
                    <a:pt x="351" y="1444"/>
                  </a:cubicBezTo>
                  <a:cubicBezTo>
                    <a:pt x="541" y="1444"/>
                    <a:pt x="702" y="1120"/>
                    <a:pt x="702" y="721"/>
                  </a:cubicBezTo>
                  <a:cubicBezTo>
                    <a:pt x="702" y="32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0">
              <a:extLst>
                <a:ext uri="{FF2B5EF4-FFF2-40B4-BE49-F238E27FC236}">
                  <a16:creationId xmlns:a16="http://schemas.microsoft.com/office/drawing/2014/main" id="{6D3B1E19-25A5-BAC8-1871-2E05161E6419}"/>
                </a:ext>
              </a:extLst>
            </p:cNvPr>
            <p:cNvSpPr/>
            <p:nvPr/>
          </p:nvSpPr>
          <p:spPr>
            <a:xfrm>
              <a:off x="4471600" y="3926175"/>
              <a:ext cx="22875" cy="41450"/>
            </a:xfrm>
            <a:custGeom>
              <a:avLst/>
              <a:gdLst/>
              <a:ahLst/>
              <a:cxnLst/>
              <a:rect l="l" t="t" r="r" b="b"/>
              <a:pathLst>
                <a:path w="915" h="1658" extrusionOk="0">
                  <a:moveTo>
                    <a:pt x="458" y="213"/>
                  </a:moveTo>
                  <a:cubicBezTo>
                    <a:pt x="557" y="213"/>
                    <a:pt x="702" y="457"/>
                    <a:pt x="702" y="827"/>
                  </a:cubicBezTo>
                  <a:cubicBezTo>
                    <a:pt x="702" y="1197"/>
                    <a:pt x="556" y="1443"/>
                    <a:pt x="458" y="1443"/>
                  </a:cubicBezTo>
                  <a:cubicBezTo>
                    <a:pt x="358" y="1443"/>
                    <a:pt x="213" y="1202"/>
                    <a:pt x="213" y="827"/>
                  </a:cubicBezTo>
                  <a:cubicBezTo>
                    <a:pt x="213" y="453"/>
                    <a:pt x="358" y="213"/>
                    <a:pt x="458" y="213"/>
                  </a:cubicBezTo>
                  <a:close/>
                  <a:moveTo>
                    <a:pt x="458" y="0"/>
                  </a:moveTo>
                  <a:cubicBezTo>
                    <a:pt x="197" y="0"/>
                    <a:pt x="1" y="355"/>
                    <a:pt x="1" y="827"/>
                  </a:cubicBezTo>
                  <a:cubicBezTo>
                    <a:pt x="1" y="1300"/>
                    <a:pt x="197" y="1658"/>
                    <a:pt x="458" y="1658"/>
                  </a:cubicBezTo>
                  <a:cubicBezTo>
                    <a:pt x="718" y="1658"/>
                    <a:pt x="915" y="1299"/>
                    <a:pt x="915" y="827"/>
                  </a:cubicBezTo>
                  <a:cubicBezTo>
                    <a:pt x="915" y="356"/>
                    <a:pt x="717" y="0"/>
                    <a:pt x="4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0">
              <a:extLst>
                <a:ext uri="{FF2B5EF4-FFF2-40B4-BE49-F238E27FC236}">
                  <a16:creationId xmlns:a16="http://schemas.microsoft.com/office/drawing/2014/main" id="{2A1BDB7A-93E5-E700-04CE-3DA7DDB99CAC}"/>
                </a:ext>
              </a:extLst>
            </p:cNvPr>
            <p:cNvSpPr/>
            <p:nvPr/>
          </p:nvSpPr>
          <p:spPr>
            <a:xfrm>
              <a:off x="4463450" y="3974050"/>
              <a:ext cx="14950" cy="28600"/>
            </a:xfrm>
            <a:custGeom>
              <a:avLst/>
              <a:gdLst/>
              <a:ahLst/>
              <a:cxnLst/>
              <a:rect l="l" t="t" r="r" b="b"/>
              <a:pathLst>
                <a:path w="598" h="1144" extrusionOk="0">
                  <a:moveTo>
                    <a:pt x="298" y="0"/>
                  </a:moveTo>
                  <a:cubicBezTo>
                    <a:pt x="134" y="0"/>
                    <a:pt x="0" y="256"/>
                    <a:pt x="0" y="572"/>
                  </a:cubicBezTo>
                  <a:cubicBezTo>
                    <a:pt x="0" y="888"/>
                    <a:pt x="134" y="1144"/>
                    <a:pt x="298" y="1144"/>
                  </a:cubicBezTo>
                  <a:cubicBezTo>
                    <a:pt x="463" y="1144"/>
                    <a:pt x="597" y="885"/>
                    <a:pt x="597" y="572"/>
                  </a:cubicBezTo>
                  <a:cubicBezTo>
                    <a:pt x="597" y="256"/>
                    <a:pt x="463" y="0"/>
                    <a:pt x="29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0">
              <a:extLst>
                <a:ext uri="{FF2B5EF4-FFF2-40B4-BE49-F238E27FC236}">
                  <a16:creationId xmlns:a16="http://schemas.microsoft.com/office/drawing/2014/main" id="{86ECCF63-2EC9-E706-AC8B-F77BCDAE10B1}"/>
                </a:ext>
              </a:extLst>
            </p:cNvPr>
            <p:cNvSpPr/>
            <p:nvPr/>
          </p:nvSpPr>
          <p:spPr>
            <a:xfrm>
              <a:off x="4460775" y="3971350"/>
              <a:ext cx="20300" cy="33950"/>
            </a:xfrm>
            <a:custGeom>
              <a:avLst/>
              <a:gdLst/>
              <a:ahLst/>
              <a:cxnLst/>
              <a:rect l="l" t="t" r="r" b="b"/>
              <a:pathLst>
                <a:path w="812" h="1358" extrusionOk="0">
                  <a:moveTo>
                    <a:pt x="405" y="214"/>
                  </a:moveTo>
                  <a:cubicBezTo>
                    <a:pt x="483" y="214"/>
                    <a:pt x="597" y="400"/>
                    <a:pt x="597" y="680"/>
                  </a:cubicBezTo>
                  <a:cubicBezTo>
                    <a:pt x="597" y="958"/>
                    <a:pt x="483" y="1144"/>
                    <a:pt x="405" y="1144"/>
                  </a:cubicBezTo>
                  <a:cubicBezTo>
                    <a:pt x="329" y="1144"/>
                    <a:pt x="213" y="958"/>
                    <a:pt x="213" y="680"/>
                  </a:cubicBezTo>
                  <a:cubicBezTo>
                    <a:pt x="213" y="400"/>
                    <a:pt x="329" y="214"/>
                    <a:pt x="405" y="214"/>
                  </a:cubicBezTo>
                  <a:close/>
                  <a:moveTo>
                    <a:pt x="405" y="1"/>
                  </a:moveTo>
                  <a:cubicBezTo>
                    <a:pt x="174" y="1"/>
                    <a:pt x="0" y="293"/>
                    <a:pt x="0" y="680"/>
                  </a:cubicBezTo>
                  <a:cubicBezTo>
                    <a:pt x="0" y="1066"/>
                    <a:pt x="174" y="1357"/>
                    <a:pt x="405" y="1357"/>
                  </a:cubicBezTo>
                  <a:cubicBezTo>
                    <a:pt x="637" y="1357"/>
                    <a:pt x="812" y="1066"/>
                    <a:pt x="812" y="680"/>
                  </a:cubicBezTo>
                  <a:cubicBezTo>
                    <a:pt x="812" y="293"/>
                    <a:pt x="637" y="1"/>
                    <a:pt x="4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0">
              <a:extLst>
                <a:ext uri="{FF2B5EF4-FFF2-40B4-BE49-F238E27FC236}">
                  <a16:creationId xmlns:a16="http://schemas.microsoft.com/office/drawing/2014/main" id="{555263FC-CBD2-80AD-C250-867FAF176D4D}"/>
                </a:ext>
              </a:extLst>
            </p:cNvPr>
            <p:cNvSpPr/>
            <p:nvPr/>
          </p:nvSpPr>
          <p:spPr>
            <a:xfrm>
              <a:off x="5166550" y="3932600"/>
              <a:ext cx="33600" cy="33600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672" y="1"/>
                  </a:moveTo>
                  <a:cubicBezTo>
                    <a:pt x="302" y="1"/>
                    <a:pt x="1" y="302"/>
                    <a:pt x="1" y="672"/>
                  </a:cubicBezTo>
                  <a:cubicBezTo>
                    <a:pt x="1" y="1043"/>
                    <a:pt x="302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0">
              <a:extLst>
                <a:ext uri="{FF2B5EF4-FFF2-40B4-BE49-F238E27FC236}">
                  <a16:creationId xmlns:a16="http://schemas.microsoft.com/office/drawing/2014/main" id="{CFC4AAEC-4C45-DC5B-F0B3-365F4179B26B}"/>
                </a:ext>
              </a:extLst>
            </p:cNvPr>
            <p:cNvSpPr/>
            <p:nvPr/>
          </p:nvSpPr>
          <p:spPr>
            <a:xfrm>
              <a:off x="5163875" y="3929925"/>
              <a:ext cx="38975" cy="38975"/>
            </a:xfrm>
            <a:custGeom>
              <a:avLst/>
              <a:gdLst/>
              <a:ahLst/>
              <a:cxnLst/>
              <a:rect l="l" t="t" r="r" b="b"/>
              <a:pathLst>
                <a:path w="1559" h="1559" extrusionOk="0">
                  <a:moveTo>
                    <a:pt x="779" y="215"/>
                  </a:moveTo>
                  <a:cubicBezTo>
                    <a:pt x="1091" y="215"/>
                    <a:pt x="1344" y="468"/>
                    <a:pt x="1344" y="779"/>
                  </a:cubicBezTo>
                  <a:cubicBezTo>
                    <a:pt x="1344" y="1091"/>
                    <a:pt x="1091" y="1345"/>
                    <a:pt x="779" y="1345"/>
                  </a:cubicBezTo>
                  <a:cubicBezTo>
                    <a:pt x="467" y="1345"/>
                    <a:pt x="214" y="1092"/>
                    <a:pt x="214" y="779"/>
                  </a:cubicBezTo>
                  <a:cubicBezTo>
                    <a:pt x="214" y="468"/>
                    <a:pt x="467" y="215"/>
                    <a:pt x="779" y="215"/>
                  </a:cubicBezTo>
                  <a:close/>
                  <a:moveTo>
                    <a:pt x="779" y="1"/>
                  </a:moveTo>
                  <a:cubicBezTo>
                    <a:pt x="349" y="1"/>
                    <a:pt x="1" y="351"/>
                    <a:pt x="1" y="779"/>
                  </a:cubicBezTo>
                  <a:cubicBezTo>
                    <a:pt x="1" y="1208"/>
                    <a:pt x="349" y="1558"/>
                    <a:pt x="779" y="1558"/>
                  </a:cubicBezTo>
                  <a:cubicBezTo>
                    <a:pt x="1208" y="1558"/>
                    <a:pt x="1558" y="1210"/>
                    <a:pt x="1558" y="779"/>
                  </a:cubicBezTo>
                  <a:cubicBezTo>
                    <a:pt x="1558" y="351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0">
              <a:extLst>
                <a:ext uri="{FF2B5EF4-FFF2-40B4-BE49-F238E27FC236}">
                  <a16:creationId xmlns:a16="http://schemas.microsoft.com/office/drawing/2014/main" id="{79285D79-452B-BBEE-B2B2-9F75259209E8}"/>
                </a:ext>
              </a:extLst>
            </p:cNvPr>
            <p:cNvSpPr/>
            <p:nvPr/>
          </p:nvSpPr>
          <p:spPr>
            <a:xfrm>
              <a:off x="5179625" y="3983000"/>
              <a:ext cx="33600" cy="33625"/>
            </a:xfrm>
            <a:custGeom>
              <a:avLst/>
              <a:gdLst/>
              <a:ahLst/>
              <a:cxnLst/>
              <a:rect l="l" t="t" r="r" b="b"/>
              <a:pathLst>
                <a:path w="1344" h="1345" extrusionOk="0">
                  <a:moveTo>
                    <a:pt x="672" y="1"/>
                  </a:moveTo>
                  <a:cubicBezTo>
                    <a:pt x="301" y="1"/>
                    <a:pt x="0" y="302"/>
                    <a:pt x="0" y="673"/>
                  </a:cubicBezTo>
                  <a:cubicBezTo>
                    <a:pt x="0" y="1042"/>
                    <a:pt x="298" y="1341"/>
                    <a:pt x="668" y="1344"/>
                  </a:cubicBezTo>
                  <a:cubicBezTo>
                    <a:pt x="668" y="1344"/>
                    <a:pt x="669" y="1344"/>
                    <a:pt x="670" y="1344"/>
                  </a:cubicBezTo>
                  <a:cubicBezTo>
                    <a:pt x="1040" y="1344"/>
                    <a:pt x="1341" y="1047"/>
                    <a:pt x="1343" y="677"/>
                  </a:cubicBezTo>
                  <a:lnTo>
                    <a:pt x="1343" y="673"/>
                  </a:lnTo>
                  <a:cubicBezTo>
                    <a:pt x="1343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0">
              <a:extLst>
                <a:ext uri="{FF2B5EF4-FFF2-40B4-BE49-F238E27FC236}">
                  <a16:creationId xmlns:a16="http://schemas.microsoft.com/office/drawing/2014/main" id="{17314480-C307-08E0-0D60-CEC65D67D948}"/>
                </a:ext>
              </a:extLst>
            </p:cNvPr>
            <p:cNvSpPr/>
            <p:nvPr/>
          </p:nvSpPr>
          <p:spPr>
            <a:xfrm>
              <a:off x="5176950" y="3980325"/>
              <a:ext cx="38925" cy="38925"/>
            </a:xfrm>
            <a:custGeom>
              <a:avLst/>
              <a:gdLst/>
              <a:ahLst/>
              <a:cxnLst/>
              <a:rect l="l" t="t" r="r" b="b"/>
              <a:pathLst>
                <a:path w="1557" h="1557" extrusionOk="0">
                  <a:moveTo>
                    <a:pt x="779" y="214"/>
                  </a:moveTo>
                  <a:cubicBezTo>
                    <a:pt x="1090" y="214"/>
                    <a:pt x="1343" y="467"/>
                    <a:pt x="1343" y="780"/>
                  </a:cubicBezTo>
                  <a:lnTo>
                    <a:pt x="1450" y="780"/>
                  </a:lnTo>
                  <a:lnTo>
                    <a:pt x="1343" y="782"/>
                  </a:lnTo>
                  <a:cubicBezTo>
                    <a:pt x="1342" y="933"/>
                    <a:pt x="1282" y="1076"/>
                    <a:pt x="1175" y="1182"/>
                  </a:cubicBezTo>
                  <a:cubicBezTo>
                    <a:pt x="1069" y="1286"/>
                    <a:pt x="930" y="1344"/>
                    <a:pt x="780" y="1344"/>
                  </a:cubicBezTo>
                  <a:cubicBezTo>
                    <a:pt x="778" y="1344"/>
                    <a:pt x="776" y="1344"/>
                    <a:pt x="775" y="1344"/>
                  </a:cubicBezTo>
                  <a:cubicBezTo>
                    <a:pt x="465" y="1342"/>
                    <a:pt x="213" y="1091"/>
                    <a:pt x="213" y="780"/>
                  </a:cubicBezTo>
                  <a:cubicBezTo>
                    <a:pt x="213" y="467"/>
                    <a:pt x="466" y="214"/>
                    <a:pt x="779" y="214"/>
                  </a:cubicBezTo>
                  <a:close/>
                  <a:moveTo>
                    <a:pt x="779" y="1"/>
                  </a:moveTo>
                  <a:cubicBezTo>
                    <a:pt x="349" y="1"/>
                    <a:pt x="0" y="352"/>
                    <a:pt x="0" y="780"/>
                  </a:cubicBezTo>
                  <a:cubicBezTo>
                    <a:pt x="0" y="1205"/>
                    <a:pt x="347" y="1555"/>
                    <a:pt x="773" y="1557"/>
                  </a:cubicBezTo>
                  <a:lnTo>
                    <a:pt x="779" y="1557"/>
                  </a:lnTo>
                  <a:cubicBezTo>
                    <a:pt x="984" y="1557"/>
                    <a:pt x="1178" y="1478"/>
                    <a:pt x="1325" y="1333"/>
                  </a:cubicBezTo>
                  <a:cubicBezTo>
                    <a:pt x="1473" y="1187"/>
                    <a:pt x="1555" y="992"/>
                    <a:pt x="1556" y="782"/>
                  </a:cubicBezTo>
                  <a:lnTo>
                    <a:pt x="1556" y="780"/>
                  </a:lnTo>
                  <a:cubicBezTo>
                    <a:pt x="1556" y="349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0">
              <a:extLst>
                <a:ext uri="{FF2B5EF4-FFF2-40B4-BE49-F238E27FC236}">
                  <a16:creationId xmlns:a16="http://schemas.microsoft.com/office/drawing/2014/main" id="{45DAC8B8-9660-8D9F-802F-1261D339D01E}"/>
                </a:ext>
              </a:extLst>
            </p:cNvPr>
            <p:cNvSpPr/>
            <p:nvPr/>
          </p:nvSpPr>
          <p:spPr>
            <a:xfrm>
              <a:off x="5681550" y="3850825"/>
              <a:ext cx="72800" cy="230550"/>
            </a:xfrm>
            <a:custGeom>
              <a:avLst/>
              <a:gdLst/>
              <a:ahLst/>
              <a:cxnLst/>
              <a:rect l="l" t="t" r="r" b="b"/>
              <a:pathLst>
                <a:path w="2912" h="922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8902"/>
                  </a:lnTo>
                  <a:cubicBezTo>
                    <a:pt x="0" y="9079"/>
                    <a:pt x="143" y="9222"/>
                    <a:pt x="320" y="9222"/>
                  </a:cubicBezTo>
                  <a:lnTo>
                    <a:pt x="2591" y="9222"/>
                  </a:lnTo>
                  <a:cubicBezTo>
                    <a:pt x="2768" y="9222"/>
                    <a:pt x="2911" y="9079"/>
                    <a:pt x="2911" y="8902"/>
                  </a:cubicBezTo>
                  <a:cubicBezTo>
                    <a:pt x="2911" y="8726"/>
                    <a:pt x="2768" y="8582"/>
                    <a:pt x="2591" y="8582"/>
                  </a:cubicBezTo>
                  <a:lnTo>
                    <a:pt x="640" y="8582"/>
                  </a:lnTo>
                  <a:lnTo>
                    <a:pt x="640" y="321"/>
                  </a:lnTo>
                  <a:cubicBezTo>
                    <a:pt x="640" y="144"/>
                    <a:pt x="496" y="1"/>
                    <a:pt x="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0">
              <a:extLst>
                <a:ext uri="{FF2B5EF4-FFF2-40B4-BE49-F238E27FC236}">
                  <a16:creationId xmlns:a16="http://schemas.microsoft.com/office/drawing/2014/main" id="{4B3FF78E-34B2-BC2B-69B0-3F181E50DE44}"/>
                </a:ext>
              </a:extLst>
            </p:cNvPr>
            <p:cNvSpPr/>
            <p:nvPr/>
          </p:nvSpPr>
          <p:spPr>
            <a:xfrm>
              <a:off x="5668925" y="4128475"/>
              <a:ext cx="79125" cy="233750"/>
            </a:xfrm>
            <a:custGeom>
              <a:avLst/>
              <a:gdLst/>
              <a:ahLst/>
              <a:cxnLst/>
              <a:rect l="l" t="t" r="r" b="b"/>
              <a:pathLst>
                <a:path w="3165" h="9350" extrusionOk="0">
                  <a:moveTo>
                    <a:pt x="321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9030"/>
                  </a:lnTo>
                  <a:cubicBezTo>
                    <a:pt x="0" y="9207"/>
                    <a:pt x="143" y="9350"/>
                    <a:pt x="321" y="9350"/>
                  </a:cubicBezTo>
                  <a:cubicBezTo>
                    <a:pt x="496" y="9350"/>
                    <a:pt x="639" y="9207"/>
                    <a:pt x="639" y="9030"/>
                  </a:cubicBezTo>
                  <a:lnTo>
                    <a:pt x="639" y="641"/>
                  </a:lnTo>
                  <a:lnTo>
                    <a:pt x="2844" y="641"/>
                  </a:lnTo>
                  <a:cubicBezTo>
                    <a:pt x="3021" y="641"/>
                    <a:pt x="3164" y="497"/>
                    <a:pt x="3164" y="321"/>
                  </a:cubicBezTo>
                  <a:cubicBezTo>
                    <a:pt x="3164" y="144"/>
                    <a:pt x="3021" y="1"/>
                    <a:pt x="28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0">
              <a:extLst>
                <a:ext uri="{FF2B5EF4-FFF2-40B4-BE49-F238E27FC236}">
                  <a16:creationId xmlns:a16="http://schemas.microsoft.com/office/drawing/2014/main" id="{A8390721-D7C6-5F80-9D8F-52451FDC65D6}"/>
                </a:ext>
              </a:extLst>
            </p:cNvPr>
            <p:cNvSpPr/>
            <p:nvPr/>
          </p:nvSpPr>
          <p:spPr>
            <a:xfrm>
              <a:off x="5574225" y="4096925"/>
              <a:ext cx="158050" cy="16025"/>
            </a:xfrm>
            <a:custGeom>
              <a:avLst/>
              <a:gdLst/>
              <a:ahLst/>
              <a:cxnLst/>
              <a:rect l="l" t="t" r="r" b="b"/>
              <a:pathLst>
                <a:path w="6322" h="641" extrusionOk="0">
                  <a:moveTo>
                    <a:pt x="321" y="0"/>
                  </a:moveTo>
                  <a:cubicBezTo>
                    <a:pt x="144" y="0"/>
                    <a:pt x="1" y="143"/>
                    <a:pt x="1" y="320"/>
                  </a:cubicBezTo>
                  <a:cubicBezTo>
                    <a:pt x="1" y="497"/>
                    <a:pt x="144" y="640"/>
                    <a:pt x="321" y="640"/>
                  </a:cubicBezTo>
                  <a:lnTo>
                    <a:pt x="6001" y="640"/>
                  </a:lnTo>
                  <a:cubicBezTo>
                    <a:pt x="6178" y="640"/>
                    <a:pt x="6321" y="497"/>
                    <a:pt x="6321" y="320"/>
                  </a:cubicBezTo>
                  <a:cubicBezTo>
                    <a:pt x="6321" y="143"/>
                    <a:pt x="6178" y="0"/>
                    <a:pt x="60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0">
              <a:extLst>
                <a:ext uri="{FF2B5EF4-FFF2-40B4-BE49-F238E27FC236}">
                  <a16:creationId xmlns:a16="http://schemas.microsoft.com/office/drawing/2014/main" id="{D2E833E6-F8AD-E4E8-C084-88A3266E2B80}"/>
                </a:ext>
              </a:extLst>
            </p:cNvPr>
            <p:cNvSpPr/>
            <p:nvPr/>
          </p:nvSpPr>
          <p:spPr>
            <a:xfrm>
              <a:off x="5074875" y="4910950"/>
              <a:ext cx="23875" cy="3425"/>
            </a:xfrm>
            <a:custGeom>
              <a:avLst/>
              <a:gdLst/>
              <a:ahLst/>
              <a:cxnLst/>
              <a:rect l="l" t="t" r="r" b="b"/>
              <a:pathLst>
                <a:path w="955" h="137" extrusionOk="0">
                  <a:moveTo>
                    <a:pt x="1" y="1"/>
                  </a:moveTo>
                  <a:lnTo>
                    <a:pt x="1" y="1"/>
                  </a:lnTo>
                  <a:cubicBezTo>
                    <a:pt x="319" y="51"/>
                    <a:pt x="638" y="96"/>
                    <a:pt x="955" y="136"/>
                  </a:cubicBezTo>
                  <a:cubicBezTo>
                    <a:pt x="638" y="95"/>
                    <a:pt x="319" y="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0">
              <a:extLst>
                <a:ext uri="{FF2B5EF4-FFF2-40B4-BE49-F238E27FC236}">
                  <a16:creationId xmlns:a16="http://schemas.microsoft.com/office/drawing/2014/main" id="{2FA3E313-DA24-38D6-DFD6-DA461530A399}"/>
                </a:ext>
              </a:extLst>
            </p:cNvPr>
            <p:cNvSpPr/>
            <p:nvPr/>
          </p:nvSpPr>
          <p:spPr>
            <a:xfrm>
              <a:off x="5072050" y="4908300"/>
              <a:ext cx="29550" cy="8700"/>
            </a:xfrm>
            <a:custGeom>
              <a:avLst/>
              <a:gdLst/>
              <a:ahLst/>
              <a:cxnLst/>
              <a:rect l="l" t="t" r="r" b="b"/>
              <a:pathLst>
                <a:path w="1182" h="348" extrusionOk="0">
                  <a:moveTo>
                    <a:pt x="112" y="1"/>
                  </a:moveTo>
                  <a:cubicBezTo>
                    <a:pt x="61" y="1"/>
                    <a:pt x="17" y="38"/>
                    <a:pt x="9" y="90"/>
                  </a:cubicBezTo>
                  <a:cubicBezTo>
                    <a:pt x="0" y="150"/>
                    <a:pt x="39" y="203"/>
                    <a:pt x="97" y="212"/>
                  </a:cubicBezTo>
                  <a:cubicBezTo>
                    <a:pt x="413" y="262"/>
                    <a:pt x="734" y="308"/>
                    <a:pt x="1055" y="348"/>
                  </a:cubicBezTo>
                  <a:lnTo>
                    <a:pt x="1068" y="348"/>
                  </a:lnTo>
                  <a:cubicBezTo>
                    <a:pt x="1120" y="348"/>
                    <a:pt x="1166" y="309"/>
                    <a:pt x="1174" y="256"/>
                  </a:cubicBezTo>
                  <a:cubicBezTo>
                    <a:pt x="1181" y="198"/>
                    <a:pt x="1139" y="144"/>
                    <a:pt x="1081" y="136"/>
                  </a:cubicBezTo>
                  <a:cubicBezTo>
                    <a:pt x="764" y="95"/>
                    <a:pt x="447" y="50"/>
                    <a:pt x="130" y="2"/>
                  </a:cubicBezTo>
                  <a:cubicBezTo>
                    <a:pt x="124" y="1"/>
                    <a:pt x="118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0">
              <a:extLst>
                <a:ext uri="{FF2B5EF4-FFF2-40B4-BE49-F238E27FC236}">
                  <a16:creationId xmlns:a16="http://schemas.microsoft.com/office/drawing/2014/main" id="{8C937DD5-D361-737E-7FA5-CAA71C637339}"/>
                </a:ext>
              </a:extLst>
            </p:cNvPr>
            <p:cNvSpPr/>
            <p:nvPr/>
          </p:nvSpPr>
          <p:spPr>
            <a:xfrm>
              <a:off x="5073100" y="4910650"/>
              <a:ext cx="1800" cy="300"/>
            </a:xfrm>
            <a:custGeom>
              <a:avLst/>
              <a:gdLst/>
              <a:ahLst/>
              <a:cxnLst/>
              <a:rect l="l" t="t" r="r" b="b"/>
              <a:pathLst>
                <a:path w="72" h="12" extrusionOk="0">
                  <a:moveTo>
                    <a:pt x="0" y="1"/>
                  </a:moveTo>
                  <a:lnTo>
                    <a:pt x="72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0">
              <a:extLst>
                <a:ext uri="{FF2B5EF4-FFF2-40B4-BE49-F238E27FC236}">
                  <a16:creationId xmlns:a16="http://schemas.microsoft.com/office/drawing/2014/main" id="{68073574-0455-3168-6309-82180B767FDB}"/>
                </a:ext>
              </a:extLst>
            </p:cNvPr>
            <p:cNvSpPr/>
            <p:nvPr/>
          </p:nvSpPr>
          <p:spPr>
            <a:xfrm>
              <a:off x="5070400" y="4907975"/>
              <a:ext cx="7175" cy="5600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07" y="1"/>
                  </a:moveTo>
                  <a:cubicBezTo>
                    <a:pt x="55" y="1"/>
                    <a:pt x="11" y="39"/>
                    <a:pt x="2" y="91"/>
                  </a:cubicBezTo>
                  <a:cubicBezTo>
                    <a:pt x="2" y="97"/>
                    <a:pt x="1" y="102"/>
                    <a:pt x="1" y="108"/>
                  </a:cubicBezTo>
                  <a:cubicBezTo>
                    <a:pt x="1" y="160"/>
                    <a:pt x="40" y="205"/>
                    <a:pt x="93" y="214"/>
                  </a:cubicBezTo>
                  <a:lnTo>
                    <a:pt x="165" y="224"/>
                  </a:lnTo>
                  <a:lnTo>
                    <a:pt x="181" y="224"/>
                  </a:lnTo>
                  <a:cubicBezTo>
                    <a:pt x="233" y="224"/>
                    <a:pt x="278" y="187"/>
                    <a:pt x="285" y="133"/>
                  </a:cubicBezTo>
                  <a:cubicBezTo>
                    <a:pt x="287" y="129"/>
                    <a:pt x="287" y="123"/>
                    <a:pt x="287" y="118"/>
                  </a:cubicBezTo>
                  <a:cubicBezTo>
                    <a:pt x="287" y="66"/>
                    <a:pt x="250" y="20"/>
                    <a:pt x="196" y="12"/>
                  </a:cubicBezTo>
                  <a:lnTo>
                    <a:pt x="123" y="2"/>
                  </a:lnTo>
                  <a:cubicBezTo>
                    <a:pt x="118" y="1"/>
                    <a:pt x="112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0">
              <a:extLst>
                <a:ext uri="{FF2B5EF4-FFF2-40B4-BE49-F238E27FC236}">
                  <a16:creationId xmlns:a16="http://schemas.microsoft.com/office/drawing/2014/main" id="{9E78E3B5-C81B-0471-BC10-304D366E0649}"/>
                </a:ext>
              </a:extLst>
            </p:cNvPr>
            <p:cNvSpPr/>
            <p:nvPr/>
          </p:nvSpPr>
          <p:spPr>
            <a:xfrm>
              <a:off x="5122400" y="4916975"/>
              <a:ext cx="25300" cy="2150"/>
            </a:xfrm>
            <a:custGeom>
              <a:avLst/>
              <a:gdLst/>
              <a:ahLst/>
              <a:cxnLst/>
              <a:rect l="l" t="t" r="r" b="b"/>
              <a:pathLst>
                <a:path w="1012" h="86" extrusionOk="0">
                  <a:moveTo>
                    <a:pt x="1012" y="86"/>
                  </a:moveTo>
                  <a:cubicBezTo>
                    <a:pt x="678" y="63"/>
                    <a:pt x="342" y="35"/>
                    <a:pt x="1" y="1"/>
                  </a:cubicBezTo>
                  <a:cubicBezTo>
                    <a:pt x="342" y="35"/>
                    <a:pt x="678" y="63"/>
                    <a:pt x="101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0">
              <a:extLst>
                <a:ext uri="{FF2B5EF4-FFF2-40B4-BE49-F238E27FC236}">
                  <a16:creationId xmlns:a16="http://schemas.microsoft.com/office/drawing/2014/main" id="{E8FA4EA2-DF27-C281-5FDD-DE86D1403968}"/>
                </a:ext>
              </a:extLst>
            </p:cNvPr>
            <p:cNvSpPr/>
            <p:nvPr/>
          </p:nvSpPr>
          <p:spPr>
            <a:xfrm>
              <a:off x="5119725" y="4914325"/>
              <a:ext cx="30625" cy="7475"/>
            </a:xfrm>
            <a:custGeom>
              <a:avLst/>
              <a:gdLst/>
              <a:ahLst/>
              <a:cxnLst/>
              <a:rect l="l" t="t" r="r" b="b"/>
              <a:pathLst>
                <a:path w="1225" h="299" extrusionOk="0">
                  <a:moveTo>
                    <a:pt x="108" y="1"/>
                  </a:moveTo>
                  <a:cubicBezTo>
                    <a:pt x="55" y="1"/>
                    <a:pt x="6" y="42"/>
                    <a:pt x="1" y="96"/>
                  </a:cubicBezTo>
                  <a:cubicBezTo>
                    <a:pt x="1" y="99"/>
                    <a:pt x="1" y="104"/>
                    <a:pt x="1" y="107"/>
                  </a:cubicBezTo>
                  <a:cubicBezTo>
                    <a:pt x="1" y="161"/>
                    <a:pt x="42" y="208"/>
                    <a:pt x="98" y="213"/>
                  </a:cubicBezTo>
                  <a:cubicBezTo>
                    <a:pt x="425" y="247"/>
                    <a:pt x="757" y="274"/>
                    <a:pt x="1110" y="299"/>
                  </a:cubicBezTo>
                  <a:lnTo>
                    <a:pt x="1119" y="299"/>
                  </a:lnTo>
                  <a:cubicBezTo>
                    <a:pt x="1174" y="299"/>
                    <a:pt x="1220" y="256"/>
                    <a:pt x="1225" y="199"/>
                  </a:cubicBezTo>
                  <a:cubicBezTo>
                    <a:pt x="1225" y="198"/>
                    <a:pt x="1225" y="195"/>
                    <a:pt x="1225" y="192"/>
                  </a:cubicBezTo>
                  <a:cubicBezTo>
                    <a:pt x="1225" y="137"/>
                    <a:pt x="1181" y="89"/>
                    <a:pt x="1126" y="86"/>
                  </a:cubicBezTo>
                  <a:cubicBezTo>
                    <a:pt x="775" y="61"/>
                    <a:pt x="444" y="34"/>
                    <a:pt x="118" y="1"/>
                  </a:cubicBezTo>
                  <a:cubicBezTo>
                    <a:pt x="115" y="1"/>
                    <a:pt x="111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0">
              <a:extLst>
                <a:ext uri="{FF2B5EF4-FFF2-40B4-BE49-F238E27FC236}">
                  <a16:creationId xmlns:a16="http://schemas.microsoft.com/office/drawing/2014/main" id="{5660D3F0-FB4D-E846-1E9B-9F740F2F9B20}"/>
                </a:ext>
              </a:extLst>
            </p:cNvPr>
            <p:cNvSpPr/>
            <p:nvPr/>
          </p:nvSpPr>
          <p:spPr>
            <a:xfrm>
              <a:off x="5148050" y="4919100"/>
              <a:ext cx="24825" cy="1325"/>
            </a:xfrm>
            <a:custGeom>
              <a:avLst/>
              <a:gdLst/>
              <a:ahLst/>
              <a:cxnLst/>
              <a:rect l="l" t="t" r="r" b="b"/>
              <a:pathLst>
                <a:path w="993" h="53" extrusionOk="0">
                  <a:moveTo>
                    <a:pt x="992" y="53"/>
                  </a:moveTo>
                  <a:cubicBezTo>
                    <a:pt x="668" y="39"/>
                    <a:pt x="337" y="25"/>
                    <a:pt x="1" y="1"/>
                  </a:cubicBezTo>
                  <a:cubicBezTo>
                    <a:pt x="337" y="25"/>
                    <a:pt x="668" y="39"/>
                    <a:pt x="992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0">
              <a:extLst>
                <a:ext uri="{FF2B5EF4-FFF2-40B4-BE49-F238E27FC236}">
                  <a16:creationId xmlns:a16="http://schemas.microsoft.com/office/drawing/2014/main" id="{258B70DC-7C5B-EB0D-A7C0-33C6A269107F}"/>
                </a:ext>
              </a:extLst>
            </p:cNvPr>
            <p:cNvSpPr/>
            <p:nvPr/>
          </p:nvSpPr>
          <p:spPr>
            <a:xfrm>
              <a:off x="5145375" y="4916450"/>
              <a:ext cx="30150" cy="6625"/>
            </a:xfrm>
            <a:custGeom>
              <a:avLst/>
              <a:gdLst/>
              <a:ahLst/>
              <a:cxnLst/>
              <a:rect l="l" t="t" r="r" b="b"/>
              <a:pathLst>
                <a:path w="1206" h="265" extrusionOk="0">
                  <a:moveTo>
                    <a:pt x="107" y="1"/>
                  </a:moveTo>
                  <a:cubicBezTo>
                    <a:pt x="51" y="1"/>
                    <a:pt x="5" y="44"/>
                    <a:pt x="1" y="99"/>
                  </a:cubicBezTo>
                  <a:cubicBezTo>
                    <a:pt x="1" y="102"/>
                    <a:pt x="1" y="105"/>
                    <a:pt x="1" y="107"/>
                  </a:cubicBezTo>
                  <a:cubicBezTo>
                    <a:pt x="1" y="163"/>
                    <a:pt x="44" y="210"/>
                    <a:pt x="100" y="214"/>
                  </a:cubicBezTo>
                  <a:cubicBezTo>
                    <a:pt x="444" y="238"/>
                    <a:pt x="782" y="253"/>
                    <a:pt x="1095" y="265"/>
                  </a:cubicBezTo>
                  <a:lnTo>
                    <a:pt x="1099" y="265"/>
                  </a:lnTo>
                  <a:cubicBezTo>
                    <a:pt x="1156" y="265"/>
                    <a:pt x="1204" y="220"/>
                    <a:pt x="1205" y="163"/>
                  </a:cubicBezTo>
                  <a:lnTo>
                    <a:pt x="1205" y="159"/>
                  </a:lnTo>
                  <a:cubicBezTo>
                    <a:pt x="1205" y="101"/>
                    <a:pt x="1161" y="55"/>
                    <a:pt x="1104" y="52"/>
                  </a:cubicBezTo>
                  <a:cubicBezTo>
                    <a:pt x="791" y="40"/>
                    <a:pt x="456" y="25"/>
                    <a:pt x="115" y="1"/>
                  </a:cubicBezTo>
                  <a:cubicBezTo>
                    <a:pt x="113" y="1"/>
                    <a:pt x="110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0">
              <a:extLst>
                <a:ext uri="{FF2B5EF4-FFF2-40B4-BE49-F238E27FC236}">
                  <a16:creationId xmlns:a16="http://schemas.microsoft.com/office/drawing/2014/main" id="{9AA30571-6098-F134-F506-57578489F43D}"/>
                </a:ext>
              </a:extLst>
            </p:cNvPr>
            <p:cNvSpPr/>
            <p:nvPr/>
          </p:nvSpPr>
          <p:spPr>
            <a:xfrm>
              <a:off x="5098750" y="4914350"/>
              <a:ext cx="23600" cy="2650"/>
            </a:xfrm>
            <a:custGeom>
              <a:avLst/>
              <a:gdLst/>
              <a:ahLst/>
              <a:cxnLst/>
              <a:rect l="l" t="t" r="r" b="b"/>
              <a:pathLst>
                <a:path w="944" h="106" extrusionOk="0">
                  <a:moveTo>
                    <a:pt x="0" y="0"/>
                  </a:moveTo>
                  <a:cubicBezTo>
                    <a:pt x="32" y="4"/>
                    <a:pt x="64" y="8"/>
                    <a:pt x="96" y="12"/>
                  </a:cubicBezTo>
                  <a:lnTo>
                    <a:pt x="96" y="12"/>
                  </a:lnTo>
                  <a:cubicBezTo>
                    <a:pt x="64" y="8"/>
                    <a:pt x="32" y="4"/>
                    <a:pt x="0" y="0"/>
                  </a:cubicBezTo>
                  <a:close/>
                  <a:moveTo>
                    <a:pt x="96" y="12"/>
                  </a:moveTo>
                  <a:lnTo>
                    <a:pt x="96" y="12"/>
                  </a:lnTo>
                  <a:cubicBezTo>
                    <a:pt x="336" y="42"/>
                    <a:pt x="577" y="69"/>
                    <a:pt x="815" y="93"/>
                  </a:cubicBezTo>
                  <a:lnTo>
                    <a:pt x="815" y="93"/>
                  </a:lnTo>
                  <a:cubicBezTo>
                    <a:pt x="577" y="68"/>
                    <a:pt x="336" y="42"/>
                    <a:pt x="96" y="12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5" y="95"/>
                  </a:cubicBezTo>
                  <a:lnTo>
                    <a:pt x="910" y="103"/>
                  </a:lnTo>
                  <a:lnTo>
                    <a:pt x="910" y="103"/>
                  </a:lnTo>
                  <a:cubicBezTo>
                    <a:pt x="879" y="100"/>
                    <a:pt x="847" y="97"/>
                    <a:pt x="815" y="93"/>
                  </a:cubicBezTo>
                  <a:close/>
                  <a:moveTo>
                    <a:pt x="910" y="103"/>
                  </a:moveTo>
                  <a:cubicBezTo>
                    <a:pt x="921" y="104"/>
                    <a:pt x="933" y="105"/>
                    <a:pt x="944" y="106"/>
                  </a:cubicBezTo>
                  <a:lnTo>
                    <a:pt x="91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0">
              <a:extLst>
                <a:ext uri="{FF2B5EF4-FFF2-40B4-BE49-F238E27FC236}">
                  <a16:creationId xmlns:a16="http://schemas.microsoft.com/office/drawing/2014/main" id="{B5457C7E-CEE3-49DE-66A7-1675657B0292}"/>
                </a:ext>
              </a:extLst>
            </p:cNvPr>
            <p:cNvSpPr/>
            <p:nvPr/>
          </p:nvSpPr>
          <p:spPr>
            <a:xfrm>
              <a:off x="5095900" y="4911675"/>
              <a:ext cx="29250" cy="8025"/>
            </a:xfrm>
            <a:custGeom>
              <a:avLst/>
              <a:gdLst/>
              <a:ahLst/>
              <a:cxnLst/>
              <a:rect l="l" t="t" r="r" b="b"/>
              <a:pathLst>
                <a:path w="1170" h="321" extrusionOk="0">
                  <a:moveTo>
                    <a:pt x="114" y="1"/>
                  </a:moveTo>
                  <a:cubicBezTo>
                    <a:pt x="61" y="1"/>
                    <a:pt x="15" y="39"/>
                    <a:pt x="8" y="94"/>
                  </a:cubicBezTo>
                  <a:cubicBezTo>
                    <a:pt x="1" y="152"/>
                    <a:pt x="41" y="205"/>
                    <a:pt x="101" y="213"/>
                  </a:cubicBezTo>
                  <a:cubicBezTo>
                    <a:pt x="148" y="219"/>
                    <a:pt x="197" y="225"/>
                    <a:pt x="247" y="231"/>
                  </a:cubicBezTo>
                  <a:cubicBezTo>
                    <a:pt x="529" y="265"/>
                    <a:pt x="793" y="295"/>
                    <a:pt x="1048" y="320"/>
                  </a:cubicBezTo>
                  <a:lnTo>
                    <a:pt x="1058" y="320"/>
                  </a:lnTo>
                  <a:cubicBezTo>
                    <a:pt x="1113" y="320"/>
                    <a:pt x="1159" y="278"/>
                    <a:pt x="1164" y="223"/>
                  </a:cubicBezTo>
                  <a:cubicBezTo>
                    <a:pt x="1170" y="165"/>
                    <a:pt x="1128" y="113"/>
                    <a:pt x="1068" y="107"/>
                  </a:cubicBezTo>
                  <a:lnTo>
                    <a:pt x="933" y="94"/>
                  </a:lnTo>
                  <a:cubicBezTo>
                    <a:pt x="714" y="70"/>
                    <a:pt x="494" y="46"/>
                    <a:pt x="272" y="19"/>
                  </a:cubicBezTo>
                  <a:cubicBezTo>
                    <a:pt x="224" y="13"/>
                    <a:pt x="177" y="7"/>
                    <a:pt x="127" y="1"/>
                  </a:cubicBezTo>
                  <a:cubicBezTo>
                    <a:pt x="123" y="1"/>
                    <a:pt x="118" y="1"/>
                    <a:pt x="1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0">
              <a:extLst>
                <a:ext uri="{FF2B5EF4-FFF2-40B4-BE49-F238E27FC236}">
                  <a16:creationId xmlns:a16="http://schemas.microsoft.com/office/drawing/2014/main" id="{EB0CEA39-7F44-3972-E5D0-898A46CE7BF4}"/>
                </a:ext>
              </a:extLst>
            </p:cNvPr>
            <p:cNvSpPr/>
            <p:nvPr/>
          </p:nvSpPr>
          <p:spPr>
            <a:xfrm>
              <a:off x="5546825" y="3360675"/>
              <a:ext cx="3600" cy="1250"/>
            </a:xfrm>
            <a:custGeom>
              <a:avLst/>
              <a:gdLst/>
              <a:ahLst/>
              <a:cxnLst/>
              <a:rect l="l" t="t" r="r" b="b"/>
              <a:pathLst>
                <a:path w="144" h="50" extrusionOk="0">
                  <a:moveTo>
                    <a:pt x="1" y="0"/>
                  </a:moveTo>
                  <a:lnTo>
                    <a:pt x="45" y="17"/>
                  </a:lnTo>
                  <a:lnTo>
                    <a:pt x="144" y="50"/>
                  </a:lnTo>
                  <a:lnTo>
                    <a:pt x="14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0">
              <a:extLst>
                <a:ext uri="{FF2B5EF4-FFF2-40B4-BE49-F238E27FC236}">
                  <a16:creationId xmlns:a16="http://schemas.microsoft.com/office/drawing/2014/main" id="{FB4B934D-708B-5F9C-6E5D-7D2E83B76BC0}"/>
                </a:ext>
              </a:extLst>
            </p:cNvPr>
            <p:cNvSpPr/>
            <p:nvPr/>
          </p:nvSpPr>
          <p:spPr>
            <a:xfrm>
              <a:off x="5543825" y="3358000"/>
              <a:ext cx="9575" cy="6575"/>
            </a:xfrm>
            <a:custGeom>
              <a:avLst/>
              <a:gdLst/>
              <a:ahLst/>
              <a:cxnLst/>
              <a:rect l="l" t="t" r="r" b="b"/>
              <a:pathLst>
                <a:path w="383" h="263" extrusionOk="0">
                  <a:moveTo>
                    <a:pt x="120" y="0"/>
                  </a:moveTo>
                  <a:cubicBezTo>
                    <a:pt x="77" y="0"/>
                    <a:pt x="36" y="28"/>
                    <a:pt x="20" y="70"/>
                  </a:cubicBezTo>
                  <a:cubicBezTo>
                    <a:pt x="0" y="125"/>
                    <a:pt x="28" y="186"/>
                    <a:pt x="82" y="207"/>
                  </a:cubicBezTo>
                  <a:lnTo>
                    <a:pt x="229" y="258"/>
                  </a:lnTo>
                  <a:cubicBezTo>
                    <a:pt x="241" y="261"/>
                    <a:pt x="252" y="262"/>
                    <a:pt x="264" y="262"/>
                  </a:cubicBezTo>
                  <a:cubicBezTo>
                    <a:pt x="308" y="262"/>
                    <a:pt x="350" y="234"/>
                    <a:pt x="365" y="189"/>
                  </a:cubicBezTo>
                  <a:cubicBezTo>
                    <a:pt x="383" y="134"/>
                    <a:pt x="353" y="75"/>
                    <a:pt x="298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0">
              <a:extLst>
                <a:ext uri="{FF2B5EF4-FFF2-40B4-BE49-F238E27FC236}">
                  <a16:creationId xmlns:a16="http://schemas.microsoft.com/office/drawing/2014/main" id="{3B923246-9213-B088-25A2-8E42CC4D38CB}"/>
                </a:ext>
              </a:extLst>
            </p:cNvPr>
            <p:cNvSpPr/>
            <p:nvPr/>
          </p:nvSpPr>
          <p:spPr>
            <a:xfrm>
              <a:off x="4964925" y="3338000"/>
              <a:ext cx="967975" cy="1582775"/>
            </a:xfrm>
            <a:custGeom>
              <a:avLst/>
              <a:gdLst/>
              <a:ahLst/>
              <a:cxnLst/>
              <a:rect l="l" t="t" r="r" b="b"/>
              <a:pathLst>
                <a:path w="38719" h="63311" extrusionOk="0">
                  <a:moveTo>
                    <a:pt x="14846" y="23454"/>
                  </a:moveTo>
                  <a:cubicBezTo>
                    <a:pt x="16444" y="23454"/>
                    <a:pt x="18581" y="25076"/>
                    <a:pt x="20153" y="26499"/>
                  </a:cubicBezTo>
                  <a:cubicBezTo>
                    <a:pt x="21319" y="27555"/>
                    <a:pt x="21408" y="29358"/>
                    <a:pt x="20353" y="30524"/>
                  </a:cubicBezTo>
                  <a:cubicBezTo>
                    <a:pt x="20288" y="30594"/>
                    <a:pt x="20223" y="30661"/>
                    <a:pt x="20153" y="30725"/>
                  </a:cubicBezTo>
                  <a:cubicBezTo>
                    <a:pt x="18581" y="32148"/>
                    <a:pt x="16444" y="33770"/>
                    <a:pt x="14846" y="33770"/>
                  </a:cubicBezTo>
                  <a:cubicBezTo>
                    <a:pt x="13249" y="33770"/>
                    <a:pt x="11112" y="32148"/>
                    <a:pt x="9541" y="30725"/>
                  </a:cubicBezTo>
                  <a:cubicBezTo>
                    <a:pt x="8374" y="29668"/>
                    <a:pt x="8285" y="27866"/>
                    <a:pt x="9340" y="26700"/>
                  </a:cubicBezTo>
                  <a:cubicBezTo>
                    <a:pt x="9404" y="26630"/>
                    <a:pt x="9471" y="26563"/>
                    <a:pt x="9541" y="26499"/>
                  </a:cubicBezTo>
                  <a:cubicBezTo>
                    <a:pt x="11112" y="25076"/>
                    <a:pt x="13249" y="23454"/>
                    <a:pt x="14846" y="23454"/>
                  </a:cubicBezTo>
                  <a:close/>
                  <a:moveTo>
                    <a:pt x="20132" y="1"/>
                  </a:moveTo>
                  <a:cubicBezTo>
                    <a:pt x="19942" y="16"/>
                    <a:pt x="10266" y="793"/>
                    <a:pt x="5460" y="7279"/>
                  </a:cubicBezTo>
                  <a:cubicBezTo>
                    <a:pt x="606" y="13833"/>
                    <a:pt x="2670" y="24510"/>
                    <a:pt x="2549" y="27539"/>
                  </a:cubicBezTo>
                  <a:cubicBezTo>
                    <a:pt x="2427" y="30567"/>
                    <a:pt x="2062" y="34090"/>
                    <a:pt x="1336" y="35546"/>
                  </a:cubicBezTo>
                  <a:cubicBezTo>
                    <a:pt x="608" y="37002"/>
                    <a:pt x="0" y="36882"/>
                    <a:pt x="364" y="37851"/>
                  </a:cubicBezTo>
                  <a:cubicBezTo>
                    <a:pt x="725" y="38822"/>
                    <a:pt x="2308" y="43074"/>
                    <a:pt x="2308" y="43074"/>
                  </a:cubicBezTo>
                  <a:lnTo>
                    <a:pt x="1217" y="45863"/>
                  </a:lnTo>
                  <a:lnTo>
                    <a:pt x="2308" y="48047"/>
                  </a:lnTo>
                  <a:cubicBezTo>
                    <a:pt x="2308" y="48047"/>
                    <a:pt x="1337" y="49503"/>
                    <a:pt x="2065" y="50717"/>
                  </a:cubicBezTo>
                  <a:cubicBezTo>
                    <a:pt x="2450" y="51402"/>
                    <a:pt x="2990" y="51987"/>
                    <a:pt x="3644" y="52423"/>
                  </a:cubicBezTo>
                  <a:cubicBezTo>
                    <a:pt x="3644" y="52423"/>
                    <a:pt x="4248" y="55942"/>
                    <a:pt x="3400" y="58126"/>
                  </a:cubicBezTo>
                  <a:cubicBezTo>
                    <a:pt x="2679" y="59977"/>
                    <a:pt x="3703" y="62085"/>
                    <a:pt x="4327" y="62907"/>
                  </a:cubicBezTo>
                  <a:lnTo>
                    <a:pt x="4400" y="62917"/>
                  </a:lnTo>
                  <a:cubicBezTo>
                    <a:pt x="5002" y="63011"/>
                    <a:pt x="5599" y="63085"/>
                    <a:pt x="6190" y="63148"/>
                  </a:cubicBezTo>
                  <a:lnTo>
                    <a:pt x="6300" y="63158"/>
                  </a:lnTo>
                  <a:cubicBezTo>
                    <a:pt x="6644" y="63193"/>
                    <a:pt x="6985" y="63219"/>
                    <a:pt x="7321" y="63243"/>
                  </a:cubicBezTo>
                  <a:cubicBezTo>
                    <a:pt x="7658" y="63264"/>
                    <a:pt x="7988" y="63282"/>
                    <a:pt x="8314" y="63294"/>
                  </a:cubicBezTo>
                  <a:cubicBezTo>
                    <a:pt x="8638" y="63305"/>
                    <a:pt x="8956" y="63310"/>
                    <a:pt x="9267" y="63310"/>
                  </a:cubicBezTo>
                  <a:cubicBezTo>
                    <a:pt x="10890" y="63310"/>
                    <a:pt x="12315" y="63160"/>
                    <a:pt x="13346" y="62858"/>
                  </a:cubicBezTo>
                  <a:cubicBezTo>
                    <a:pt x="15411" y="62249"/>
                    <a:pt x="29606" y="55090"/>
                    <a:pt x="31668" y="52907"/>
                  </a:cubicBezTo>
                  <a:cubicBezTo>
                    <a:pt x="33162" y="51318"/>
                    <a:pt x="34091" y="44338"/>
                    <a:pt x="34481" y="40652"/>
                  </a:cubicBezTo>
                  <a:lnTo>
                    <a:pt x="34481" y="40652"/>
                  </a:lnTo>
                  <a:cubicBezTo>
                    <a:pt x="33924" y="40865"/>
                    <a:pt x="33332" y="40975"/>
                    <a:pt x="32734" y="40975"/>
                  </a:cubicBezTo>
                  <a:cubicBezTo>
                    <a:pt x="28920" y="40975"/>
                    <a:pt x="25827" y="36498"/>
                    <a:pt x="25827" y="30984"/>
                  </a:cubicBezTo>
                  <a:cubicBezTo>
                    <a:pt x="25827" y="25472"/>
                    <a:pt x="28920" y="20996"/>
                    <a:pt x="32734" y="20996"/>
                  </a:cubicBezTo>
                  <a:cubicBezTo>
                    <a:pt x="35126" y="20996"/>
                    <a:pt x="37233" y="22753"/>
                    <a:pt x="38471" y="25423"/>
                  </a:cubicBezTo>
                  <a:cubicBezTo>
                    <a:pt x="38641" y="24157"/>
                    <a:pt x="38718" y="22880"/>
                    <a:pt x="38707" y="21604"/>
                  </a:cubicBezTo>
                  <a:cubicBezTo>
                    <a:pt x="38586" y="13720"/>
                    <a:pt x="32033" y="5590"/>
                    <a:pt x="27666" y="2920"/>
                  </a:cubicBezTo>
                  <a:lnTo>
                    <a:pt x="27665" y="2920"/>
                  </a:lnTo>
                  <a:cubicBezTo>
                    <a:pt x="27665" y="2920"/>
                    <a:pt x="27514" y="2822"/>
                    <a:pt x="27239" y="2666"/>
                  </a:cubicBezTo>
                  <a:cubicBezTo>
                    <a:pt x="27062" y="2566"/>
                    <a:pt x="26831" y="2440"/>
                    <a:pt x="26552" y="2298"/>
                  </a:cubicBezTo>
                  <a:lnTo>
                    <a:pt x="26533" y="2298"/>
                  </a:lnTo>
                  <a:lnTo>
                    <a:pt x="26258" y="2158"/>
                  </a:lnTo>
                  <a:lnTo>
                    <a:pt x="26223" y="2142"/>
                  </a:lnTo>
                  <a:lnTo>
                    <a:pt x="25930" y="2000"/>
                  </a:lnTo>
                  <a:lnTo>
                    <a:pt x="25876" y="1975"/>
                  </a:lnTo>
                  <a:lnTo>
                    <a:pt x="25562" y="1831"/>
                  </a:lnTo>
                  <a:lnTo>
                    <a:pt x="25498" y="1801"/>
                  </a:lnTo>
                  <a:lnTo>
                    <a:pt x="25157" y="1649"/>
                  </a:lnTo>
                  <a:lnTo>
                    <a:pt x="25092" y="1622"/>
                  </a:lnTo>
                  <a:lnTo>
                    <a:pt x="24718" y="1464"/>
                  </a:lnTo>
                  <a:lnTo>
                    <a:pt x="24554" y="1397"/>
                  </a:lnTo>
                  <a:lnTo>
                    <a:pt x="24249" y="1277"/>
                  </a:lnTo>
                  <a:lnTo>
                    <a:pt x="24055" y="1201"/>
                  </a:lnTo>
                  <a:lnTo>
                    <a:pt x="23774" y="1095"/>
                  </a:lnTo>
                  <a:lnTo>
                    <a:pt x="23913" y="1146"/>
                  </a:lnTo>
                  <a:lnTo>
                    <a:pt x="23838" y="1116"/>
                  </a:lnTo>
                  <a:lnTo>
                    <a:pt x="23581" y="1025"/>
                  </a:lnTo>
                  <a:cubicBezTo>
                    <a:pt x="23497" y="992"/>
                    <a:pt x="23409" y="963"/>
                    <a:pt x="23321" y="933"/>
                  </a:cubicBezTo>
                  <a:lnTo>
                    <a:pt x="23043" y="834"/>
                  </a:lnTo>
                  <a:lnTo>
                    <a:pt x="22759" y="741"/>
                  </a:lnTo>
                  <a:lnTo>
                    <a:pt x="22896" y="785"/>
                  </a:lnTo>
                  <a:lnTo>
                    <a:pt x="22739" y="732"/>
                  </a:lnTo>
                  <a:lnTo>
                    <a:pt x="22729" y="732"/>
                  </a:lnTo>
                  <a:cubicBezTo>
                    <a:pt x="22500" y="656"/>
                    <a:pt x="22258" y="581"/>
                    <a:pt x="22011" y="508"/>
                  </a:cubicBezTo>
                  <a:lnTo>
                    <a:pt x="21797" y="447"/>
                  </a:lnTo>
                  <a:lnTo>
                    <a:pt x="21780" y="447"/>
                  </a:lnTo>
                  <a:cubicBezTo>
                    <a:pt x="21608" y="395"/>
                    <a:pt x="21430" y="346"/>
                    <a:pt x="21252" y="300"/>
                  </a:cubicBezTo>
                  <a:lnTo>
                    <a:pt x="21003" y="211"/>
                  </a:lnTo>
                  <a:lnTo>
                    <a:pt x="20409" y="65"/>
                  </a:lnTo>
                  <a:lnTo>
                    <a:pt x="20196" y="14"/>
                  </a:lnTo>
                  <a:lnTo>
                    <a:pt x="20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40">
              <a:extLst>
                <a:ext uri="{FF2B5EF4-FFF2-40B4-BE49-F238E27FC236}">
                  <a16:creationId xmlns:a16="http://schemas.microsoft.com/office/drawing/2014/main" id="{29C7929A-0754-3894-B6F1-D318EEF248D7}"/>
                </a:ext>
              </a:extLst>
            </p:cNvPr>
            <p:cNvSpPr/>
            <p:nvPr/>
          </p:nvSpPr>
          <p:spPr>
            <a:xfrm>
              <a:off x="4965375" y="3335325"/>
              <a:ext cx="970200" cy="1588125"/>
            </a:xfrm>
            <a:custGeom>
              <a:avLst/>
              <a:gdLst/>
              <a:ahLst/>
              <a:cxnLst/>
              <a:rect l="l" t="t" r="r" b="b"/>
              <a:pathLst>
                <a:path w="38808" h="63525" extrusionOk="0">
                  <a:moveTo>
                    <a:pt x="14828" y="23667"/>
                  </a:moveTo>
                  <a:lnTo>
                    <a:pt x="14828" y="23669"/>
                  </a:lnTo>
                  <a:cubicBezTo>
                    <a:pt x="16402" y="23669"/>
                    <a:pt x="18543" y="25309"/>
                    <a:pt x="20062" y="26685"/>
                  </a:cubicBezTo>
                  <a:cubicBezTo>
                    <a:pt x="20605" y="27177"/>
                    <a:pt x="20924" y="27851"/>
                    <a:pt x="20961" y="28582"/>
                  </a:cubicBezTo>
                  <a:cubicBezTo>
                    <a:pt x="20997" y="29315"/>
                    <a:pt x="20747" y="30016"/>
                    <a:pt x="20256" y="30559"/>
                  </a:cubicBezTo>
                  <a:cubicBezTo>
                    <a:pt x="20195" y="30626"/>
                    <a:pt x="20131" y="30692"/>
                    <a:pt x="20062" y="30752"/>
                  </a:cubicBezTo>
                  <a:cubicBezTo>
                    <a:pt x="18543" y="32129"/>
                    <a:pt x="16402" y="33770"/>
                    <a:pt x="14828" y="33770"/>
                  </a:cubicBezTo>
                  <a:cubicBezTo>
                    <a:pt x="13255" y="33770"/>
                    <a:pt x="11114" y="32129"/>
                    <a:pt x="9595" y="30752"/>
                  </a:cubicBezTo>
                  <a:cubicBezTo>
                    <a:pt x="8474" y="29738"/>
                    <a:pt x="8387" y="28000"/>
                    <a:pt x="9401" y="26879"/>
                  </a:cubicBezTo>
                  <a:cubicBezTo>
                    <a:pt x="9462" y="26810"/>
                    <a:pt x="9526" y="26746"/>
                    <a:pt x="9595" y="26685"/>
                  </a:cubicBezTo>
                  <a:cubicBezTo>
                    <a:pt x="11114" y="25309"/>
                    <a:pt x="13255" y="23667"/>
                    <a:pt x="14828" y="23667"/>
                  </a:cubicBezTo>
                  <a:close/>
                  <a:moveTo>
                    <a:pt x="14828" y="23454"/>
                  </a:moveTo>
                  <a:cubicBezTo>
                    <a:pt x="13186" y="23454"/>
                    <a:pt x="10997" y="25126"/>
                    <a:pt x="9452" y="26527"/>
                  </a:cubicBezTo>
                  <a:cubicBezTo>
                    <a:pt x="9379" y="26593"/>
                    <a:pt x="9309" y="26663"/>
                    <a:pt x="9243" y="26736"/>
                  </a:cubicBezTo>
                  <a:cubicBezTo>
                    <a:pt x="8151" y="27943"/>
                    <a:pt x="8243" y="29816"/>
                    <a:pt x="9452" y="30909"/>
                  </a:cubicBezTo>
                  <a:cubicBezTo>
                    <a:pt x="10997" y="32312"/>
                    <a:pt x="13186" y="33982"/>
                    <a:pt x="14828" y="33982"/>
                  </a:cubicBezTo>
                  <a:cubicBezTo>
                    <a:pt x="16471" y="33982"/>
                    <a:pt x="18659" y="32312"/>
                    <a:pt x="20206" y="30911"/>
                  </a:cubicBezTo>
                  <a:cubicBezTo>
                    <a:pt x="20278" y="30844"/>
                    <a:pt x="20348" y="30775"/>
                    <a:pt x="20413" y="30702"/>
                  </a:cubicBezTo>
                  <a:cubicBezTo>
                    <a:pt x="20943" y="30117"/>
                    <a:pt x="21213" y="29361"/>
                    <a:pt x="21174" y="28572"/>
                  </a:cubicBezTo>
                  <a:cubicBezTo>
                    <a:pt x="21136" y="27784"/>
                    <a:pt x="20792" y="27057"/>
                    <a:pt x="20206" y="26527"/>
                  </a:cubicBezTo>
                  <a:cubicBezTo>
                    <a:pt x="18659" y="25126"/>
                    <a:pt x="16471" y="23454"/>
                    <a:pt x="14828" y="23454"/>
                  </a:cubicBezTo>
                  <a:close/>
                  <a:moveTo>
                    <a:pt x="20107" y="215"/>
                  </a:moveTo>
                  <a:lnTo>
                    <a:pt x="20949" y="417"/>
                  </a:lnTo>
                  <a:lnTo>
                    <a:pt x="21206" y="510"/>
                  </a:lnTo>
                  <a:cubicBezTo>
                    <a:pt x="21384" y="556"/>
                    <a:pt x="21560" y="605"/>
                    <a:pt x="21731" y="656"/>
                  </a:cubicBezTo>
                  <a:cubicBezTo>
                    <a:pt x="21742" y="659"/>
                    <a:pt x="21752" y="660"/>
                    <a:pt x="21762" y="660"/>
                  </a:cubicBezTo>
                  <a:lnTo>
                    <a:pt x="21962" y="718"/>
                  </a:lnTo>
                  <a:cubicBezTo>
                    <a:pt x="22208" y="790"/>
                    <a:pt x="22447" y="864"/>
                    <a:pt x="22677" y="940"/>
                  </a:cubicBezTo>
                  <a:cubicBezTo>
                    <a:pt x="22681" y="941"/>
                    <a:pt x="22687" y="943"/>
                    <a:pt x="22694" y="944"/>
                  </a:cubicBezTo>
                  <a:cubicBezTo>
                    <a:pt x="22699" y="946"/>
                    <a:pt x="22702" y="947"/>
                    <a:pt x="22706" y="949"/>
                  </a:cubicBezTo>
                  <a:lnTo>
                    <a:pt x="23269" y="1141"/>
                  </a:lnTo>
                  <a:cubicBezTo>
                    <a:pt x="23356" y="1169"/>
                    <a:pt x="23442" y="1199"/>
                    <a:pt x="23525" y="1232"/>
                  </a:cubicBezTo>
                  <a:lnTo>
                    <a:pt x="23704" y="1296"/>
                  </a:lnTo>
                  <a:cubicBezTo>
                    <a:pt x="23708" y="1297"/>
                    <a:pt x="23713" y="1300"/>
                    <a:pt x="23717" y="1302"/>
                  </a:cubicBezTo>
                  <a:lnTo>
                    <a:pt x="23999" y="1408"/>
                  </a:lnTo>
                  <a:lnTo>
                    <a:pt x="25032" y="1827"/>
                  </a:lnTo>
                  <a:lnTo>
                    <a:pt x="25812" y="2179"/>
                  </a:lnTo>
                  <a:lnTo>
                    <a:pt x="26467" y="2499"/>
                  </a:lnTo>
                  <a:cubicBezTo>
                    <a:pt x="26475" y="2503"/>
                    <a:pt x="26490" y="2506"/>
                    <a:pt x="26503" y="2509"/>
                  </a:cubicBezTo>
                  <a:cubicBezTo>
                    <a:pt x="26737" y="2628"/>
                    <a:pt x="26962" y="2749"/>
                    <a:pt x="27169" y="2867"/>
                  </a:cubicBezTo>
                  <a:cubicBezTo>
                    <a:pt x="27437" y="3019"/>
                    <a:pt x="27587" y="3115"/>
                    <a:pt x="27589" y="3117"/>
                  </a:cubicBezTo>
                  <a:cubicBezTo>
                    <a:pt x="27590" y="3117"/>
                    <a:pt x="27590" y="3117"/>
                    <a:pt x="27592" y="3118"/>
                  </a:cubicBezTo>
                  <a:cubicBezTo>
                    <a:pt x="32009" y="5818"/>
                    <a:pt x="38464" y="13994"/>
                    <a:pt x="38580" y="21711"/>
                  </a:cubicBezTo>
                  <a:cubicBezTo>
                    <a:pt x="38592" y="22859"/>
                    <a:pt x="38529" y="24017"/>
                    <a:pt x="38392" y="25159"/>
                  </a:cubicBezTo>
                  <a:cubicBezTo>
                    <a:pt x="37075" y="22544"/>
                    <a:pt x="34972" y="20996"/>
                    <a:pt x="32716" y="20996"/>
                  </a:cubicBezTo>
                  <a:cubicBezTo>
                    <a:pt x="28848" y="20996"/>
                    <a:pt x="25702" y="25524"/>
                    <a:pt x="25702" y="31091"/>
                  </a:cubicBezTo>
                  <a:cubicBezTo>
                    <a:pt x="25702" y="36660"/>
                    <a:pt x="28848" y="41189"/>
                    <a:pt x="32716" y="41189"/>
                  </a:cubicBezTo>
                  <a:cubicBezTo>
                    <a:pt x="33270" y="41187"/>
                    <a:pt x="33815" y="41097"/>
                    <a:pt x="34338" y="40916"/>
                  </a:cubicBezTo>
                  <a:lnTo>
                    <a:pt x="34338" y="40916"/>
                  </a:lnTo>
                  <a:cubicBezTo>
                    <a:pt x="33992" y="44136"/>
                    <a:pt x="33065" y="51352"/>
                    <a:pt x="31573" y="52941"/>
                  </a:cubicBezTo>
                  <a:cubicBezTo>
                    <a:pt x="29482" y="55154"/>
                    <a:pt x="15189" y="62305"/>
                    <a:pt x="13298" y="62862"/>
                  </a:cubicBezTo>
                  <a:cubicBezTo>
                    <a:pt x="12296" y="63156"/>
                    <a:pt x="10876" y="63311"/>
                    <a:pt x="9233" y="63311"/>
                  </a:cubicBezTo>
                  <a:cubicBezTo>
                    <a:pt x="8929" y="63311"/>
                    <a:pt x="8618" y="63306"/>
                    <a:pt x="8301" y="63295"/>
                  </a:cubicBezTo>
                  <a:cubicBezTo>
                    <a:pt x="7975" y="63282"/>
                    <a:pt x="7646" y="63265"/>
                    <a:pt x="7311" y="63243"/>
                  </a:cubicBezTo>
                  <a:cubicBezTo>
                    <a:pt x="6943" y="63218"/>
                    <a:pt x="6610" y="63191"/>
                    <a:pt x="6292" y="63158"/>
                  </a:cubicBezTo>
                  <a:lnTo>
                    <a:pt x="6182" y="63148"/>
                  </a:lnTo>
                  <a:cubicBezTo>
                    <a:pt x="5542" y="63081"/>
                    <a:pt x="4958" y="63006"/>
                    <a:pt x="4397" y="62918"/>
                  </a:cubicBezTo>
                  <a:lnTo>
                    <a:pt x="4367" y="62914"/>
                  </a:lnTo>
                  <a:lnTo>
                    <a:pt x="4369" y="62914"/>
                  </a:lnTo>
                  <a:cubicBezTo>
                    <a:pt x="3854" y="62216"/>
                    <a:pt x="2759" y="60127"/>
                    <a:pt x="3481" y="58270"/>
                  </a:cubicBezTo>
                  <a:cubicBezTo>
                    <a:pt x="4331" y="56084"/>
                    <a:pt x="3755" y="52657"/>
                    <a:pt x="3730" y="52512"/>
                  </a:cubicBezTo>
                  <a:cubicBezTo>
                    <a:pt x="3725" y="52483"/>
                    <a:pt x="3709" y="52457"/>
                    <a:pt x="3684" y="52441"/>
                  </a:cubicBezTo>
                  <a:cubicBezTo>
                    <a:pt x="3048" y="52017"/>
                    <a:pt x="2513" y="51439"/>
                    <a:pt x="2138" y="50769"/>
                  </a:cubicBezTo>
                  <a:cubicBezTo>
                    <a:pt x="1455" y="49628"/>
                    <a:pt x="2369" y="48227"/>
                    <a:pt x="2378" y="48214"/>
                  </a:cubicBezTo>
                  <a:cubicBezTo>
                    <a:pt x="2400" y="48181"/>
                    <a:pt x="2402" y="48141"/>
                    <a:pt x="2385" y="48107"/>
                  </a:cubicBezTo>
                  <a:lnTo>
                    <a:pt x="1315" y="45965"/>
                  </a:lnTo>
                  <a:lnTo>
                    <a:pt x="2388" y="43220"/>
                  </a:lnTo>
                  <a:cubicBezTo>
                    <a:pt x="2399" y="43195"/>
                    <a:pt x="2399" y="43168"/>
                    <a:pt x="2390" y="43144"/>
                  </a:cubicBezTo>
                  <a:cubicBezTo>
                    <a:pt x="2390" y="43144"/>
                    <a:pt x="807" y="38892"/>
                    <a:pt x="445" y="37921"/>
                  </a:cubicBezTo>
                  <a:cubicBezTo>
                    <a:pt x="241" y="37379"/>
                    <a:pt x="358" y="37234"/>
                    <a:pt x="666" y="36847"/>
                  </a:cubicBezTo>
                  <a:cubicBezTo>
                    <a:pt x="861" y="36603"/>
                    <a:pt x="1129" y="36268"/>
                    <a:pt x="1413" y="35701"/>
                  </a:cubicBezTo>
                  <a:cubicBezTo>
                    <a:pt x="2298" y="33929"/>
                    <a:pt x="2564" y="29480"/>
                    <a:pt x="2637" y="27650"/>
                  </a:cubicBezTo>
                  <a:cubicBezTo>
                    <a:pt x="2661" y="27038"/>
                    <a:pt x="2600" y="26139"/>
                    <a:pt x="2521" y="25000"/>
                  </a:cubicBezTo>
                  <a:cubicBezTo>
                    <a:pt x="2201" y="20386"/>
                    <a:pt x="1666" y="12661"/>
                    <a:pt x="5527" y="7450"/>
                  </a:cubicBezTo>
                  <a:cubicBezTo>
                    <a:pt x="10217" y="1120"/>
                    <a:pt x="19533" y="263"/>
                    <a:pt x="20107" y="215"/>
                  </a:cubicBezTo>
                  <a:close/>
                  <a:moveTo>
                    <a:pt x="20105" y="0"/>
                  </a:moveTo>
                  <a:cubicBezTo>
                    <a:pt x="19700" y="33"/>
                    <a:pt x="10150" y="852"/>
                    <a:pt x="5356" y="7322"/>
                  </a:cubicBezTo>
                  <a:cubicBezTo>
                    <a:pt x="1449" y="12597"/>
                    <a:pt x="1986" y="20371"/>
                    <a:pt x="2308" y="25015"/>
                  </a:cubicBezTo>
                  <a:cubicBezTo>
                    <a:pt x="2387" y="26146"/>
                    <a:pt x="2448" y="27041"/>
                    <a:pt x="2424" y="27641"/>
                  </a:cubicBezTo>
                  <a:cubicBezTo>
                    <a:pt x="2272" y="31425"/>
                    <a:pt x="1823" y="34401"/>
                    <a:pt x="1221" y="35605"/>
                  </a:cubicBezTo>
                  <a:cubicBezTo>
                    <a:pt x="949" y="36152"/>
                    <a:pt x="690" y="36478"/>
                    <a:pt x="499" y="36715"/>
                  </a:cubicBezTo>
                  <a:cubicBezTo>
                    <a:pt x="177" y="37118"/>
                    <a:pt x="0" y="37340"/>
                    <a:pt x="244" y="37995"/>
                  </a:cubicBezTo>
                  <a:cubicBezTo>
                    <a:pt x="587" y="38911"/>
                    <a:pt x="2018" y="42755"/>
                    <a:pt x="2176" y="43180"/>
                  </a:cubicBezTo>
                  <a:lnTo>
                    <a:pt x="1099" y="45931"/>
                  </a:lnTo>
                  <a:cubicBezTo>
                    <a:pt x="1087" y="45960"/>
                    <a:pt x="1089" y="45991"/>
                    <a:pt x="1102" y="46018"/>
                  </a:cubicBezTo>
                  <a:lnTo>
                    <a:pt x="2167" y="48148"/>
                  </a:lnTo>
                  <a:cubicBezTo>
                    <a:pt x="1995" y="48430"/>
                    <a:pt x="1272" y="49740"/>
                    <a:pt x="1954" y="50876"/>
                  </a:cubicBezTo>
                  <a:cubicBezTo>
                    <a:pt x="2336" y="51559"/>
                    <a:pt x="2880" y="52152"/>
                    <a:pt x="3526" y="52593"/>
                  </a:cubicBezTo>
                  <a:cubicBezTo>
                    <a:pt x="3591" y="53007"/>
                    <a:pt x="4059" y="56194"/>
                    <a:pt x="3282" y="58194"/>
                  </a:cubicBezTo>
                  <a:cubicBezTo>
                    <a:pt x="2592" y="59963"/>
                    <a:pt x="3468" y="62085"/>
                    <a:pt x="4224" y="63078"/>
                  </a:cubicBezTo>
                  <a:cubicBezTo>
                    <a:pt x="4241" y="63100"/>
                    <a:pt x="4266" y="63115"/>
                    <a:pt x="4294" y="63120"/>
                  </a:cubicBezTo>
                  <a:lnTo>
                    <a:pt x="4366" y="63130"/>
                  </a:lnTo>
                  <a:cubicBezTo>
                    <a:pt x="4929" y="63218"/>
                    <a:pt x="5515" y="63292"/>
                    <a:pt x="6160" y="63361"/>
                  </a:cubicBezTo>
                  <a:lnTo>
                    <a:pt x="6272" y="63371"/>
                  </a:lnTo>
                  <a:cubicBezTo>
                    <a:pt x="6590" y="63402"/>
                    <a:pt x="6927" y="63431"/>
                    <a:pt x="7296" y="63456"/>
                  </a:cubicBezTo>
                  <a:cubicBezTo>
                    <a:pt x="7634" y="63478"/>
                    <a:pt x="7966" y="63495"/>
                    <a:pt x="8294" y="63508"/>
                  </a:cubicBezTo>
                  <a:cubicBezTo>
                    <a:pt x="8612" y="63519"/>
                    <a:pt x="8925" y="63524"/>
                    <a:pt x="9232" y="63524"/>
                  </a:cubicBezTo>
                  <a:lnTo>
                    <a:pt x="9232" y="63523"/>
                  </a:lnTo>
                  <a:cubicBezTo>
                    <a:pt x="10896" y="63523"/>
                    <a:pt x="12337" y="63365"/>
                    <a:pt x="13357" y="63066"/>
                  </a:cubicBezTo>
                  <a:cubicBezTo>
                    <a:pt x="15257" y="62508"/>
                    <a:pt x="29624" y="55314"/>
                    <a:pt x="31728" y="53087"/>
                  </a:cubicBezTo>
                  <a:cubicBezTo>
                    <a:pt x="33236" y="51482"/>
                    <a:pt x="34155" y="44681"/>
                    <a:pt x="34569" y="40769"/>
                  </a:cubicBezTo>
                  <a:cubicBezTo>
                    <a:pt x="34573" y="40732"/>
                    <a:pt x="34558" y="40696"/>
                    <a:pt x="34528" y="40672"/>
                  </a:cubicBezTo>
                  <a:cubicBezTo>
                    <a:pt x="34509" y="40658"/>
                    <a:pt x="34486" y="40650"/>
                    <a:pt x="34463" y="40650"/>
                  </a:cubicBezTo>
                  <a:cubicBezTo>
                    <a:pt x="34451" y="40650"/>
                    <a:pt x="34438" y="40653"/>
                    <a:pt x="34426" y="40657"/>
                  </a:cubicBezTo>
                  <a:cubicBezTo>
                    <a:pt x="33878" y="40867"/>
                    <a:pt x="33303" y="40975"/>
                    <a:pt x="32716" y="40975"/>
                  </a:cubicBezTo>
                  <a:cubicBezTo>
                    <a:pt x="28967" y="40975"/>
                    <a:pt x="25917" y="36540"/>
                    <a:pt x="25917" y="31091"/>
                  </a:cubicBezTo>
                  <a:cubicBezTo>
                    <a:pt x="25917" y="25641"/>
                    <a:pt x="28967" y="21209"/>
                    <a:pt x="32716" y="21209"/>
                  </a:cubicBezTo>
                  <a:cubicBezTo>
                    <a:pt x="34980" y="21209"/>
                    <a:pt x="37088" y="22841"/>
                    <a:pt x="38357" y="25574"/>
                  </a:cubicBezTo>
                  <a:cubicBezTo>
                    <a:pt x="38374" y="25611"/>
                    <a:pt x="38410" y="25635"/>
                    <a:pt x="38453" y="25635"/>
                  </a:cubicBezTo>
                  <a:cubicBezTo>
                    <a:pt x="38458" y="25635"/>
                    <a:pt x="38464" y="25635"/>
                    <a:pt x="38470" y="25634"/>
                  </a:cubicBezTo>
                  <a:cubicBezTo>
                    <a:pt x="38516" y="25627"/>
                    <a:pt x="38552" y="25589"/>
                    <a:pt x="38559" y="25543"/>
                  </a:cubicBezTo>
                  <a:cubicBezTo>
                    <a:pt x="38729" y="24276"/>
                    <a:pt x="38808" y="22985"/>
                    <a:pt x="38794" y="21708"/>
                  </a:cubicBezTo>
                  <a:cubicBezTo>
                    <a:pt x="38677" y="13915"/>
                    <a:pt x="32163" y="5661"/>
                    <a:pt x="27705" y="2937"/>
                  </a:cubicBezTo>
                  <a:cubicBezTo>
                    <a:pt x="27687" y="2925"/>
                    <a:pt x="27538" y="2829"/>
                    <a:pt x="27273" y="2681"/>
                  </a:cubicBezTo>
                  <a:cubicBezTo>
                    <a:pt x="27059" y="2558"/>
                    <a:pt x="26826" y="2433"/>
                    <a:pt x="26584" y="2308"/>
                  </a:cubicBezTo>
                  <a:cubicBezTo>
                    <a:pt x="26575" y="2304"/>
                    <a:pt x="26560" y="2301"/>
                    <a:pt x="26545" y="2299"/>
                  </a:cubicBezTo>
                  <a:lnTo>
                    <a:pt x="25590" y="1841"/>
                  </a:lnTo>
                  <a:lnTo>
                    <a:pt x="24740" y="1472"/>
                  </a:lnTo>
                  <a:lnTo>
                    <a:pt x="23947" y="1159"/>
                  </a:lnTo>
                  <a:cubicBezTo>
                    <a:pt x="23942" y="1157"/>
                    <a:pt x="23938" y="1154"/>
                    <a:pt x="23935" y="1153"/>
                  </a:cubicBezTo>
                  <a:lnTo>
                    <a:pt x="23600" y="1031"/>
                  </a:lnTo>
                  <a:cubicBezTo>
                    <a:pt x="23516" y="998"/>
                    <a:pt x="23427" y="968"/>
                    <a:pt x="23339" y="939"/>
                  </a:cubicBezTo>
                  <a:lnTo>
                    <a:pt x="22919" y="794"/>
                  </a:lnTo>
                  <a:cubicBezTo>
                    <a:pt x="22916" y="793"/>
                    <a:pt x="22913" y="791"/>
                    <a:pt x="22912" y="791"/>
                  </a:cubicBezTo>
                  <a:lnTo>
                    <a:pt x="22756" y="738"/>
                  </a:lnTo>
                  <a:cubicBezTo>
                    <a:pt x="22750" y="736"/>
                    <a:pt x="22741" y="735"/>
                    <a:pt x="22732" y="733"/>
                  </a:cubicBezTo>
                  <a:cubicBezTo>
                    <a:pt x="22504" y="657"/>
                    <a:pt x="22266" y="584"/>
                    <a:pt x="22021" y="513"/>
                  </a:cubicBezTo>
                  <a:lnTo>
                    <a:pt x="21843" y="461"/>
                  </a:lnTo>
                  <a:cubicBezTo>
                    <a:pt x="21826" y="452"/>
                    <a:pt x="21809" y="446"/>
                    <a:pt x="21789" y="446"/>
                  </a:cubicBezTo>
                  <a:lnTo>
                    <a:pt x="21777" y="446"/>
                  </a:lnTo>
                  <a:cubicBezTo>
                    <a:pt x="21609" y="397"/>
                    <a:pt x="21435" y="349"/>
                    <a:pt x="21270" y="306"/>
                  </a:cubicBezTo>
                  <a:lnTo>
                    <a:pt x="21010" y="213"/>
                  </a:lnTo>
                  <a:lnTo>
                    <a:pt x="20415" y="67"/>
                  </a:lnTo>
                  <a:lnTo>
                    <a:pt x="20135" y="3"/>
                  </a:lnTo>
                  <a:cubicBezTo>
                    <a:pt x="20125" y="0"/>
                    <a:pt x="20116" y="0"/>
                    <a:pt x="20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0">
              <a:extLst>
                <a:ext uri="{FF2B5EF4-FFF2-40B4-BE49-F238E27FC236}">
                  <a16:creationId xmlns:a16="http://schemas.microsoft.com/office/drawing/2014/main" id="{C8ECF69F-099E-F83E-16FB-495BCE00F842}"/>
                </a:ext>
              </a:extLst>
            </p:cNvPr>
            <p:cNvSpPr/>
            <p:nvPr/>
          </p:nvSpPr>
          <p:spPr>
            <a:xfrm>
              <a:off x="5431625" y="4823225"/>
              <a:ext cx="18825" cy="4750"/>
            </a:xfrm>
            <a:custGeom>
              <a:avLst/>
              <a:gdLst/>
              <a:ahLst/>
              <a:cxnLst/>
              <a:rect l="l" t="t" r="r" b="b"/>
              <a:pathLst>
                <a:path w="753" h="190" extrusionOk="0">
                  <a:moveTo>
                    <a:pt x="1" y="0"/>
                  </a:moveTo>
                  <a:cubicBezTo>
                    <a:pt x="245" y="69"/>
                    <a:pt x="495" y="133"/>
                    <a:pt x="752" y="1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0">
              <a:extLst>
                <a:ext uri="{FF2B5EF4-FFF2-40B4-BE49-F238E27FC236}">
                  <a16:creationId xmlns:a16="http://schemas.microsoft.com/office/drawing/2014/main" id="{C75006CA-1DE1-C28E-AD94-47F593F7C2C5}"/>
                </a:ext>
              </a:extLst>
            </p:cNvPr>
            <p:cNvSpPr/>
            <p:nvPr/>
          </p:nvSpPr>
          <p:spPr>
            <a:xfrm>
              <a:off x="5430925" y="4820650"/>
              <a:ext cx="20125" cy="9925"/>
            </a:xfrm>
            <a:custGeom>
              <a:avLst/>
              <a:gdLst/>
              <a:ahLst/>
              <a:cxnLst/>
              <a:rect l="l" t="t" r="r" b="b"/>
              <a:pathLst>
                <a:path w="805" h="397" extrusionOk="0">
                  <a:moveTo>
                    <a:pt x="57" y="1"/>
                  </a:moveTo>
                  <a:lnTo>
                    <a:pt x="0" y="206"/>
                  </a:lnTo>
                  <a:cubicBezTo>
                    <a:pt x="267" y="280"/>
                    <a:pt x="514" y="343"/>
                    <a:pt x="758" y="397"/>
                  </a:cubicBezTo>
                  <a:lnTo>
                    <a:pt x="804" y="188"/>
                  </a:lnTo>
                  <a:cubicBezTo>
                    <a:pt x="565" y="135"/>
                    <a:pt x="320" y="73"/>
                    <a:pt x="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0">
              <a:extLst>
                <a:ext uri="{FF2B5EF4-FFF2-40B4-BE49-F238E27FC236}">
                  <a16:creationId xmlns:a16="http://schemas.microsoft.com/office/drawing/2014/main" id="{A3292B43-615D-1513-D776-1AD2A8A835D4}"/>
                </a:ext>
              </a:extLst>
            </p:cNvPr>
            <p:cNvSpPr/>
            <p:nvPr/>
          </p:nvSpPr>
          <p:spPr>
            <a:xfrm>
              <a:off x="5166625" y="4541250"/>
              <a:ext cx="239000" cy="273950"/>
            </a:xfrm>
            <a:custGeom>
              <a:avLst/>
              <a:gdLst/>
              <a:ahLst/>
              <a:cxnLst/>
              <a:rect l="l" t="t" r="r" b="b"/>
              <a:pathLst>
                <a:path w="9560" h="10958" extrusionOk="0">
                  <a:moveTo>
                    <a:pt x="1" y="1"/>
                  </a:moveTo>
                  <a:cubicBezTo>
                    <a:pt x="1" y="1"/>
                    <a:pt x="1228" y="8065"/>
                    <a:pt x="9560" y="1095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0">
              <a:extLst>
                <a:ext uri="{FF2B5EF4-FFF2-40B4-BE49-F238E27FC236}">
                  <a16:creationId xmlns:a16="http://schemas.microsoft.com/office/drawing/2014/main" id="{BE15442E-DA27-54B3-FBBA-98B115A6F28D}"/>
                </a:ext>
              </a:extLst>
            </p:cNvPr>
            <p:cNvSpPr/>
            <p:nvPr/>
          </p:nvSpPr>
          <p:spPr>
            <a:xfrm>
              <a:off x="5164025" y="4540850"/>
              <a:ext cx="242450" cy="276850"/>
            </a:xfrm>
            <a:custGeom>
              <a:avLst/>
              <a:gdLst/>
              <a:ahLst/>
              <a:cxnLst/>
              <a:rect l="l" t="t" r="r" b="b"/>
              <a:pathLst>
                <a:path w="9698" h="11074" extrusionOk="0">
                  <a:moveTo>
                    <a:pt x="211" y="0"/>
                  </a:moveTo>
                  <a:lnTo>
                    <a:pt x="1" y="31"/>
                  </a:lnTo>
                  <a:cubicBezTo>
                    <a:pt x="13" y="113"/>
                    <a:pt x="1332" y="8194"/>
                    <a:pt x="9628" y="11073"/>
                  </a:cubicBezTo>
                  <a:lnTo>
                    <a:pt x="9698" y="10872"/>
                  </a:lnTo>
                  <a:cubicBezTo>
                    <a:pt x="1527" y="8036"/>
                    <a:pt x="222" y="81"/>
                    <a:pt x="2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0">
              <a:extLst>
                <a:ext uri="{FF2B5EF4-FFF2-40B4-BE49-F238E27FC236}">
                  <a16:creationId xmlns:a16="http://schemas.microsoft.com/office/drawing/2014/main" id="{F8798480-1449-017B-42A6-4B5DA64B2702}"/>
                </a:ext>
              </a:extLst>
            </p:cNvPr>
            <p:cNvSpPr/>
            <p:nvPr/>
          </p:nvSpPr>
          <p:spPr>
            <a:xfrm>
              <a:off x="5571400" y="3369800"/>
              <a:ext cx="3625" cy="1400"/>
            </a:xfrm>
            <a:custGeom>
              <a:avLst/>
              <a:gdLst/>
              <a:ahLst/>
              <a:cxnLst/>
              <a:rect l="l" t="t" r="r" b="b"/>
              <a:pathLst>
                <a:path w="145" h="56" extrusionOk="0">
                  <a:moveTo>
                    <a:pt x="0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0">
              <a:extLst>
                <a:ext uri="{FF2B5EF4-FFF2-40B4-BE49-F238E27FC236}">
                  <a16:creationId xmlns:a16="http://schemas.microsoft.com/office/drawing/2014/main" id="{5FF61E4D-A2DA-3DAC-079F-1895BEA95D45}"/>
                </a:ext>
              </a:extLst>
            </p:cNvPr>
            <p:cNvSpPr/>
            <p:nvPr/>
          </p:nvSpPr>
          <p:spPr>
            <a:xfrm>
              <a:off x="5568375" y="3367125"/>
              <a:ext cx="9675" cy="6750"/>
            </a:xfrm>
            <a:custGeom>
              <a:avLst/>
              <a:gdLst/>
              <a:ahLst/>
              <a:cxnLst/>
              <a:rect l="l" t="t" r="r" b="b"/>
              <a:pathLst>
                <a:path w="387" h="270" extrusionOk="0">
                  <a:moveTo>
                    <a:pt x="121" y="1"/>
                  </a:moveTo>
                  <a:cubicBezTo>
                    <a:pt x="78" y="1"/>
                    <a:pt x="38" y="27"/>
                    <a:pt x="22" y="70"/>
                  </a:cubicBezTo>
                  <a:cubicBezTo>
                    <a:pt x="1" y="124"/>
                    <a:pt x="29" y="186"/>
                    <a:pt x="84" y="207"/>
                  </a:cubicBezTo>
                  <a:lnTo>
                    <a:pt x="229" y="262"/>
                  </a:lnTo>
                  <a:cubicBezTo>
                    <a:pt x="240" y="266"/>
                    <a:pt x="253" y="269"/>
                    <a:pt x="267" y="270"/>
                  </a:cubicBezTo>
                  <a:lnTo>
                    <a:pt x="267" y="270"/>
                  </a:lnTo>
                  <a:cubicBezTo>
                    <a:pt x="308" y="269"/>
                    <a:pt x="348" y="244"/>
                    <a:pt x="364" y="204"/>
                  </a:cubicBezTo>
                  <a:cubicBezTo>
                    <a:pt x="386" y="150"/>
                    <a:pt x="363" y="89"/>
                    <a:pt x="311" y="66"/>
                  </a:cubicBezTo>
                  <a:lnTo>
                    <a:pt x="287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9" y="7"/>
                  </a:lnTo>
                  <a:cubicBezTo>
                    <a:pt x="146" y="3"/>
                    <a:pt x="134" y="1"/>
                    <a:pt x="121" y="1"/>
                  </a:cubicBezTo>
                  <a:close/>
                  <a:moveTo>
                    <a:pt x="267" y="270"/>
                  </a:moveTo>
                  <a:lnTo>
                    <a:pt x="267" y="270"/>
                  </a:lnTo>
                  <a:cubicBezTo>
                    <a:pt x="266" y="270"/>
                    <a:pt x="266" y="270"/>
                    <a:pt x="266" y="270"/>
                  </a:cubicBezTo>
                  <a:lnTo>
                    <a:pt x="267" y="270"/>
                  </a:lnTo>
                  <a:cubicBezTo>
                    <a:pt x="267" y="270"/>
                    <a:pt x="267" y="270"/>
                    <a:pt x="267" y="27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0">
              <a:extLst>
                <a:ext uri="{FF2B5EF4-FFF2-40B4-BE49-F238E27FC236}">
                  <a16:creationId xmlns:a16="http://schemas.microsoft.com/office/drawing/2014/main" id="{B0BD43A6-5DC3-3F45-3A71-0F8D5247DB36}"/>
                </a:ext>
              </a:extLst>
            </p:cNvPr>
            <p:cNvSpPr/>
            <p:nvPr/>
          </p:nvSpPr>
          <p:spPr>
            <a:xfrm>
              <a:off x="5547725" y="3361050"/>
              <a:ext cx="13125" cy="4625"/>
            </a:xfrm>
            <a:custGeom>
              <a:avLst/>
              <a:gdLst/>
              <a:ahLst/>
              <a:cxnLst/>
              <a:rect l="l" t="t" r="r" b="b"/>
              <a:pathLst>
                <a:path w="525" h="185" extrusionOk="0">
                  <a:moveTo>
                    <a:pt x="0" y="0"/>
                  </a:moveTo>
                  <a:lnTo>
                    <a:pt x="104" y="38"/>
                  </a:lnTo>
                  <a:lnTo>
                    <a:pt x="112" y="38"/>
                  </a:lnTo>
                  <a:lnTo>
                    <a:pt x="0" y="0"/>
                  </a:lnTo>
                  <a:close/>
                  <a:moveTo>
                    <a:pt x="99" y="38"/>
                  </a:moveTo>
                  <a:lnTo>
                    <a:pt x="258" y="99"/>
                  </a:lnTo>
                  <a:lnTo>
                    <a:pt x="282" y="99"/>
                  </a:lnTo>
                  <a:lnTo>
                    <a:pt x="112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0">
              <a:extLst>
                <a:ext uri="{FF2B5EF4-FFF2-40B4-BE49-F238E27FC236}">
                  <a16:creationId xmlns:a16="http://schemas.microsoft.com/office/drawing/2014/main" id="{1DE2F3FC-716B-6BD5-CCB3-918A0C10ADC2}"/>
                </a:ext>
              </a:extLst>
            </p:cNvPr>
            <p:cNvSpPr/>
            <p:nvPr/>
          </p:nvSpPr>
          <p:spPr>
            <a:xfrm>
              <a:off x="5544700" y="3358375"/>
              <a:ext cx="19175" cy="10000"/>
            </a:xfrm>
            <a:custGeom>
              <a:avLst/>
              <a:gdLst/>
              <a:ahLst/>
              <a:cxnLst/>
              <a:rect l="l" t="t" r="r" b="b"/>
              <a:pathLst>
                <a:path w="767" h="400" extrusionOk="0">
                  <a:moveTo>
                    <a:pt x="123" y="0"/>
                  </a:moveTo>
                  <a:cubicBezTo>
                    <a:pt x="79" y="0"/>
                    <a:pt x="37" y="28"/>
                    <a:pt x="22" y="72"/>
                  </a:cubicBezTo>
                  <a:cubicBezTo>
                    <a:pt x="1" y="127"/>
                    <a:pt x="31" y="186"/>
                    <a:pt x="86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3" y="246"/>
                  </a:cubicBezTo>
                  <a:lnTo>
                    <a:pt x="342" y="305"/>
                  </a:lnTo>
                  <a:cubicBezTo>
                    <a:pt x="354" y="310"/>
                    <a:pt x="367" y="311"/>
                    <a:pt x="379" y="311"/>
                  </a:cubicBezTo>
                  <a:lnTo>
                    <a:pt x="610" y="393"/>
                  </a:lnTo>
                  <a:cubicBezTo>
                    <a:pt x="622" y="398"/>
                    <a:pt x="634" y="399"/>
                    <a:pt x="646" y="399"/>
                  </a:cubicBezTo>
                  <a:cubicBezTo>
                    <a:pt x="690" y="399"/>
                    <a:pt x="730" y="372"/>
                    <a:pt x="747" y="328"/>
                  </a:cubicBezTo>
                  <a:cubicBezTo>
                    <a:pt x="766" y="273"/>
                    <a:pt x="738" y="212"/>
                    <a:pt x="681" y="192"/>
                  </a:cubicBezTo>
                  <a:lnTo>
                    <a:pt x="439" y="104"/>
                  </a:lnTo>
                  <a:cubicBezTo>
                    <a:pt x="436" y="103"/>
                    <a:pt x="431" y="101"/>
                    <a:pt x="428" y="101"/>
                  </a:cubicBezTo>
                  <a:lnTo>
                    <a:pt x="285" y="52"/>
                  </a:lnTo>
                  <a:cubicBezTo>
                    <a:pt x="281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6" y="2"/>
                    <a:pt x="134" y="0"/>
                    <a:pt x="1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0">
              <a:extLst>
                <a:ext uri="{FF2B5EF4-FFF2-40B4-BE49-F238E27FC236}">
                  <a16:creationId xmlns:a16="http://schemas.microsoft.com/office/drawing/2014/main" id="{57536EAC-4894-4615-A416-421CC31B2A25}"/>
                </a:ext>
              </a:extLst>
            </p:cNvPr>
            <p:cNvSpPr/>
            <p:nvPr/>
          </p:nvSpPr>
          <p:spPr>
            <a:xfrm>
              <a:off x="5568450" y="3367225"/>
              <a:ext cx="5475" cy="5350"/>
            </a:xfrm>
            <a:custGeom>
              <a:avLst/>
              <a:gdLst/>
              <a:ahLst/>
              <a:cxnLst/>
              <a:rect l="l" t="t" r="r" b="b"/>
              <a:pathLst>
                <a:path w="219" h="214" extrusionOk="0">
                  <a:moveTo>
                    <a:pt x="102" y="1"/>
                  </a:moveTo>
                  <a:cubicBezTo>
                    <a:pt x="43" y="1"/>
                    <a:pt x="1" y="48"/>
                    <a:pt x="1" y="108"/>
                  </a:cubicBezTo>
                  <a:cubicBezTo>
                    <a:pt x="1" y="166"/>
                    <a:pt x="53" y="213"/>
                    <a:pt x="113" y="213"/>
                  </a:cubicBezTo>
                  <a:cubicBezTo>
                    <a:pt x="171" y="213"/>
                    <a:pt x="218" y="166"/>
                    <a:pt x="218" y="108"/>
                  </a:cubicBezTo>
                  <a:cubicBezTo>
                    <a:pt x="218" y="48"/>
                    <a:pt x="171" y="1"/>
                    <a:pt x="1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0">
              <a:extLst>
                <a:ext uri="{FF2B5EF4-FFF2-40B4-BE49-F238E27FC236}">
                  <a16:creationId xmlns:a16="http://schemas.microsoft.com/office/drawing/2014/main" id="{E3376962-11BA-A187-E59A-982C94170F53}"/>
                </a:ext>
              </a:extLst>
            </p:cNvPr>
            <p:cNvSpPr/>
            <p:nvPr/>
          </p:nvSpPr>
          <p:spPr>
            <a:xfrm>
              <a:off x="5533550" y="3356100"/>
              <a:ext cx="3975" cy="1325"/>
            </a:xfrm>
            <a:custGeom>
              <a:avLst/>
              <a:gdLst/>
              <a:ahLst/>
              <a:cxnLst/>
              <a:rect l="l" t="t" r="r" b="b"/>
              <a:pathLst>
                <a:path w="159" h="53" extrusionOk="0">
                  <a:moveTo>
                    <a:pt x="158" y="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0">
              <a:extLst>
                <a:ext uri="{FF2B5EF4-FFF2-40B4-BE49-F238E27FC236}">
                  <a16:creationId xmlns:a16="http://schemas.microsoft.com/office/drawing/2014/main" id="{EDA46D58-F406-E33F-20CD-AFDD168B512C}"/>
                </a:ext>
              </a:extLst>
            </p:cNvPr>
            <p:cNvSpPr/>
            <p:nvPr/>
          </p:nvSpPr>
          <p:spPr>
            <a:xfrm>
              <a:off x="5530900" y="3353425"/>
              <a:ext cx="9300" cy="6675"/>
            </a:xfrm>
            <a:custGeom>
              <a:avLst/>
              <a:gdLst/>
              <a:ahLst/>
              <a:cxnLst/>
              <a:rect l="l" t="t" r="r" b="b"/>
              <a:pathLst>
                <a:path w="372" h="267" extrusionOk="0">
                  <a:moveTo>
                    <a:pt x="106" y="0"/>
                  </a:moveTo>
                  <a:cubicBezTo>
                    <a:pt x="62" y="0"/>
                    <a:pt x="20" y="28"/>
                    <a:pt x="5" y="73"/>
                  </a:cubicBezTo>
                  <a:cubicBezTo>
                    <a:pt x="2" y="83"/>
                    <a:pt x="1" y="95"/>
                    <a:pt x="1" y="107"/>
                  </a:cubicBezTo>
                  <a:cubicBezTo>
                    <a:pt x="1" y="152"/>
                    <a:pt x="27" y="192"/>
                    <a:pt x="72" y="207"/>
                  </a:cubicBezTo>
                  <a:lnTo>
                    <a:pt x="230" y="261"/>
                  </a:lnTo>
                  <a:cubicBezTo>
                    <a:pt x="242" y="265"/>
                    <a:pt x="254" y="267"/>
                    <a:pt x="264" y="267"/>
                  </a:cubicBezTo>
                  <a:cubicBezTo>
                    <a:pt x="309" y="267"/>
                    <a:pt x="350" y="238"/>
                    <a:pt x="365" y="194"/>
                  </a:cubicBezTo>
                  <a:cubicBezTo>
                    <a:pt x="368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298" y="60"/>
                  </a:cubicBezTo>
                  <a:lnTo>
                    <a:pt x="140" y="6"/>
                  </a:lnTo>
                  <a:cubicBezTo>
                    <a:pt x="129" y="2"/>
                    <a:pt x="117" y="0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0">
              <a:extLst>
                <a:ext uri="{FF2B5EF4-FFF2-40B4-BE49-F238E27FC236}">
                  <a16:creationId xmlns:a16="http://schemas.microsoft.com/office/drawing/2014/main" id="{A3DA4F17-D171-5578-BE89-09146F018DC7}"/>
                </a:ext>
              </a:extLst>
            </p:cNvPr>
            <p:cNvSpPr/>
            <p:nvPr/>
          </p:nvSpPr>
          <p:spPr>
            <a:xfrm>
              <a:off x="5562700" y="3366625"/>
              <a:ext cx="10950" cy="4050"/>
            </a:xfrm>
            <a:custGeom>
              <a:avLst/>
              <a:gdLst/>
              <a:ahLst/>
              <a:cxnLst/>
              <a:rect l="l" t="t" r="r" b="b"/>
              <a:pathLst>
                <a:path w="438" h="162" extrusionOk="0">
                  <a:moveTo>
                    <a:pt x="0" y="1"/>
                  </a:moveTo>
                  <a:lnTo>
                    <a:pt x="143" y="56"/>
                  </a:lnTo>
                  <a:lnTo>
                    <a:pt x="189" y="64"/>
                  </a:lnTo>
                  <a:lnTo>
                    <a:pt x="189" y="64"/>
                  </a:lnTo>
                  <a:lnTo>
                    <a:pt x="438" y="161"/>
                  </a:lnTo>
                  <a:lnTo>
                    <a:pt x="310" y="111"/>
                  </a:lnTo>
                  <a:lnTo>
                    <a:pt x="214" y="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0">
              <a:extLst>
                <a:ext uri="{FF2B5EF4-FFF2-40B4-BE49-F238E27FC236}">
                  <a16:creationId xmlns:a16="http://schemas.microsoft.com/office/drawing/2014/main" id="{27A215A6-F023-4CAE-E7B1-B24C8FBBFB50}"/>
                </a:ext>
              </a:extLst>
            </p:cNvPr>
            <p:cNvSpPr/>
            <p:nvPr/>
          </p:nvSpPr>
          <p:spPr>
            <a:xfrm>
              <a:off x="5558975" y="3363325"/>
              <a:ext cx="17700" cy="10000"/>
            </a:xfrm>
            <a:custGeom>
              <a:avLst/>
              <a:gdLst/>
              <a:ahLst/>
              <a:cxnLst/>
              <a:rect l="l" t="t" r="r" b="b"/>
              <a:pathLst>
                <a:path w="708" h="400" extrusionOk="0">
                  <a:moveTo>
                    <a:pt x="108" y="1"/>
                  </a:moveTo>
                  <a:cubicBezTo>
                    <a:pt x="64" y="1"/>
                    <a:pt x="24" y="26"/>
                    <a:pt x="8" y="69"/>
                  </a:cubicBezTo>
                  <a:cubicBezTo>
                    <a:pt x="3" y="81"/>
                    <a:pt x="0" y="94"/>
                    <a:pt x="0" y="107"/>
                  </a:cubicBezTo>
                  <a:cubicBezTo>
                    <a:pt x="0" y="151"/>
                    <a:pt x="27" y="191"/>
                    <a:pt x="69" y="207"/>
                  </a:cubicBezTo>
                  <a:lnTo>
                    <a:pt x="76" y="210"/>
                  </a:lnTo>
                  <a:cubicBezTo>
                    <a:pt x="85" y="219"/>
                    <a:pt x="98" y="226"/>
                    <a:pt x="112" y="232"/>
                  </a:cubicBezTo>
                  <a:lnTo>
                    <a:pt x="550" y="392"/>
                  </a:lnTo>
                  <a:cubicBezTo>
                    <a:pt x="561" y="398"/>
                    <a:pt x="575" y="399"/>
                    <a:pt x="587" y="399"/>
                  </a:cubicBezTo>
                  <a:cubicBezTo>
                    <a:pt x="630" y="399"/>
                    <a:pt x="670" y="374"/>
                    <a:pt x="687" y="331"/>
                  </a:cubicBezTo>
                  <a:cubicBezTo>
                    <a:pt x="707" y="276"/>
                    <a:pt x="681" y="215"/>
                    <a:pt x="626" y="194"/>
                  </a:cubicBezTo>
                  <a:lnTo>
                    <a:pt x="146" y="8"/>
                  </a:lnTo>
                  <a:cubicBezTo>
                    <a:pt x="133" y="3"/>
                    <a:pt x="120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0">
              <a:extLst>
                <a:ext uri="{FF2B5EF4-FFF2-40B4-BE49-F238E27FC236}">
                  <a16:creationId xmlns:a16="http://schemas.microsoft.com/office/drawing/2014/main" id="{EC1C5C2E-7C97-8F03-9FC5-6F6395B6E972}"/>
                </a:ext>
              </a:extLst>
            </p:cNvPr>
            <p:cNvSpPr/>
            <p:nvPr/>
          </p:nvSpPr>
          <p:spPr>
            <a:xfrm>
              <a:off x="5537500" y="3357350"/>
              <a:ext cx="9725" cy="3450"/>
            </a:xfrm>
            <a:custGeom>
              <a:avLst/>
              <a:gdLst/>
              <a:ahLst/>
              <a:cxnLst/>
              <a:rect l="l" t="t" r="r" b="b"/>
              <a:pathLst>
                <a:path w="389" h="138" extrusionOk="0">
                  <a:moveTo>
                    <a:pt x="0" y="1"/>
                  </a:moveTo>
                  <a:lnTo>
                    <a:pt x="139" y="52"/>
                  </a:lnTo>
                  <a:lnTo>
                    <a:pt x="389" y="138"/>
                  </a:lnTo>
                  <a:lnTo>
                    <a:pt x="295" y="105"/>
                  </a:lnTo>
                  <a:lnTo>
                    <a:pt x="213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0">
              <a:extLst>
                <a:ext uri="{FF2B5EF4-FFF2-40B4-BE49-F238E27FC236}">
                  <a16:creationId xmlns:a16="http://schemas.microsoft.com/office/drawing/2014/main" id="{44859611-D694-D9F3-2C22-39943289B6BC}"/>
                </a:ext>
              </a:extLst>
            </p:cNvPr>
            <p:cNvSpPr/>
            <p:nvPr/>
          </p:nvSpPr>
          <p:spPr>
            <a:xfrm>
              <a:off x="5534475" y="3354675"/>
              <a:ext cx="15725" cy="8775"/>
            </a:xfrm>
            <a:custGeom>
              <a:avLst/>
              <a:gdLst/>
              <a:ahLst/>
              <a:cxnLst/>
              <a:rect l="l" t="t" r="r" b="b"/>
              <a:pathLst>
                <a:path w="629" h="351" extrusionOk="0">
                  <a:moveTo>
                    <a:pt x="122" y="1"/>
                  </a:moveTo>
                  <a:cubicBezTo>
                    <a:pt x="77" y="1"/>
                    <a:pt x="37" y="29"/>
                    <a:pt x="21" y="72"/>
                  </a:cubicBezTo>
                  <a:cubicBezTo>
                    <a:pt x="0" y="127"/>
                    <a:pt x="29" y="188"/>
                    <a:pt x="84" y="208"/>
                  </a:cubicBezTo>
                  <a:lnTo>
                    <a:pt x="222" y="260"/>
                  </a:lnTo>
                  <a:lnTo>
                    <a:pt x="225" y="260"/>
                  </a:lnTo>
                  <a:lnTo>
                    <a:pt x="475" y="345"/>
                  </a:lnTo>
                  <a:cubicBezTo>
                    <a:pt x="487" y="349"/>
                    <a:pt x="498" y="351"/>
                    <a:pt x="510" y="351"/>
                  </a:cubicBezTo>
                  <a:cubicBezTo>
                    <a:pt x="554" y="351"/>
                    <a:pt x="595" y="324"/>
                    <a:pt x="611" y="279"/>
                  </a:cubicBezTo>
                  <a:cubicBezTo>
                    <a:pt x="629" y="223"/>
                    <a:pt x="599" y="163"/>
                    <a:pt x="544" y="144"/>
                  </a:cubicBezTo>
                  <a:lnTo>
                    <a:pt x="157" y="7"/>
                  </a:lnTo>
                  <a:cubicBezTo>
                    <a:pt x="145" y="3"/>
                    <a:pt x="133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0">
              <a:extLst>
                <a:ext uri="{FF2B5EF4-FFF2-40B4-BE49-F238E27FC236}">
                  <a16:creationId xmlns:a16="http://schemas.microsoft.com/office/drawing/2014/main" id="{6B20AE9D-45A7-C4AB-C655-C9834CE9FBAE}"/>
                </a:ext>
              </a:extLst>
            </p:cNvPr>
            <p:cNvSpPr/>
            <p:nvPr/>
          </p:nvSpPr>
          <p:spPr>
            <a:xfrm>
              <a:off x="4971100" y="4267275"/>
              <a:ext cx="161750" cy="148075"/>
            </a:xfrm>
            <a:custGeom>
              <a:avLst/>
              <a:gdLst/>
              <a:ahLst/>
              <a:cxnLst/>
              <a:rect l="l" t="t" r="r" b="b"/>
              <a:pathLst>
                <a:path w="6470" h="5923" extrusionOk="0">
                  <a:moveTo>
                    <a:pt x="934" y="1"/>
                  </a:moveTo>
                  <a:cubicBezTo>
                    <a:pt x="419" y="1"/>
                    <a:pt x="51" y="111"/>
                    <a:pt x="51" y="111"/>
                  </a:cubicBezTo>
                  <a:lnTo>
                    <a:pt x="20" y="111"/>
                  </a:lnTo>
                  <a:cubicBezTo>
                    <a:pt x="0" y="314"/>
                    <a:pt x="35" y="518"/>
                    <a:pt x="118" y="704"/>
                  </a:cubicBezTo>
                  <a:cubicBezTo>
                    <a:pt x="481" y="1673"/>
                    <a:pt x="2060" y="5923"/>
                    <a:pt x="2060" y="5923"/>
                  </a:cubicBezTo>
                  <a:cubicBezTo>
                    <a:pt x="2060" y="5923"/>
                    <a:pt x="5472" y="4926"/>
                    <a:pt x="5971" y="3941"/>
                  </a:cubicBezTo>
                  <a:cubicBezTo>
                    <a:pt x="6470" y="2955"/>
                    <a:pt x="3505" y="970"/>
                    <a:pt x="2396" y="358"/>
                  </a:cubicBezTo>
                  <a:lnTo>
                    <a:pt x="2398" y="358"/>
                  </a:lnTo>
                  <a:cubicBezTo>
                    <a:pt x="1893" y="77"/>
                    <a:pt x="1363" y="1"/>
                    <a:pt x="9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0">
              <a:extLst>
                <a:ext uri="{FF2B5EF4-FFF2-40B4-BE49-F238E27FC236}">
                  <a16:creationId xmlns:a16="http://schemas.microsoft.com/office/drawing/2014/main" id="{F1D6FE5C-70C7-EF5E-82A4-50FB87E02C45}"/>
                </a:ext>
              </a:extLst>
            </p:cNvPr>
            <p:cNvSpPr/>
            <p:nvPr/>
          </p:nvSpPr>
          <p:spPr>
            <a:xfrm>
              <a:off x="4968425" y="4264550"/>
              <a:ext cx="170700" cy="153450"/>
            </a:xfrm>
            <a:custGeom>
              <a:avLst/>
              <a:gdLst/>
              <a:ahLst/>
              <a:cxnLst/>
              <a:rect l="l" t="t" r="r" b="b"/>
              <a:pathLst>
                <a:path w="6828" h="6138" extrusionOk="0">
                  <a:moveTo>
                    <a:pt x="1041" y="217"/>
                  </a:moveTo>
                  <a:cubicBezTo>
                    <a:pt x="1456" y="217"/>
                    <a:pt x="1968" y="290"/>
                    <a:pt x="2453" y="560"/>
                  </a:cubicBezTo>
                  <a:cubicBezTo>
                    <a:pt x="3845" y="1329"/>
                    <a:pt x="6395" y="3188"/>
                    <a:pt x="5983" y="4002"/>
                  </a:cubicBezTo>
                  <a:cubicBezTo>
                    <a:pt x="5555" y="4845"/>
                    <a:pt x="2783" y="5731"/>
                    <a:pt x="2232" y="5900"/>
                  </a:cubicBezTo>
                  <a:cubicBezTo>
                    <a:pt x="1998" y="5271"/>
                    <a:pt x="657" y="1660"/>
                    <a:pt x="322" y="770"/>
                  </a:cubicBezTo>
                  <a:cubicBezTo>
                    <a:pt x="258" y="625"/>
                    <a:pt x="225" y="469"/>
                    <a:pt x="228" y="311"/>
                  </a:cubicBezTo>
                  <a:cubicBezTo>
                    <a:pt x="334" y="285"/>
                    <a:pt x="642" y="217"/>
                    <a:pt x="1041" y="217"/>
                  </a:cubicBezTo>
                  <a:close/>
                  <a:moveTo>
                    <a:pt x="1043" y="1"/>
                  </a:moveTo>
                  <a:cubicBezTo>
                    <a:pt x="574" y="1"/>
                    <a:pt x="224" y="91"/>
                    <a:pt x="143" y="113"/>
                  </a:cubicBezTo>
                  <a:lnTo>
                    <a:pt x="127" y="113"/>
                  </a:lnTo>
                  <a:cubicBezTo>
                    <a:pt x="72" y="113"/>
                    <a:pt x="26" y="155"/>
                    <a:pt x="20" y="210"/>
                  </a:cubicBezTo>
                  <a:cubicBezTo>
                    <a:pt x="0" y="430"/>
                    <a:pt x="37" y="653"/>
                    <a:pt x="125" y="850"/>
                  </a:cubicBezTo>
                  <a:cubicBezTo>
                    <a:pt x="490" y="1821"/>
                    <a:pt x="2067" y="6067"/>
                    <a:pt x="2067" y="6067"/>
                  </a:cubicBezTo>
                  <a:cubicBezTo>
                    <a:pt x="2083" y="6110"/>
                    <a:pt x="2123" y="6137"/>
                    <a:pt x="2167" y="6137"/>
                  </a:cubicBezTo>
                  <a:cubicBezTo>
                    <a:pt x="2177" y="6137"/>
                    <a:pt x="2188" y="6136"/>
                    <a:pt x="2198" y="6133"/>
                  </a:cubicBezTo>
                  <a:cubicBezTo>
                    <a:pt x="2338" y="6093"/>
                    <a:pt x="5660" y="5113"/>
                    <a:pt x="6173" y="4097"/>
                  </a:cubicBezTo>
                  <a:cubicBezTo>
                    <a:pt x="6827" y="2809"/>
                    <a:pt x="2621" y="409"/>
                    <a:pt x="2557" y="374"/>
                  </a:cubicBezTo>
                  <a:cubicBezTo>
                    <a:pt x="2032" y="81"/>
                    <a:pt x="1485" y="1"/>
                    <a:pt x="10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0">
              <a:extLst>
                <a:ext uri="{FF2B5EF4-FFF2-40B4-BE49-F238E27FC236}">
                  <a16:creationId xmlns:a16="http://schemas.microsoft.com/office/drawing/2014/main" id="{DFD18A93-86AD-DA17-2A87-8EB65A9502DE}"/>
                </a:ext>
              </a:extLst>
            </p:cNvPr>
            <p:cNvSpPr/>
            <p:nvPr/>
          </p:nvSpPr>
          <p:spPr>
            <a:xfrm>
              <a:off x="4995300" y="4478750"/>
              <a:ext cx="171175" cy="62525"/>
            </a:xfrm>
            <a:custGeom>
              <a:avLst/>
              <a:gdLst/>
              <a:ahLst/>
              <a:cxnLst/>
              <a:rect l="l" t="t" r="r" b="b"/>
              <a:pathLst>
                <a:path w="6847" h="2501" extrusionOk="0">
                  <a:moveTo>
                    <a:pt x="1399" y="0"/>
                  </a:moveTo>
                  <a:cubicBezTo>
                    <a:pt x="534" y="0"/>
                    <a:pt x="0" y="242"/>
                    <a:pt x="0" y="242"/>
                  </a:cubicBezTo>
                  <a:cubicBezTo>
                    <a:pt x="176" y="2054"/>
                    <a:pt x="1089" y="2501"/>
                    <a:pt x="1089" y="2501"/>
                  </a:cubicBezTo>
                  <a:lnTo>
                    <a:pt x="6846" y="2501"/>
                  </a:lnTo>
                  <a:cubicBezTo>
                    <a:pt x="5870" y="1707"/>
                    <a:pt x="4795" y="1044"/>
                    <a:pt x="3647" y="528"/>
                  </a:cubicBezTo>
                  <a:cubicBezTo>
                    <a:pt x="2781" y="120"/>
                    <a:pt x="2008" y="0"/>
                    <a:pt x="13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0">
              <a:extLst>
                <a:ext uri="{FF2B5EF4-FFF2-40B4-BE49-F238E27FC236}">
                  <a16:creationId xmlns:a16="http://schemas.microsoft.com/office/drawing/2014/main" id="{A36607BA-5A87-0371-7CAE-17C044A60EC7}"/>
                </a:ext>
              </a:extLst>
            </p:cNvPr>
            <p:cNvSpPr/>
            <p:nvPr/>
          </p:nvSpPr>
          <p:spPr>
            <a:xfrm>
              <a:off x="4992550" y="4476000"/>
              <a:ext cx="176800" cy="67925"/>
            </a:xfrm>
            <a:custGeom>
              <a:avLst/>
              <a:gdLst/>
              <a:ahLst/>
              <a:cxnLst/>
              <a:rect l="l" t="t" r="r" b="b"/>
              <a:pathLst>
                <a:path w="7072" h="2717" extrusionOk="0">
                  <a:moveTo>
                    <a:pt x="1511" y="219"/>
                  </a:moveTo>
                  <a:cubicBezTo>
                    <a:pt x="2108" y="219"/>
                    <a:pt x="2867" y="336"/>
                    <a:pt x="3713" y="735"/>
                  </a:cubicBezTo>
                  <a:cubicBezTo>
                    <a:pt x="4759" y="1207"/>
                    <a:pt x="5746" y="1801"/>
                    <a:pt x="6650" y="2503"/>
                  </a:cubicBezTo>
                  <a:lnTo>
                    <a:pt x="1225" y="2503"/>
                  </a:lnTo>
                  <a:cubicBezTo>
                    <a:pt x="1099" y="2427"/>
                    <a:pt x="393" y="1935"/>
                    <a:pt x="225" y="422"/>
                  </a:cubicBezTo>
                  <a:cubicBezTo>
                    <a:pt x="393" y="360"/>
                    <a:pt x="855" y="219"/>
                    <a:pt x="1511" y="219"/>
                  </a:cubicBezTo>
                  <a:close/>
                  <a:moveTo>
                    <a:pt x="1507" y="1"/>
                  </a:moveTo>
                  <a:cubicBezTo>
                    <a:pt x="645" y="1"/>
                    <a:pt x="104" y="238"/>
                    <a:pt x="66" y="255"/>
                  </a:cubicBezTo>
                  <a:cubicBezTo>
                    <a:pt x="25" y="273"/>
                    <a:pt x="0" y="316"/>
                    <a:pt x="5" y="362"/>
                  </a:cubicBezTo>
                  <a:cubicBezTo>
                    <a:pt x="183" y="2213"/>
                    <a:pt x="1112" y="2687"/>
                    <a:pt x="1151" y="2706"/>
                  </a:cubicBezTo>
                  <a:cubicBezTo>
                    <a:pt x="1166" y="2713"/>
                    <a:pt x="1182" y="2716"/>
                    <a:pt x="1199" y="2716"/>
                  </a:cubicBezTo>
                  <a:lnTo>
                    <a:pt x="6956" y="2716"/>
                  </a:lnTo>
                  <a:cubicBezTo>
                    <a:pt x="7001" y="2716"/>
                    <a:pt x="7041" y="2688"/>
                    <a:pt x="7056" y="2645"/>
                  </a:cubicBezTo>
                  <a:cubicBezTo>
                    <a:pt x="7071" y="2603"/>
                    <a:pt x="7058" y="2555"/>
                    <a:pt x="7023" y="2527"/>
                  </a:cubicBezTo>
                  <a:cubicBezTo>
                    <a:pt x="6039" y="1729"/>
                    <a:pt x="4955" y="1061"/>
                    <a:pt x="3803" y="541"/>
                  </a:cubicBezTo>
                  <a:cubicBezTo>
                    <a:pt x="2916" y="124"/>
                    <a:pt x="2128" y="1"/>
                    <a:pt x="15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0">
              <a:extLst>
                <a:ext uri="{FF2B5EF4-FFF2-40B4-BE49-F238E27FC236}">
                  <a16:creationId xmlns:a16="http://schemas.microsoft.com/office/drawing/2014/main" id="{9374DE84-762F-673C-F62E-E8696E5A2DE5}"/>
                </a:ext>
              </a:extLst>
            </p:cNvPr>
            <p:cNvSpPr/>
            <p:nvPr/>
          </p:nvSpPr>
          <p:spPr>
            <a:xfrm>
              <a:off x="5000125" y="4541250"/>
              <a:ext cx="166525" cy="107375"/>
            </a:xfrm>
            <a:custGeom>
              <a:avLst/>
              <a:gdLst/>
              <a:ahLst/>
              <a:cxnLst/>
              <a:rect l="l" t="t" r="r" b="b"/>
              <a:pathLst>
                <a:path w="6661" h="4295" extrusionOk="0">
                  <a:moveTo>
                    <a:pt x="899" y="1"/>
                  </a:moveTo>
                  <a:cubicBezTo>
                    <a:pt x="899" y="1"/>
                    <a:pt x="1" y="371"/>
                    <a:pt x="370" y="1851"/>
                  </a:cubicBezTo>
                  <a:cubicBezTo>
                    <a:pt x="739" y="3331"/>
                    <a:pt x="2234" y="4295"/>
                    <a:pt x="2234" y="4295"/>
                  </a:cubicBezTo>
                  <a:cubicBezTo>
                    <a:pt x="2234" y="4295"/>
                    <a:pt x="6286" y="3948"/>
                    <a:pt x="6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0">
              <a:extLst>
                <a:ext uri="{FF2B5EF4-FFF2-40B4-BE49-F238E27FC236}">
                  <a16:creationId xmlns:a16="http://schemas.microsoft.com/office/drawing/2014/main" id="{5ED7C219-D1A5-546B-F029-62A0489C3200}"/>
                </a:ext>
              </a:extLst>
            </p:cNvPr>
            <p:cNvSpPr/>
            <p:nvPr/>
          </p:nvSpPr>
          <p:spPr>
            <a:xfrm>
              <a:off x="4997125" y="4538575"/>
              <a:ext cx="172275" cy="112725"/>
            </a:xfrm>
            <a:custGeom>
              <a:avLst/>
              <a:gdLst/>
              <a:ahLst/>
              <a:cxnLst/>
              <a:rect l="l" t="t" r="r" b="b"/>
              <a:pathLst>
                <a:path w="6891" h="4509" extrusionOk="0">
                  <a:moveTo>
                    <a:pt x="6663" y="213"/>
                  </a:moveTo>
                  <a:cubicBezTo>
                    <a:pt x="6252" y="3764"/>
                    <a:pt x="2804" y="4247"/>
                    <a:pt x="2383" y="4291"/>
                  </a:cubicBezTo>
                  <a:cubicBezTo>
                    <a:pt x="2171" y="4147"/>
                    <a:pt x="920" y="3240"/>
                    <a:pt x="594" y="1933"/>
                  </a:cubicBezTo>
                  <a:cubicBezTo>
                    <a:pt x="277" y="664"/>
                    <a:pt x="923" y="274"/>
                    <a:pt x="1042" y="213"/>
                  </a:cubicBezTo>
                  <a:close/>
                  <a:moveTo>
                    <a:pt x="1019" y="0"/>
                  </a:moveTo>
                  <a:cubicBezTo>
                    <a:pt x="1005" y="0"/>
                    <a:pt x="992" y="3"/>
                    <a:pt x="978" y="9"/>
                  </a:cubicBezTo>
                  <a:cubicBezTo>
                    <a:pt x="968" y="12"/>
                    <a:pt x="0" y="432"/>
                    <a:pt x="387" y="1984"/>
                  </a:cubicBezTo>
                  <a:cubicBezTo>
                    <a:pt x="761" y="3487"/>
                    <a:pt x="2234" y="4451"/>
                    <a:pt x="2296" y="4491"/>
                  </a:cubicBezTo>
                  <a:cubicBezTo>
                    <a:pt x="2314" y="4503"/>
                    <a:pt x="2333" y="4509"/>
                    <a:pt x="2354" y="4509"/>
                  </a:cubicBezTo>
                  <a:lnTo>
                    <a:pt x="2363" y="4509"/>
                  </a:lnTo>
                  <a:cubicBezTo>
                    <a:pt x="2405" y="4504"/>
                    <a:pt x="6508" y="4107"/>
                    <a:pt x="6888" y="117"/>
                  </a:cubicBezTo>
                  <a:cubicBezTo>
                    <a:pt x="6891" y="87"/>
                    <a:pt x="6881" y="57"/>
                    <a:pt x="6860" y="36"/>
                  </a:cubicBezTo>
                  <a:cubicBezTo>
                    <a:pt x="6840" y="14"/>
                    <a:pt x="6812" y="0"/>
                    <a:pt x="67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0">
              <a:extLst>
                <a:ext uri="{FF2B5EF4-FFF2-40B4-BE49-F238E27FC236}">
                  <a16:creationId xmlns:a16="http://schemas.microsoft.com/office/drawing/2014/main" id="{81CF02DA-0DC6-6587-F445-612983FEA596}"/>
                </a:ext>
              </a:extLst>
            </p:cNvPr>
            <p:cNvSpPr/>
            <p:nvPr/>
          </p:nvSpPr>
          <p:spPr>
            <a:xfrm>
              <a:off x="5724950" y="3496975"/>
              <a:ext cx="33700" cy="8300"/>
            </a:xfrm>
            <a:custGeom>
              <a:avLst/>
              <a:gdLst/>
              <a:ahLst/>
              <a:cxnLst/>
              <a:rect l="l" t="t" r="r" b="b"/>
              <a:pathLst>
                <a:path w="1348" h="332" extrusionOk="0">
                  <a:moveTo>
                    <a:pt x="0" y="1"/>
                  </a:moveTo>
                  <a:lnTo>
                    <a:pt x="1348" y="331"/>
                  </a:lnTo>
                  <a:cubicBezTo>
                    <a:pt x="1178" y="214"/>
                    <a:pt x="694" y="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0">
              <a:extLst>
                <a:ext uri="{FF2B5EF4-FFF2-40B4-BE49-F238E27FC236}">
                  <a16:creationId xmlns:a16="http://schemas.microsoft.com/office/drawing/2014/main" id="{3015BD35-4A0F-FBF6-38D6-E6FA61304712}"/>
                </a:ext>
              </a:extLst>
            </p:cNvPr>
            <p:cNvSpPr/>
            <p:nvPr/>
          </p:nvSpPr>
          <p:spPr>
            <a:xfrm>
              <a:off x="5724650" y="3494350"/>
              <a:ext cx="35525" cy="13125"/>
            </a:xfrm>
            <a:custGeom>
              <a:avLst/>
              <a:gdLst/>
              <a:ahLst/>
              <a:cxnLst/>
              <a:rect l="l" t="t" r="r" b="b"/>
              <a:pathLst>
                <a:path w="1421" h="525" extrusionOk="0">
                  <a:moveTo>
                    <a:pt x="24" y="0"/>
                  </a:moveTo>
                  <a:lnTo>
                    <a:pt x="0" y="212"/>
                  </a:lnTo>
                  <a:cubicBezTo>
                    <a:pt x="752" y="300"/>
                    <a:pt x="1171" y="435"/>
                    <a:pt x="1300" y="524"/>
                  </a:cubicBezTo>
                  <a:lnTo>
                    <a:pt x="1421" y="349"/>
                  </a:lnTo>
                  <a:cubicBezTo>
                    <a:pt x="1217" y="209"/>
                    <a:pt x="696" y="79"/>
                    <a:pt x="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0">
              <a:extLst>
                <a:ext uri="{FF2B5EF4-FFF2-40B4-BE49-F238E27FC236}">
                  <a16:creationId xmlns:a16="http://schemas.microsoft.com/office/drawing/2014/main" id="{A472227F-04A1-7E42-D8FF-B7020A7C1C1E}"/>
                </a:ext>
              </a:extLst>
            </p:cNvPr>
            <p:cNvSpPr/>
            <p:nvPr/>
          </p:nvSpPr>
          <p:spPr>
            <a:xfrm>
              <a:off x="5336850" y="3492075"/>
              <a:ext cx="365525" cy="420525"/>
            </a:xfrm>
            <a:custGeom>
              <a:avLst/>
              <a:gdLst/>
              <a:ahLst/>
              <a:cxnLst/>
              <a:rect l="l" t="t" r="r" b="b"/>
              <a:pathLst>
                <a:path w="14621" h="16821" extrusionOk="0">
                  <a:moveTo>
                    <a:pt x="13860" y="1"/>
                  </a:moveTo>
                  <a:cubicBezTo>
                    <a:pt x="10178" y="1"/>
                    <a:pt x="5660" y="1210"/>
                    <a:pt x="3209" y="4661"/>
                  </a:cubicBezTo>
                  <a:cubicBezTo>
                    <a:pt x="376" y="8651"/>
                    <a:pt x="1" y="13993"/>
                    <a:pt x="29" y="16821"/>
                  </a:cubicBezTo>
                  <a:lnTo>
                    <a:pt x="242" y="16819"/>
                  </a:lnTo>
                  <a:cubicBezTo>
                    <a:pt x="214" y="14016"/>
                    <a:pt x="584" y="8726"/>
                    <a:pt x="3384" y="4784"/>
                  </a:cubicBezTo>
                  <a:cubicBezTo>
                    <a:pt x="6328" y="636"/>
                    <a:pt x="11869" y="218"/>
                    <a:pt x="13983" y="218"/>
                  </a:cubicBezTo>
                  <a:cubicBezTo>
                    <a:pt x="14251" y="218"/>
                    <a:pt x="14465" y="224"/>
                    <a:pt x="14610" y="231"/>
                  </a:cubicBezTo>
                  <a:lnTo>
                    <a:pt x="14621" y="18"/>
                  </a:lnTo>
                  <a:cubicBezTo>
                    <a:pt x="14372" y="7"/>
                    <a:pt x="14118" y="1"/>
                    <a:pt x="13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0">
              <a:extLst>
                <a:ext uri="{FF2B5EF4-FFF2-40B4-BE49-F238E27FC236}">
                  <a16:creationId xmlns:a16="http://schemas.microsoft.com/office/drawing/2014/main" id="{6B49A4DD-83A5-37C7-1B0F-94D1157BD429}"/>
                </a:ext>
              </a:extLst>
            </p:cNvPr>
            <p:cNvSpPr/>
            <p:nvPr/>
          </p:nvSpPr>
          <p:spPr>
            <a:xfrm>
              <a:off x="5464725" y="4053000"/>
              <a:ext cx="149025" cy="5350"/>
            </a:xfrm>
            <a:custGeom>
              <a:avLst/>
              <a:gdLst/>
              <a:ahLst/>
              <a:cxnLst/>
              <a:rect l="l" t="t" r="r" b="b"/>
              <a:pathLst>
                <a:path w="5961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960" y="213"/>
                  </a:lnTo>
                  <a:lnTo>
                    <a:pt x="59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0">
              <a:extLst>
                <a:ext uri="{FF2B5EF4-FFF2-40B4-BE49-F238E27FC236}">
                  <a16:creationId xmlns:a16="http://schemas.microsoft.com/office/drawing/2014/main" id="{57FA1E1F-9721-621E-860B-14C9665385F0}"/>
                </a:ext>
              </a:extLst>
            </p:cNvPr>
            <p:cNvSpPr/>
            <p:nvPr/>
          </p:nvSpPr>
          <p:spPr>
            <a:xfrm>
              <a:off x="5706025" y="4032525"/>
              <a:ext cx="196275" cy="159975"/>
            </a:xfrm>
            <a:custGeom>
              <a:avLst/>
              <a:gdLst/>
              <a:ahLst/>
              <a:cxnLst/>
              <a:rect l="l" t="t" r="r" b="b"/>
              <a:pathLst>
                <a:path w="7851" h="6399" extrusionOk="0">
                  <a:moveTo>
                    <a:pt x="2216" y="0"/>
                  </a:moveTo>
                  <a:cubicBezTo>
                    <a:pt x="991" y="0"/>
                    <a:pt x="1" y="1436"/>
                    <a:pt x="1" y="3199"/>
                  </a:cubicBezTo>
                  <a:cubicBezTo>
                    <a:pt x="1" y="4963"/>
                    <a:pt x="993" y="6398"/>
                    <a:pt x="2216" y="6398"/>
                  </a:cubicBezTo>
                  <a:lnTo>
                    <a:pt x="7851" y="6398"/>
                  </a:lnTo>
                  <a:lnTo>
                    <a:pt x="785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0">
              <a:extLst>
                <a:ext uri="{FF2B5EF4-FFF2-40B4-BE49-F238E27FC236}">
                  <a16:creationId xmlns:a16="http://schemas.microsoft.com/office/drawing/2014/main" id="{25CCFB4B-AA58-F2B4-E6A0-B2A301C426EE}"/>
                </a:ext>
              </a:extLst>
            </p:cNvPr>
            <p:cNvSpPr/>
            <p:nvPr/>
          </p:nvSpPr>
          <p:spPr>
            <a:xfrm>
              <a:off x="5703350" y="4029850"/>
              <a:ext cx="201600" cy="165275"/>
            </a:xfrm>
            <a:custGeom>
              <a:avLst/>
              <a:gdLst/>
              <a:ahLst/>
              <a:cxnLst/>
              <a:rect l="l" t="t" r="r" b="b"/>
              <a:pathLst>
                <a:path w="8064" h="6611" extrusionOk="0">
                  <a:moveTo>
                    <a:pt x="7850" y="214"/>
                  </a:moveTo>
                  <a:lnTo>
                    <a:pt x="7850" y="6398"/>
                  </a:lnTo>
                  <a:lnTo>
                    <a:pt x="2323" y="6398"/>
                  </a:lnTo>
                  <a:cubicBezTo>
                    <a:pt x="1161" y="6398"/>
                    <a:pt x="214" y="5010"/>
                    <a:pt x="214" y="3306"/>
                  </a:cubicBezTo>
                  <a:cubicBezTo>
                    <a:pt x="214" y="1601"/>
                    <a:pt x="1161" y="214"/>
                    <a:pt x="2323" y="214"/>
                  </a:cubicBezTo>
                  <a:close/>
                  <a:moveTo>
                    <a:pt x="2323" y="0"/>
                  </a:moveTo>
                  <a:cubicBezTo>
                    <a:pt x="1043" y="0"/>
                    <a:pt x="1" y="1483"/>
                    <a:pt x="1" y="3306"/>
                  </a:cubicBezTo>
                  <a:cubicBezTo>
                    <a:pt x="1" y="5129"/>
                    <a:pt x="1043" y="6611"/>
                    <a:pt x="2323" y="6611"/>
                  </a:cubicBezTo>
                  <a:lnTo>
                    <a:pt x="7958" y="6611"/>
                  </a:lnTo>
                  <a:cubicBezTo>
                    <a:pt x="8016" y="6611"/>
                    <a:pt x="8063" y="6563"/>
                    <a:pt x="8063" y="6505"/>
                  </a:cubicBezTo>
                  <a:lnTo>
                    <a:pt x="8063" y="107"/>
                  </a:lnTo>
                  <a:cubicBezTo>
                    <a:pt x="8063" y="48"/>
                    <a:pt x="8016" y="0"/>
                    <a:pt x="7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0">
              <a:extLst>
                <a:ext uri="{FF2B5EF4-FFF2-40B4-BE49-F238E27FC236}">
                  <a16:creationId xmlns:a16="http://schemas.microsoft.com/office/drawing/2014/main" id="{6A7079F2-02CF-AA07-3B62-6426AE036A60}"/>
                </a:ext>
              </a:extLst>
            </p:cNvPr>
            <p:cNvSpPr/>
            <p:nvPr/>
          </p:nvSpPr>
          <p:spPr>
            <a:xfrm>
              <a:off x="5847025" y="4032450"/>
              <a:ext cx="110925" cy="160425"/>
            </a:xfrm>
            <a:custGeom>
              <a:avLst/>
              <a:gdLst/>
              <a:ahLst/>
              <a:cxnLst/>
              <a:rect l="l" t="t" r="r" b="b"/>
              <a:pathLst>
                <a:path w="4437" h="6417" extrusionOk="0">
                  <a:moveTo>
                    <a:pt x="2218" y="0"/>
                  </a:moveTo>
                  <a:cubicBezTo>
                    <a:pt x="994" y="0"/>
                    <a:pt x="1" y="1437"/>
                    <a:pt x="1" y="3209"/>
                  </a:cubicBezTo>
                  <a:cubicBezTo>
                    <a:pt x="1" y="4979"/>
                    <a:pt x="994" y="6416"/>
                    <a:pt x="2218" y="6416"/>
                  </a:cubicBezTo>
                  <a:cubicBezTo>
                    <a:pt x="3443" y="6416"/>
                    <a:pt x="4437" y="4979"/>
                    <a:pt x="4437" y="3209"/>
                  </a:cubicBezTo>
                  <a:cubicBezTo>
                    <a:pt x="4437" y="1437"/>
                    <a:pt x="3443" y="0"/>
                    <a:pt x="2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0">
              <a:extLst>
                <a:ext uri="{FF2B5EF4-FFF2-40B4-BE49-F238E27FC236}">
                  <a16:creationId xmlns:a16="http://schemas.microsoft.com/office/drawing/2014/main" id="{979827DC-25D0-ED30-779D-D2C7D9322A6B}"/>
                </a:ext>
              </a:extLst>
            </p:cNvPr>
            <p:cNvSpPr/>
            <p:nvPr/>
          </p:nvSpPr>
          <p:spPr>
            <a:xfrm>
              <a:off x="5844350" y="4029800"/>
              <a:ext cx="116275" cy="165700"/>
            </a:xfrm>
            <a:custGeom>
              <a:avLst/>
              <a:gdLst/>
              <a:ahLst/>
              <a:cxnLst/>
              <a:rect l="l" t="t" r="r" b="b"/>
              <a:pathLst>
                <a:path w="4651" h="6628" extrusionOk="0">
                  <a:moveTo>
                    <a:pt x="2325" y="214"/>
                  </a:moveTo>
                  <a:cubicBezTo>
                    <a:pt x="3489" y="214"/>
                    <a:pt x="4436" y="1604"/>
                    <a:pt x="4436" y="3315"/>
                  </a:cubicBezTo>
                  <a:cubicBezTo>
                    <a:pt x="4436" y="5024"/>
                    <a:pt x="3489" y="6415"/>
                    <a:pt x="2325" y="6415"/>
                  </a:cubicBezTo>
                  <a:cubicBezTo>
                    <a:pt x="1161" y="6415"/>
                    <a:pt x="214" y="5024"/>
                    <a:pt x="214" y="3315"/>
                  </a:cubicBezTo>
                  <a:cubicBezTo>
                    <a:pt x="214" y="1604"/>
                    <a:pt x="1162" y="214"/>
                    <a:pt x="2325" y="214"/>
                  </a:cubicBezTo>
                  <a:close/>
                  <a:moveTo>
                    <a:pt x="2325" y="1"/>
                  </a:moveTo>
                  <a:cubicBezTo>
                    <a:pt x="1045" y="1"/>
                    <a:pt x="1" y="1487"/>
                    <a:pt x="1" y="3315"/>
                  </a:cubicBezTo>
                  <a:cubicBezTo>
                    <a:pt x="1" y="5142"/>
                    <a:pt x="1043" y="6628"/>
                    <a:pt x="2325" y="6628"/>
                  </a:cubicBezTo>
                  <a:cubicBezTo>
                    <a:pt x="3607" y="6628"/>
                    <a:pt x="4651" y="5142"/>
                    <a:pt x="4651" y="3315"/>
                  </a:cubicBezTo>
                  <a:cubicBezTo>
                    <a:pt x="4651" y="1487"/>
                    <a:pt x="3607" y="1"/>
                    <a:pt x="23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0">
              <a:extLst>
                <a:ext uri="{FF2B5EF4-FFF2-40B4-BE49-F238E27FC236}">
                  <a16:creationId xmlns:a16="http://schemas.microsoft.com/office/drawing/2014/main" id="{980BCFFC-5077-22C1-9609-1DF45FB02464}"/>
                </a:ext>
              </a:extLst>
            </p:cNvPr>
            <p:cNvSpPr/>
            <p:nvPr/>
          </p:nvSpPr>
          <p:spPr>
            <a:xfrm>
              <a:off x="5831250" y="3947900"/>
              <a:ext cx="256100" cy="329575"/>
            </a:xfrm>
            <a:custGeom>
              <a:avLst/>
              <a:gdLst/>
              <a:ahLst/>
              <a:cxnLst/>
              <a:rect l="l" t="t" r="r" b="b"/>
              <a:pathLst>
                <a:path w="10244" h="13183" extrusionOk="0">
                  <a:moveTo>
                    <a:pt x="4558" y="1"/>
                  </a:moveTo>
                  <a:cubicBezTo>
                    <a:pt x="2042" y="1"/>
                    <a:pt x="1" y="2951"/>
                    <a:pt x="1" y="6591"/>
                  </a:cubicBezTo>
                  <a:cubicBezTo>
                    <a:pt x="1" y="10231"/>
                    <a:pt x="2042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0">
              <a:extLst>
                <a:ext uri="{FF2B5EF4-FFF2-40B4-BE49-F238E27FC236}">
                  <a16:creationId xmlns:a16="http://schemas.microsoft.com/office/drawing/2014/main" id="{30255EA9-A767-AC27-3609-4237142189BB}"/>
                </a:ext>
              </a:extLst>
            </p:cNvPr>
            <p:cNvSpPr/>
            <p:nvPr/>
          </p:nvSpPr>
          <p:spPr>
            <a:xfrm>
              <a:off x="5828575" y="3945225"/>
              <a:ext cx="261450" cy="334925"/>
            </a:xfrm>
            <a:custGeom>
              <a:avLst/>
              <a:gdLst/>
              <a:ahLst/>
              <a:cxnLst/>
              <a:rect l="l" t="t" r="r" b="b"/>
              <a:pathLst>
                <a:path w="10458" h="13397" extrusionOk="0">
                  <a:moveTo>
                    <a:pt x="10243" y="215"/>
                  </a:moveTo>
                  <a:lnTo>
                    <a:pt x="10243" y="13182"/>
                  </a:lnTo>
                  <a:lnTo>
                    <a:pt x="4665" y="13182"/>
                  </a:lnTo>
                  <a:cubicBezTo>
                    <a:pt x="2210" y="13182"/>
                    <a:pt x="215" y="10271"/>
                    <a:pt x="215" y="6698"/>
                  </a:cubicBezTo>
                  <a:cubicBezTo>
                    <a:pt x="215" y="3123"/>
                    <a:pt x="2210" y="215"/>
                    <a:pt x="4665" y="215"/>
                  </a:cubicBezTo>
                  <a:close/>
                  <a:moveTo>
                    <a:pt x="4665" y="1"/>
                  </a:moveTo>
                  <a:cubicBezTo>
                    <a:pt x="2092" y="1"/>
                    <a:pt x="0" y="3004"/>
                    <a:pt x="0" y="6698"/>
                  </a:cubicBezTo>
                  <a:cubicBezTo>
                    <a:pt x="0" y="10391"/>
                    <a:pt x="2092" y="13397"/>
                    <a:pt x="4665" y="13397"/>
                  </a:cubicBezTo>
                  <a:lnTo>
                    <a:pt x="10350" y="13397"/>
                  </a:lnTo>
                  <a:cubicBezTo>
                    <a:pt x="10410" y="13397"/>
                    <a:pt x="10457" y="13349"/>
                    <a:pt x="10457" y="13289"/>
                  </a:cubicBezTo>
                  <a:lnTo>
                    <a:pt x="10457" y="108"/>
                  </a:lnTo>
                  <a:cubicBezTo>
                    <a:pt x="10457" y="48"/>
                    <a:pt x="10410" y="1"/>
                    <a:pt x="10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0">
              <a:extLst>
                <a:ext uri="{FF2B5EF4-FFF2-40B4-BE49-F238E27FC236}">
                  <a16:creationId xmlns:a16="http://schemas.microsoft.com/office/drawing/2014/main" id="{487EC546-0886-E1DC-2B11-F1D9A481F8DB}"/>
                </a:ext>
              </a:extLst>
            </p:cNvPr>
            <p:cNvSpPr/>
            <p:nvPr/>
          </p:nvSpPr>
          <p:spPr>
            <a:xfrm>
              <a:off x="5973375" y="3947825"/>
              <a:ext cx="227900" cy="329650"/>
            </a:xfrm>
            <a:custGeom>
              <a:avLst/>
              <a:gdLst/>
              <a:ahLst/>
              <a:cxnLst/>
              <a:rect l="l" t="t" r="r" b="b"/>
              <a:pathLst>
                <a:path w="9116" h="13186" extrusionOk="0">
                  <a:moveTo>
                    <a:pt x="4558" y="1"/>
                  </a:moveTo>
                  <a:cubicBezTo>
                    <a:pt x="2042" y="1"/>
                    <a:pt x="0" y="2954"/>
                    <a:pt x="0" y="6594"/>
                  </a:cubicBezTo>
                  <a:cubicBezTo>
                    <a:pt x="0" y="10234"/>
                    <a:pt x="2042" y="13185"/>
                    <a:pt x="4558" y="13185"/>
                  </a:cubicBezTo>
                  <a:cubicBezTo>
                    <a:pt x="7074" y="13185"/>
                    <a:pt x="9116" y="10234"/>
                    <a:pt x="9116" y="6594"/>
                  </a:cubicBezTo>
                  <a:cubicBezTo>
                    <a:pt x="9116" y="2954"/>
                    <a:pt x="7074" y="1"/>
                    <a:pt x="45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0">
              <a:extLst>
                <a:ext uri="{FF2B5EF4-FFF2-40B4-BE49-F238E27FC236}">
                  <a16:creationId xmlns:a16="http://schemas.microsoft.com/office/drawing/2014/main" id="{2B12B273-A03E-2F38-9C1D-495D21C1C227}"/>
                </a:ext>
              </a:extLst>
            </p:cNvPr>
            <p:cNvSpPr/>
            <p:nvPr/>
          </p:nvSpPr>
          <p:spPr>
            <a:xfrm>
              <a:off x="5970725" y="3945200"/>
              <a:ext cx="233200" cy="334950"/>
            </a:xfrm>
            <a:custGeom>
              <a:avLst/>
              <a:gdLst/>
              <a:ahLst/>
              <a:cxnLst/>
              <a:rect l="l" t="t" r="r" b="b"/>
              <a:pathLst>
                <a:path w="9328" h="13398" extrusionOk="0">
                  <a:moveTo>
                    <a:pt x="4664" y="213"/>
                  </a:moveTo>
                  <a:cubicBezTo>
                    <a:pt x="7118" y="213"/>
                    <a:pt x="9114" y="3123"/>
                    <a:pt x="9114" y="6699"/>
                  </a:cubicBezTo>
                  <a:cubicBezTo>
                    <a:pt x="9114" y="10275"/>
                    <a:pt x="7118" y="13183"/>
                    <a:pt x="4664" y="13183"/>
                  </a:cubicBezTo>
                  <a:cubicBezTo>
                    <a:pt x="2210" y="13183"/>
                    <a:pt x="214" y="10274"/>
                    <a:pt x="214" y="6699"/>
                  </a:cubicBezTo>
                  <a:cubicBezTo>
                    <a:pt x="214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3" y="0"/>
                    <a:pt x="1" y="3005"/>
                    <a:pt x="1" y="6699"/>
                  </a:cubicBezTo>
                  <a:cubicBezTo>
                    <a:pt x="1" y="10392"/>
                    <a:pt x="2093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0">
              <a:extLst>
                <a:ext uri="{FF2B5EF4-FFF2-40B4-BE49-F238E27FC236}">
                  <a16:creationId xmlns:a16="http://schemas.microsoft.com/office/drawing/2014/main" id="{344FF462-266C-AF0C-7B14-C15F161E70EE}"/>
                </a:ext>
              </a:extLst>
            </p:cNvPr>
            <p:cNvSpPr/>
            <p:nvPr/>
          </p:nvSpPr>
          <p:spPr>
            <a:xfrm>
              <a:off x="5934375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3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3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5" y="18931"/>
                    <a:pt x="11791" y="17056"/>
                  </a:cubicBezTo>
                  <a:cubicBezTo>
                    <a:pt x="13086" y="15183"/>
                    <a:pt x="13814" y="12642"/>
                    <a:pt x="13814" y="9993"/>
                  </a:cubicBezTo>
                  <a:cubicBezTo>
                    <a:pt x="13814" y="7343"/>
                    <a:pt x="13086" y="4801"/>
                    <a:pt x="11791" y="2928"/>
                  </a:cubicBezTo>
                  <a:cubicBezTo>
                    <a:pt x="10495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0">
              <a:extLst>
                <a:ext uri="{FF2B5EF4-FFF2-40B4-BE49-F238E27FC236}">
                  <a16:creationId xmlns:a16="http://schemas.microsoft.com/office/drawing/2014/main" id="{CD332923-3DD4-4FF9-C8F5-C37A1EFD536C}"/>
                </a:ext>
              </a:extLst>
            </p:cNvPr>
            <p:cNvSpPr/>
            <p:nvPr/>
          </p:nvSpPr>
          <p:spPr>
            <a:xfrm>
              <a:off x="5931675" y="3860200"/>
              <a:ext cx="350750" cy="504900"/>
            </a:xfrm>
            <a:custGeom>
              <a:avLst/>
              <a:gdLst/>
              <a:ahLst/>
              <a:cxnLst/>
              <a:rect l="l" t="t" r="r" b="b"/>
              <a:pathLst>
                <a:path w="14030" h="20196" extrusionOk="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6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8" y="20195"/>
                    <a:pt x="7015" y="20195"/>
                  </a:cubicBezTo>
                  <a:cubicBezTo>
                    <a:pt x="10883" y="20195"/>
                    <a:pt x="14030" y="15666"/>
                    <a:pt x="14030" y="10099"/>
                  </a:cubicBezTo>
                  <a:cubicBezTo>
                    <a:pt x="14030" y="4530"/>
                    <a:pt x="10883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0">
              <a:extLst>
                <a:ext uri="{FF2B5EF4-FFF2-40B4-BE49-F238E27FC236}">
                  <a16:creationId xmlns:a16="http://schemas.microsoft.com/office/drawing/2014/main" id="{E2965F7B-8CE8-590B-FE1F-BC38BCFEF930}"/>
                </a:ext>
              </a:extLst>
            </p:cNvPr>
            <p:cNvSpPr/>
            <p:nvPr/>
          </p:nvSpPr>
          <p:spPr>
            <a:xfrm>
              <a:off x="597445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0">
              <a:extLst>
                <a:ext uri="{FF2B5EF4-FFF2-40B4-BE49-F238E27FC236}">
                  <a16:creationId xmlns:a16="http://schemas.microsoft.com/office/drawing/2014/main" id="{C176C346-DA03-3BBA-889C-2CA8D779DD56}"/>
                </a:ext>
              </a:extLst>
            </p:cNvPr>
            <p:cNvSpPr/>
            <p:nvPr/>
          </p:nvSpPr>
          <p:spPr>
            <a:xfrm>
              <a:off x="5971775" y="3860200"/>
              <a:ext cx="350750" cy="504900"/>
            </a:xfrm>
            <a:custGeom>
              <a:avLst/>
              <a:gdLst/>
              <a:ahLst/>
              <a:cxnLst/>
              <a:rect l="l" t="t" r="r" b="b"/>
              <a:pathLst>
                <a:path w="14030" h="20196" extrusionOk="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0" y="4530"/>
                    <a:pt x="0" y="10099"/>
                  </a:cubicBezTo>
                  <a:cubicBezTo>
                    <a:pt x="0" y="15666"/>
                    <a:pt x="3147" y="20195"/>
                    <a:pt x="7015" y="20195"/>
                  </a:cubicBezTo>
                  <a:cubicBezTo>
                    <a:pt x="10882" y="20195"/>
                    <a:pt x="14029" y="15666"/>
                    <a:pt x="14029" y="10099"/>
                  </a:cubicBezTo>
                  <a:cubicBezTo>
                    <a:pt x="14029" y="4530"/>
                    <a:pt x="10882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0">
              <a:extLst>
                <a:ext uri="{FF2B5EF4-FFF2-40B4-BE49-F238E27FC236}">
                  <a16:creationId xmlns:a16="http://schemas.microsoft.com/office/drawing/2014/main" id="{BE2F40AA-50E5-A464-7C07-502DC026BEE2}"/>
                </a:ext>
              </a:extLst>
            </p:cNvPr>
            <p:cNvSpPr/>
            <p:nvPr/>
          </p:nvSpPr>
          <p:spPr>
            <a:xfrm>
              <a:off x="6075850" y="4009600"/>
              <a:ext cx="142600" cy="206125"/>
            </a:xfrm>
            <a:custGeom>
              <a:avLst/>
              <a:gdLst/>
              <a:ahLst/>
              <a:cxnLst/>
              <a:rect l="l" t="t" r="r" b="b"/>
              <a:pathLst>
                <a:path w="5704" h="8245" extrusionOk="0">
                  <a:moveTo>
                    <a:pt x="2852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2" y="8244"/>
                  </a:cubicBezTo>
                  <a:cubicBezTo>
                    <a:pt x="4427" y="8244"/>
                    <a:pt x="5703" y="6400"/>
                    <a:pt x="5703" y="4123"/>
                  </a:cubicBezTo>
                  <a:cubicBezTo>
                    <a:pt x="5703" y="1846"/>
                    <a:pt x="4427" y="0"/>
                    <a:pt x="28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0">
              <a:extLst>
                <a:ext uri="{FF2B5EF4-FFF2-40B4-BE49-F238E27FC236}">
                  <a16:creationId xmlns:a16="http://schemas.microsoft.com/office/drawing/2014/main" id="{D94E9BF7-F412-63FB-F0EC-DC6A11832C4A}"/>
                </a:ext>
              </a:extLst>
            </p:cNvPr>
            <p:cNvSpPr/>
            <p:nvPr/>
          </p:nvSpPr>
          <p:spPr>
            <a:xfrm>
              <a:off x="6073175" y="4006950"/>
              <a:ext cx="147900" cy="211450"/>
            </a:xfrm>
            <a:custGeom>
              <a:avLst/>
              <a:gdLst/>
              <a:ahLst/>
              <a:cxnLst/>
              <a:rect l="l" t="t" r="r" b="b"/>
              <a:pathLst>
                <a:path w="5916" h="8458" extrusionOk="0">
                  <a:moveTo>
                    <a:pt x="2959" y="213"/>
                  </a:moveTo>
                  <a:cubicBezTo>
                    <a:pt x="4472" y="213"/>
                    <a:pt x="5703" y="2015"/>
                    <a:pt x="5703" y="4229"/>
                  </a:cubicBezTo>
                  <a:cubicBezTo>
                    <a:pt x="5703" y="6443"/>
                    <a:pt x="4472" y="8245"/>
                    <a:pt x="2959" y="8245"/>
                  </a:cubicBezTo>
                  <a:cubicBezTo>
                    <a:pt x="1446" y="8245"/>
                    <a:pt x="215" y="6443"/>
                    <a:pt x="215" y="4229"/>
                  </a:cubicBezTo>
                  <a:cubicBezTo>
                    <a:pt x="215" y="2013"/>
                    <a:pt x="1446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0" y="1897"/>
                    <a:pt x="0" y="4229"/>
                  </a:cubicBezTo>
                  <a:cubicBezTo>
                    <a:pt x="0" y="6561"/>
                    <a:pt x="1328" y="8458"/>
                    <a:pt x="2959" y="8458"/>
                  </a:cubicBezTo>
                  <a:cubicBezTo>
                    <a:pt x="4589" y="8458"/>
                    <a:pt x="5916" y="6561"/>
                    <a:pt x="5916" y="4229"/>
                  </a:cubicBezTo>
                  <a:cubicBezTo>
                    <a:pt x="5916" y="1897"/>
                    <a:pt x="4589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0">
              <a:extLst>
                <a:ext uri="{FF2B5EF4-FFF2-40B4-BE49-F238E27FC236}">
                  <a16:creationId xmlns:a16="http://schemas.microsoft.com/office/drawing/2014/main" id="{6D3FC5B3-2C8C-715C-B69F-82AF0791912F}"/>
                </a:ext>
              </a:extLst>
            </p:cNvPr>
            <p:cNvSpPr/>
            <p:nvPr/>
          </p:nvSpPr>
          <p:spPr>
            <a:xfrm>
              <a:off x="6093575" y="4009600"/>
              <a:ext cx="142550" cy="206125"/>
            </a:xfrm>
            <a:custGeom>
              <a:avLst/>
              <a:gdLst/>
              <a:ahLst/>
              <a:cxnLst/>
              <a:rect l="l" t="t" r="r" b="b"/>
              <a:pathLst>
                <a:path w="5702" h="8245" extrusionOk="0">
                  <a:moveTo>
                    <a:pt x="2850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0" y="8244"/>
                  </a:cubicBezTo>
                  <a:cubicBezTo>
                    <a:pt x="4425" y="8244"/>
                    <a:pt x="5701" y="6400"/>
                    <a:pt x="5701" y="4123"/>
                  </a:cubicBezTo>
                  <a:cubicBezTo>
                    <a:pt x="5701" y="1846"/>
                    <a:pt x="4425" y="0"/>
                    <a:pt x="2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0">
              <a:extLst>
                <a:ext uri="{FF2B5EF4-FFF2-40B4-BE49-F238E27FC236}">
                  <a16:creationId xmlns:a16="http://schemas.microsoft.com/office/drawing/2014/main" id="{F6E40F3E-E107-27B7-DDB6-AC02027B63CA}"/>
                </a:ext>
              </a:extLst>
            </p:cNvPr>
            <p:cNvSpPr/>
            <p:nvPr/>
          </p:nvSpPr>
          <p:spPr>
            <a:xfrm>
              <a:off x="6090875" y="4006950"/>
              <a:ext cx="147925" cy="211450"/>
            </a:xfrm>
            <a:custGeom>
              <a:avLst/>
              <a:gdLst/>
              <a:ahLst/>
              <a:cxnLst/>
              <a:rect l="l" t="t" r="r" b="b"/>
              <a:pathLst>
                <a:path w="5917" h="8458" extrusionOk="0">
                  <a:moveTo>
                    <a:pt x="2959" y="213"/>
                  </a:moveTo>
                  <a:cubicBezTo>
                    <a:pt x="4472" y="213"/>
                    <a:pt x="5704" y="2015"/>
                    <a:pt x="5704" y="4229"/>
                  </a:cubicBezTo>
                  <a:cubicBezTo>
                    <a:pt x="5704" y="6443"/>
                    <a:pt x="4472" y="8245"/>
                    <a:pt x="2959" y="8245"/>
                  </a:cubicBezTo>
                  <a:cubicBezTo>
                    <a:pt x="1445" y="8245"/>
                    <a:pt x="214" y="6443"/>
                    <a:pt x="214" y="4229"/>
                  </a:cubicBezTo>
                  <a:cubicBezTo>
                    <a:pt x="214" y="2013"/>
                    <a:pt x="1445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1" y="1897"/>
                    <a:pt x="1" y="4229"/>
                  </a:cubicBezTo>
                  <a:cubicBezTo>
                    <a:pt x="1" y="6561"/>
                    <a:pt x="1328" y="8458"/>
                    <a:pt x="2959" y="8458"/>
                  </a:cubicBezTo>
                  <a:cubicBezTo>
                    <a:pt x="4590" y="8458"/>
                    <a:pt x="5916" y="6561"/>
                    <a:pt x="5916" y="4229"/>
                  </a:cubicBezTo>
                  <a:cubicBezTo>
                    <a:pt x="5916" y="1897"/>
                    <a:pt x="4590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0">
              <a:extLst>
                <a:ext uri="{FF2B5EF4-FFF2-40B4-BE49-F238E27FC236}">
                  <a16:creationId xmlns:a16="http://schemas.microsoft.com/office/drawing/2014/main" id="{8AE6B3F8-902A-CCBD-1BA8-708CD0308356}"/>
                </a:ext>
              </a:extLst>
            </p:cNvPr>
            <p:cNvSpPr/>
            <p:nvPr/>
          </p:nvSpPr>
          <p:spPr>
            <a:xfrm>
              <a:off x="6144575" y="4020600"/>
              <a:ext cx="59200" cy="195900"/>
            </a:xfrm>
            <a:custGeom>
              <a:avLst/>
              <a:gdLst/>
              <a:ahLst/>
              <a:cxnLst/>
              <a:rect l="l" t="t" r="r" b="b"/>
              <a:pathLst>
                <a:path w="2368" h="7836" extrusionOk="0">
                  <a:moveTo>
                    <a:pt x="2162" y="1"/>
                  </a:moveTo>
                  <a:lnTo>
                    <a:pt x="0" y="7778"/>
                  </a:lnTo>
                  <a:lnTo>
                    <a:pt x="205" y="7836"/>
                  </a:lnTo>
                  <a:lnTo>
                    <a:pt x="2367" y="57"/>
                  </a:lnTo>
                  <a:lnTo>
                    <a:pt x="2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0">
              <a:extLst>
                <a:ext uri="{FF2B5EF4-FFF2-40B4-BE49-F238E27FC236}">
                  <a16:creationId xmlns:a16="http://schemas.microsoft.com/office/drawing/2014/main" id="{2A550066-A4FA-FA8D-2743-EB2CE6E5C8F8}"/>
                </a:ext>
              </a:extLst>
            </p:cNvPr>
            <p:cNvSpPr/>
            <p:nvPr/>
          </p:nvSpPr>
          <p:spPr>
            <a:xfrm>
              <a:off x="5723725" y="4075225"/>
              <a:ext cx="79975" cy="16025"/>
            </a:xfrm>
            <a:custGeom>
              <a:avLst/>
              <a:gdLst/>
              <a:ahLst/>
              <a:cxnLst/>
              <a:rect l="l" t="t" r="r" b="b"/>
              <a:pathLst>
                <a:path w="3199" h="641" extrusionOk="0">
                  <a:moveTo>
                    <a:pt x="320" y="0"/>
                  </a:moveTo>
                  <a:cubicBezTo>
                    <a:pt x="143" y="0"/>
                    <a:pt x="0" y="143"/>
                    <a:pt x="0" y="320"/>
                  </a:cubicBezTo>
                  <a:cubicBezTo>
                    <a:pt x="0" y="497"/>
                    <a:pt x="143" y="640"/>
                    <a:pt x="320" y="640"/>
                  </a:cubicBezTo>
                  <a:lnTo>
                    <a:pt x="2880" y="640"/>
                  </a:lnTo>
                  <a:cubicBezTo>
                    <a:pt x="3055" y="640"/>
                    <a:pt x="3198" y="497"/>
                    <a:pt x="3198" y="320"/>
                  </a:cubicBezTo>
                  <a:cubicBezTo>
                    <a:pt x="3198" y="143"/>
                    <a:pt x="3055" y="0"/>
                    <a:pt x="28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0">
              <a:extLst>
                <a:ext uri="{FF2B5EF4-FFF2-40B4-BE49-F238E27FC236}">
                  <a16:creationId xmlns:a16="http://schemas.microsoft.com/office/drawing/2014/main" id="{42E602E0-4448-9D52-DCA5-849994906A81}"/>
                </a:ext>
              </a:extLst>
            </p:cNvPr>
            <p:cNvSpPr/>
            <p:nvPr/>
          </p:nvSpPr>
          <p:spPr>
            <a:xfrm>
              <a:off x="5754175" y="4035825"/>
              <a:ext cx="79975" cy="16050"/>
            </a:xfrm>
            <a:custGeom>
              <a:avLst/>
              <a:gdLst/>
              <a:ahLst/>
              <a:cxnLst/>
              <a:rect l="l" t="t" r="r" b="b"/>
              <a:pathLst>
                <a:path w="3199" h="64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7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7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0">
              <a:extLst>
                <a:ext uri="{FF2B5EF4-FFF2-40B4-BE49-F238E27FC236}">
                  <a16:creationId xmlns:a16="http://schemas.microsoft.com/office/drawing/2014/main" id="{841A43F0-BF1C-9E04-566D-51553D392E7D}"/>
                </a:ext>
              </a:extLst>
            </p:cNvPr>
            <p:cNvSpPr/>
            <p:nvPr/>
          </p:nvSpPr>
          <p:spPr>
            <a:xfrm>
              <a:off x="5719150" y="4116525"/>
              <a:ext cx="79975" cy="16050"/>
            </a:xfrm>
            <a:custGeom>
              <a:avLst/>
              <a:gdLst/>
              <a:ahLst/>
              <a:cxnLst/>
              <a:rect l="l" t="t" r="r" b="b"/>
              <a:pathLst>
                <a:path w="3199" h="642" extrusionOk="0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8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8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0">
              <a:extLst>
                <a:ext uri="{FF2B5EF4-FFF2-40B4-BE49-F238E27FC236}">
                  <a16:creationId xmlns:a16="http://schemas.microsoft.com/office/drawing/2014/main" id="{3AA5EE56-1A6C-3BD0-FDA6-D1BEBF747BBC}"/>
                </a:ext>
              </a:extLst>
            </p:cNvPr>
            <p:cNvSpPr/>
            <p:nvPr/>
          </p:nvSpPr>
          <p:spPr>
            <a:xfrm>
              <a:off x="5743550" y="4156250"/>
              <a:ext cx="79975" cy="16025"/>
            </a:xfrm>
            <a:custGeom>
              <a:avLst/>
              <a:gdLst/>
              <a:ahLst/>
              <a:cxnLst/>
              <a:rect l="l" t="t" r="r" b="b"/>
              <a:pathLst>
                <a:path w="3199" h="641" extrusionOk="0">
                  <a:moveTo>
                    <a:pt x="321" y="1"/>
                  </a:moveTo>
                  <a:cubicBezTo>
                    <a:pt x="144" y="1"/>
                    <a:pt x="1" y="143"/>
                    <a:pt x="1" y="321"/>
                  </a:cubicBezTo>
                  <a:cubicBezTo>
                    <a:pt x="1" y="498"/>
                    <a:pt x="144" y="641"/>
                    <a:pt x="321" y="641"/>
                  </a:cubicBezTo>
                  <a:lnTo>
                    <a:pt x="2879" y="641"/>
                  </a:lnTo>
                  <a:cubicBezTo>
                    <a:pt x="3056" y="641"/>
                    <a:pt x="3199" y="498"/>
                    <a:pt x="3199" y="321"/>
                  </a:cubicBezTo>
                  <a:cubicBezTo>
                    <a:pt x="3199" y="143"/>
                    <a:pt x="3056" y="1"/>
                    <a:pt x="287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0">
              <a:extLst>
                <a:ext uri="{FF2B5EF4-FFF2-40B4-BE49-F238E27FC236}">
                  <a16:creationId xmlns:a16="http://schemas.microsoft.com/office/drawing/2014/main" id="{C0DA41FD-9A2D-4AAB-3A76-BEE6CCC1220B}"/>
                </a:ext>
              </a:extLst>
            </p:cNvPr>
            <p:cNvSpPr/>
            <p:nvPr/>
          </p:nvSpPr>
          <p:spPr>
            <a:xfrm>
              <a:off x="5376175" y="4923975"/>
              <a:ext cx="53050" cy="43400"/>
            </a:xfrm>
            <a:custGeom>
              <a:avLst/>
              <a:gdLst/>
              <a:ahLst/>
              <a:cxnLst/>
              <a:rect l="l" t="t" r="r" b="b"/>
              <a:pathLst>
                <a:path w="2122" h="1736" extrusionOk="0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5"/>
                    <a:pt x="600" y="1735"/>
                  </a:cubicBezTo>
                  <a:lnTo>
                    <a:pt x="2122" y="1735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0">
              <a:extLst>
                <a:ext uri="{FF2B5EF4-FFF2-40B4-BE49-F238E27FC236}">
                  <a16:creationId xmlns:a16="http://schemas.microsoft.com/office/drawing/2014/main" id="{6B5E3D21-9FB8-5977-0651-4BD7B1A6B067}"/>
                </a:ext>
              </a:extLst>
            </p:cNvPr>
            <p:cNvSpPr/>
            <p:nvPr/>
          </p:nvSpPr>
          <p:spPr>
            <a:xfrm>
              <a:off x="5373525" y="4921300"/>
              <a:ext cx="58375" cy="48750"/>
            </a:xfrm>
            <a:custGeom>
              <a:avLst/>
              <a:gdLst/>
              <a:ahLst/>
              <a:cxnLst/>
              <a:rect l="l" t="t" r="r" b="b"/>
              <a:pathLst>
                <a:path w="2335" h="1950" extrusionOk="0">
                  <a:moveTo>
                    <a:pt x="2122" y="214"/>
                  </a:moveTo>
                  <a:lnTo>
                    <a:pt x="2122" y="1737"/>
                  </a:lnTo>
                  <a:lnTo>
                    <a:pt x="706" y="1737"/>
                  </a:lnTo>
                  <a:cubicBezTo>
                    <a:pt x="438" y="1737"/>
                    <a:pt x="213" y="1388"/>
                    <a:pt x="213" y="976"/>
                  </a:cubicBezTo>
                  <a:cubicBezTo>
                    <a:pt x="213" y="563"/>
                    <a:pt x="438" y="214"/>
                    <a:pt x="706" y="214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8"/>
                    <a:pt x="0" y="976"/>
                  </a:cubicBezTo>
                  <a:cubicBezTo>
                    <a:pt x="0" y="1513"/>
                    <a:pt x="316" y="1950"/>
                    <a:pt x="706" y="1950"/>
                  </a:cubicBezTo>
                  <a:lnTo>
                    <a:pt x="2228" y="1950"/>
                  </a:lnTo>
                  <a:cubicBezTo>
                    <a:pt x="2287" y="1950"/>
                    <a:pt x="2335" y="1902"/>
                    <a:pt x="2335" y="1842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0">
              <a:extLst>
                <a:ext uri="{FF2B5EF4-FFF2-40B4-BE49-F238E27FC236}">
                  <a16:creationId xmlns:a16="http://schemas.microsoft.com/office/drawing/2014/main" id="{3B4A79F0-A656-E635-12C3-EF2189008DD6}"/>
                </a:ext>
              </a:extLst>
            </p:cNvPr>
            <p:cNvSpPr/>
            <p:nvPr/>
          </p:nvSpPr>
          <p:spPr>
            <a:xfrm>
              <a:off x="5414250" y="4923975"/>
              <a:ext cx="30025" cy="43400"/>
            </a:xfrm>
            <a:custGeom>
              <a:avLst/>
              <a:gdLst/>
              <a:ahLst/>
              <a:cxnLst/>
              <a:rect l="l" t="t" r="r" b="b"/>
              <a:pathLst>
                <a:path w="1201" h="1736" extrusionOk="0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7" y="1735"/>
                    <a:pt x="599" y="1735"/>
                  </a:cubicBezTo>
                  <a:cubicBezTo>
                    <a:pt x="932" y="1735"/>
                    <a:pt x="1200" y="1348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0">
              <a:extLst>
                <a:ext uri="{FF2B5EF4-FFF2-40B4-BE49-F238E27FC236}">
                  <a16:creationId xmlns:a16="http://schemas.microsoft.com/office/drawing/2014/main" id="{A4844F28-881F-D730-8436-EC091E5DE5C2}"/>
                </a:ext>
              </a:extLst>
            </p:cNvPr>
            <p:cNvSpPr/>
            <p:nvPr/>
          </p:nvSpPr>
          <p:spPr>
            <a:xfrm>
              <a:off x="5411550" y="4921300"/>
              <a:ext cx="35400" cy="48750"/>
            </a:xfrm>
            <a:custGeom>
              <a:avLst/>
              <a:gdLst/>
              <a:ahLst/>
              <a:cxnLst/>
              <a:rect l="l" t="t" r="r" b="b"/>
              <a:pathLst>
                <a:path w="1416" h="1950" extrusionOk="0">
                  <a:moveTo>
                    <a:pt x="707" y="214"/>
                  </a:moveTo>
                  <a:cubicBezTo>
                    <a:pt x="975" y="214"/>
                    <a:pt x="1203" y="556"/>
                    <a:pt x="1203" y="976"/>
                  </a:cubicBezTo>
                  <a:cubicBezTo>
                    <a:pt x="1203" y="1396"/>
                    <a:pt x="979" y="1737"/>
                    <a:pt x="707" y="1737"/>
                  </a:cubicBezTo>
                  <a:cubicBezTo>
                    <a:pt x="436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28"/>
                    <a:pt x="1" y="976"/>
                  </a:cubicBezTo>
                  <a:cubicBezTo>
                    <a:pt x="1" y="1522"/>
                    <a:pt x="311" y="1950"/>
                    <a:pt x="707" y="1950"/>
                  </a:cubicBezTo>
                  <a:cubicBezTo>
                    <a:pt x="1104" y="1950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0">
              <a:extLst>
                <a:ext uri="{FF2B5EF4-FFF2-40B4-BE49-F238E27FC236}">
                  <a16:creationId xmlns:a16="http://schemas.microsoft.com/office/drawing/2014/main" id="{89DE58F2-A764-7EC9-549F-08619D344D1D}"/>
                </a:ext>
              </a:extLst>
            </p:cNvPr>
            <p:cNvSpPr/>
            <p:nvPr/>
          </p:nvSpPr>
          <p:spPr>
            <a:xfrm>
              <a:off x="5409950" y="4901100"/>
              <a:ext cx="69300" cy="89175"/>
            </a:xfrm>
            <a:custGeom>
              <a:avLst/>
              <a:gdLst/>
              <a:ahLst/>
              <a:cxnLst/>
              <a:rect l="l" t="t" r="r" b="b"/>
              <a:pathLst>
                <a:path w="2772" h="3567" extrusionOk="0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70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0">
              <a:extLst>
                <a:ext uri="{FF2B5EF4-FFF2-40B4-BE49-F238E27FC236}">
                  <a16:creationId xmlns:a16="http://schemas.microsoft.com/office/drawing/2014/main" id="{4C39C426-4B56-EE9B-A161-46DE6085F22A}"/>
                </a:ext>
              </a:extLst>
            </p:cNvPr>
            <p:cNvSpPr/>
            <p:nvPr/>
          </p:nvSpPr>
          <p:spPr>
            <a:xfrm>
              <a:off x="5407325" y="4898450"/>
              <a:ext cx="74575" cy="94500"/>
            </a:xfrm>
            <a:custGeom>
              <a:avLst/>
              <a:gdLst/>
              <a:ahLst/>
              <a:cxnLst/>
              <a:rect l="l" t="t" r="r" b="b"/>
              <a:pathLst>
                <a:path w="2983" h="3780" extrusionOk="0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0">
              <a:extLst>
                <a:ext uri="{FF2B5EF4-FFF2-40B4-BE49-F238E27FC236}">
                  <a16:creationId xmlns:a16="http://schemas.microsoft.com/office/drawing/2014/main" id="{423A762D-C961-D9F2-148B-4B56CB621F09}"/>
                </a:ext>
              </a:extLst>
            </p:cNvPr>
            <p:cNvSpPr/>
            <p:nvPr/>
          </p:nvSpPr>
          <p:spPr>
            <a:xfrm>
              <a:off x="5448425" y="4901100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2" y="3566"/>
                    <a:pt x="2466" y="2768"/>
                    <a:pt x="2466" y="1784"/>
                  </a:cubicBezTo>
                  <a:cubicBezTo>
                    <a:pt x="2466" y="809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0">
              <a:extLst>
                <a:ext uri="{FF2B5EF4-FFF2-40B4-BE49-F238E27FC236}">
                  <a16:creationId xmlns:a16="http://schemas.microsoft.com/office/drawing/2014/main" id="{3A62A3CB-07FB-8D6F-AE77-90A3DC68E396}"/>
                </a:ext>
              </a:extLst>
            </p:cNvPr>
            <p:cNvSpPr/>
            <p:nvPr/>
          </p:nvSpPr>
          <p:spPr>
            <a:xfrm>
              <a:off x="5445725" y="4898450"/>
              <a:ext cx="67000" cy="94500"/>
            </a:xfrm>
            <a:custGeom>
              <a:avLst/>
              <a:gdLst/>
              <a:ahLst/>
              <a:cxnLst/>
              <a:rect l="l" t="t" r="r" b="b"/>
              <a:pathLst>
                <a:path w="2680" h="3780" extrusionOk="0">
                  <a:moveTo>
                    <a:pt x="1341" y="213"/>
                  </a:moveTo>
                  <a:cubicBezTo>
                    <a:pt x="1951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1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0">
              <a:extLst>
                <a:ext uri="{FF2B5EF4-FFF2-40B4-BE49-F238E27FC236}">
                  <a16:creationId xmlns:a16="http://schemas.microsoft.com/office/drawing/2014/main" id="{C9680591-34BB-8BC6-AA3B-CA67CB00014B}"/>
                </a:ext>
              </a:extLst>
            </p:cNvPr>
            <p:cNvSpPr/>
            <p:nvPr/>
          </p:nvSpPr>
          <p:spPr>
            <a:xfrm>
              <a:off x="5437850" y="4878125"/>
              <a:ext cx="93400" cy="135100"/>
            </a:xfrm>
            <a:custGeom>
              <a:avLst/>
              <a:gdLst/>
              <a:ahLst/>
              <a:cxnLst/>
              <a:rect l="l" t="t" r="r" b="b"/>
              <a:pathLst>
                <a:path w="3736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0">
              <a:extLst>
                <a:ext uri="{FF2B5EF4-FFF2-40B4-BE49-F238E27FC236}">
                  <a16:creationId xmlns:a16="http://schemas.microsoft.com/office/drawing/2014/main" id="{A9BE9303-E2A6-F13F-CE6C-6E28C7BFC640}"/>
                </a:ext>
              </a:extLst>
            </p:cNvPr>
            <p:cNvSpPr/>
            <p:nvPr/>
          </p:nvSpPr>
          <p:spPr>
            <a:xfrm>
              <a:off x="5435200" y="4875475"/>
              <a:ext cx="98750" cy="140425"/>
            </a:xfrm>
            <a:custGeom>
              <a:avLst/>
              <a:gdLst/>
              <a:ahLst/>
              <a:cxnLst/>
              <a:rect l="l" t="t" r="r" b="b"/>
              <a:pathLst>
                <a:path w="3950" h="5617" extrusionOk="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0">
              <a:extLst>
                <a:ext uri="{FF2B5EF4-FFF2-40B4-BE49-F238E27FC236}">
                  <a16:creationId xmlns:a16="http://schemas.microsoft.com/office/drawing/2014/main" id="{53CE7049-079D-C830-39E0-CD2FFAE8D8CF}"/>
                </a:ext>
              </a:extLst>
            </p:cNvPr>
            <p:cNvSpPr/>
            <p:nvPr/>
          </p:nvSpPr>
          <p:spPr>
            <a:xfrm>
              <a:off x="5448700" y="4878125"/>
              <a:ext cx="93475" cy="135100"/>
            </a:xfrm>
            <a:custGeom>
              <a:avLst/>
              <a:gdLst/>
              <a:ahLst/>
              <a:cxnLst/>
              <a:rect l="l" t="t" r="r" b="b"/>
              <a:pathLst>
                <a:path w="3739" h="5404" extrusionOk="0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0">
              <a:extLst>
                <a:ext uri="{FF2B5EF4-FFF2-40B4-BE49-F238E27FC236}">
                  <a16:creationId xmlns:a16="http://schemas.microsoft.com/office/drawing/2014/main" id="{9CA633A8-CBCE-9B10-0DCB-A894B195CA79}"/>
                </a:ext>
              </a:extLst>
            </p:cNvPr>
            <p:cNvSpPr/>
            <p:nvPr/>
          </p:nvSpPr>
          <p:spPr>
            <a:xfrm>
              <a:off x="5446075" y="4875475"/>
              <a:ext cx="98725" cy="140425"/>
            </a:xfrm>
            <a:custGeom>
              <a:avLst/>
              <a:gdLst/>
              <a:ahLst/>
              <a:cxnLst/>
              <a:rect l="l" t="t" r="r" b="b"/>
              <a:pathLst>
                <a:path w="3949" h="5617" extrusionOk="0">
                  <a:moveTo>
                    <a:pt x="1975" y="214"/>
                  </a:moveTo>
                  <a:cubicBezTo>
                    <a:pt x="2945" y="214"/>
                    <a:pt x="3736" y="1377"/>
                    <a:pt x="3736" y="2809"/>
                  </a:cubicBezTo>
                  <a:cubicBezTo>
                    <a:pt x="3736" y="4240"/>
                    <a:pt x="2947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4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0">
              <a:extLst>
                <a:ext uri="{FF2B5EF4-FFF2-40B4-BE49-F238E27FC236}">
                  <a16:creationId xmlns:a16="http://schemas.microsoft.com/office/drawing/2014/main" id="{028C7BCA-BCB0-9DC1-0909-46A6E2EA4C75}"/>
                </a:ext>
              </a:extLst>
            </p:cNvPr>
            <p:cNvSpPr/>
            <p:nvPr/>
          </p:nvSpPr>
          <p:spPr>
            <a:xfrm>
              <a:off x="5476150" y="491780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0">
              <a:extLst>
                <a:ext uri="{FF2B5EF4-FFF2-40B4-BE49-F238E27FC236}">
                  <a16:creationId xmlns:a16="http://schemas.microsoft.com/office/drawing/2014/main" id="{A256A74E-E6F0-983C-7E3D-C1C2B5E789DB}"/>
                </a:ext>
              </a:extLst>
            </p:cNvPr>
            <p:cNvSpPr/>
            <p:nvPr/>
          </p:nvSpPr>
          <p:spPr>
            <a:xfrm>
              <a:off x="5473475" y="4915125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908"/>
                    <a:pt x="1756" y="1223"/>
                  </a:cubicBezTo>
                  <a:cubicBezTo>
                    <a:pt x="1756" y="53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0">
              <a:extLst>
                <a:ext uri="{FF2B5EF4-FFF2-40B4-BE49-F238E27FC236}">
                  <a16:creationId xmlns:a16="http://schemas.microsoft.com/office/drawing/2014/main" id="{AD32FC65-9390-4211-3FC9-3CCDEA3610EB}"/>
                </a:ext>
              </a:extLst>
            </p:cNvPr>
            <p:cNvSpPr/>
            <p:nvPr/>
          </p:nvSpPr>
          <p:spPr>
            <a:xfrm>
              <a:off x="5480950" y="491780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0">
              <a:extLst>
                <a:ext uri="{FF2B5EF4-FFF2-40B4-BE49-F238E27FC236}">
                  <a16:creationId xmlns:a16="http://schemas.microsoft.com/office/drawing/2014/main" id="{32F492D2-5E50-5FB6-7D48-A1EF117ED3DD}"/>
                </a:ext>
              </a:extLst>
            </p:cNvPr>
            <p:cNvSpPr/>
            <p:nvPr/>
          </p:nvSpPr>
          <p:spPr>
            <a:xfrm>
              <a:off x="5478275" y="4915125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908"/>
                    <a:pt x="1756" y="1223"/>
                  </a:cubicBezTo>
                  <a:cubicBezTo>
                    <a:pt x="1756" y="53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0">
              <a:extLst>
                <a:ext uri="{FF2B5EF4-FFF2-40B4-BE49-F238E27FC236}">
                  <a16:creationId xmlns:a16="http://schemas.microsoft.com/office/drawing/2014/main" id="{6CE0E244-5E87-E846-B030-1DF9685E5955}"/>
                </a:ext>
              </a:extLst>
            </p:cNvPr>
            <p:cNvSpPr/>
            <p:nvPr/>
          </p:nvSpPr>
          <p:spPr>
            <a:xfrm>
              <a:off x="5376175" y="5090850"/>
              <a:ext cx="53050" cy="43350"/>
            </a:xfrm>
            <a:custGeom>
              <a:avLst/>
              <a:gdLst/>
              <a:ahLst/>
              <a:cxnLst/>
              <a:rect l="l" t="t" r="r" b="b"/>
              <a:pathLst>
                <a:path w="2122" h="1734" extrusionOk="0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4"/>
                    <a:pt x="600" y="1734"/>
                  </a:cubicBezTo>
                  <a:lnTo>
                    <a:pt x="2122" y="1734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0">
              <a:extLst>
                <a:ext uri="{FF2B5EF4-FFF2-40B4-BE49-F238E27FC236}">
                  <a16:creationId xmlns:a16="http://schemas.microsoft.com/office/drawing/2014/main" id="{76F86D7D-172F-823C-FAE2-1E19CBC4712D}"/>
                </a:ext>
              </a:extLst>
            </p:cNvPr>
            <p:cNvSpPr/>
            <p:nvPr/>
          </p:nvSpPr>
          <p:spPr>
            <a:xfrm>
              <a:off x="5373525" y="5088175"/>
              <a:ext cx="58375" cy="48725"/>
            </a:xfrm>
            <a:custGeom>
              <a:avLst/>
              <a:gdLst/>
              <a:ahLst/>
              <a:cxnLst/>
              <a:rect l="l" t="t" r="r" b="b"/>
              <a:pathLst>
                <a:path w="2335" h="1949" extrusionOk="0">
                  <a:moveTo>
                    <a:pt x="706" y="213"/>
                  </a:moveTo>
                  <a:lnTo>
                    <a:pt x="706" y="215"/>
                  </a:lnTo>
                  <a:lnTo>
                    <a:pt x="2122" y="215"/>
                  </a:lnTo>
                  <a:lnTo>
                    <a:pt x="2122" y="1735"/>
                  </a:lnTo>
                  <a:lnTo>
                    <a:pt x="706" y="1735"/>
                  </a:lnTo>
                  <a:cubicBezTo>
                    <a:pt x="438" y="1735"/>
                    <a:pt x="213" y="1388"/>
                    <a:pt x="213" y="976"/>
                  </a:cubicBezTo>
                  <a:cubicBezTo>
                    <a:pt x="213" y="562"/>
                    <a:pt x="438" y="213"/>
                    <a:pt x="706" y="213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1"/>
                    <a:pt x="0" y="976"/>
                  </a:cubicBezTo>
                  <a:cubicBezTo>
                    <a:pt x="0" y="1521"/>
                    <a:pt x="310" y="1948"/>
                    <a:pt x="706" y="1948"/>
                  </a:cubicBezTo>
                  <a:lnTo>
                    <a:pt x="2228" y="1948"/>
                  </a:lnTo>
                  <a:cubicBezTo>
                    <a:pt x="2287" y="1948"/>
                    <a:pt x="2335" y="1900"/>
                    <a:pt x="2335" y="1841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0">
              <a:extLst>
                <a:ext uri="{FF2B5EF4-FFF2-40B4-BE49-F238E27FC236}">
                  <a16:creationId xmlns:a16="http://schemas.microsoft.com/office/drawing/2014/main" id="{9C6C5488-23DD-2AF0-C6E0-BD724BE812FC}"/>
                </a:ext>
              </a:extLst>
            </p:cNvPr>
            <p:cNvSpPr/>
            <p:nvPr/>
          </p:nvSpPr>
          <p:spPr>
            <a:xfrm>
              <a:off x="5414250" y="5090850"/>
              <a:ext cx="30025" cy="43350"/>
            </a:xfrm>
            <a:custGeom>
              <a:avLst/>
              <a:gdLst/>
              <a:ahLst/>
              <a:cxnLst/>
              <a:rect l="l" t="t" r="r" b="b"/>
              <a:pathLst>
                <a:path w="1201" h="1734" extrusionOk="0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7" y="1734"/>
                    <a:pt x="599" y="1734"/>
                  </a:cubicBezTo>
                  <a:cubicBezTo>
                    <a:pt x="932" y="1734"/>
                    <a:pt x="1200" y="1347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0">
              <a:extLst>
                <a:ext uri="{FF2B5EF4-FFF2-40B4-BE49-F238E27FC236}">
                  <a16:creationId xmlns:a16="http://schemas.microsoft.com/office/drawing/2014/main" id="{23A3CC9A-E7CE-661E-701E-5985A6CA67EF}"/>
                </a:ext>
              </a:extLst>
            </p:cNvPr>
            <p:cNvSpPr/>
            <p:nvPr/>
          </p:nvSpPr>
          <p:spPr>
            <a:xfrm>
              <a:off x="5411550" y="5088175"/>
              <a:ext cx="35400" cy="48725"/>
            </a:xfrm>
            <a:custGeom>
              <a:avLst/>
              <a:gdLst/>
              <a:ahLst/>
              <a:cxnLst/>
              <a:rect l="l" t="t" r="r" b="b"/>
              <a:pathLst>
                <a:path w="1416" h="1949" extrusionOk="0">
                  <a:moveTo>
                    <a:pt x="707" y="213"/>
                  </a:moveTo>
                  <a:cubicBezTo>
                    <a:pt x="975" y="213"/>
                    <a:pt x="1203" y="563"/>
                    <a:pt x="1203" y="976"/>
                  </a:cubicBezTo>
                  <a:cubicBezTo>
                    <a:pt x="1203" y="1387"/>
                    <a:pt x="979" y="1735"/>
                    <a:pt x="707" y="1735"/>
                  </a:cubicBezTo>
                  <a:cubicBezTo>
                    <a:pt x="436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1"/>
                    <a:pt x="1" y="976"/>
                  </a:cubicBezTo>
                  <a:cubicBezTo>
                    <a:pt x="1" y="1521"/>
                    <a:pt x="311" y="1948"/>
                    <a:pt x="707" y="1948"/>
                  </a:cubicBezTo>
                  <a:cubicBezTo>
                    <a:pt x="1097" y="1948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0">
              <a:extLst>
                <a:ext uri="{FF2B5EF4-FFF2-40B4-BE49-F238E27FC236}">
                  <a16:creationId xmlns:a16="http://schemas.microsoft.com/office/drawing/2014/main" id="{AFC688CC-CD19-DF0C-2060-5682234DDCAB}"/>
                </a:ext>
              </a:extLst>
            </p:cNvPr>
            <p:cNvSpPr/>
            <p:nvPr/>
          </p:nvSpPr>
          <p:spPr>
            <a:xfrm>
              <a:off x="5409950" y="5067975"/>
              <a:ext cx="69300" cy="89175"/>
            </a:xfrm>
            <a:custGeom>
              <a:avLst/>
              <a:gdLst/>
              <a:ahLst/>
              <a:cxnLst/>
              <a:rect l="l" t="t" r="r" b="b"/>
              <a:pathLst>
                <a:path w="2772" h="3567" extrusionOk="0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68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0">
              <a:extLst>
                <a:ext uri="{FF2B5EF4-FFF2-40B4-BE49-F238E27FC236}">
                  <a16:creationId xmlns:a16="http://schemas.microsoft.com/office/drawing/2014/main" id="{A43D2B42-63CC-DCD6-3D3E-EC65B832E3CA}"/>
                </a:ext>
              </a:extLst>
            </p:cNvPr>
            <p:cNvSpPr/>
            <p:nvPr/>
          </p:nvSpPr>
          <p:spPr>
            <a:xfrm>
              <a:off x="5407325" y="5065325"/>
              <a:ext cx="74575" cy="94500"/>
            </a:xfrm>
            <a:custGeom>
              <a:avLst/>
              <a:gdLst/>
              <a:ahLst/>
              <a:cxnLst/>
              <a:rect l="l" t="t" r="r" b="b"/>
              <a:pathLst>
                <a:path w="2983" h="3780" extrusionOk="0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0">
              <a:extLst>
                <a:ext uri="{FF2B5EF4-FFF2-40B4-BE49-F238E27FC236}">
                  <a16:creationId xmlns:a16="http://schemas.microsoft.com/office/drawing/2014/main" id="{A3724F13-56BB-F667-DEB0-017CB6E925CB}"/>
                </a:ext>
              </a:extLst>
            </p:cNvPr>
            <p:cNvSpPr/>
            <p:nvPr/>
          </p:nvSpPr>
          <p:spPr>
            <a:xfrm>
              <a:off x="5448425" y="5067975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800"/>
                    <a:pt x="0" y="1784"/>
                  </a:cubicBezTo>
                  <a:cubicBezTo>
                    <a:pt x="0" y="2766"/>
                    <a:pt x="552" y="3566"/>
                    <a:pt x="1233" y="3566"/>
                  </a:cubicBezTo>
                  <a:cubicBezTo>
                    <a:pt x="1912" y="3566"/>
                    <a:pt x="2466" y="2766"/>
                    <a:pt x="2466" y="1784"/>
                  </a:cubicBezTo>
                  <a:cubicBezTo>
                    <a:pt x="2466" y="798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0">
              <a:extLst>
                <a:ext uri="{FF2B5EF4-FFF2-40B4-BE49-F238E27FC236}">
                  <a16:creationId xmlns:a16="http://schemas.microsoft.com/office/drawing/2014/main" id="{47203751-3053-6CC0-658E-91A7E9D4C9AE}"/>
                </a:ext>
              </a:extLst>
            </p:cNvPr>
            <p:cNvSpPr/>
            <p:nvPr/>
          </p:nvSpPr>
          <p:spPr>
            <a:xfrm>
              <a:off x="5445725" y="5065325"/>
              <a:ext cx="67000" cy="94500"/>
            </a:xfrm>
            <a:custGeom>
              <a:avLst/>
              <a:gdLst/>
              <a:ahLst/>
              <a:cxnLst/>
              <a:rect l="l" t="t" r="r" b="b"/>
              <a:pathLst>
                <a:path w="2680" h="3780" extrusionOk="0">
                  <a:moveTo>
                    <a:pt x="1341" y="213"/>
                  </a:moveTo>
                  <a:cubicBezTo>
                    <a:pt x="1962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2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0">
              <a:extLst>
                <a:ext uri="{FF2B5EF4-FFF2-40B4-BE49-F238E27FC236}">
                  <a16:creationId xmlns:a16="http://schemas.microsoft.com/office/drawing/2014/main" id="{E69C2636-CC61-8C02-3584-60E4EF4751E2}"/>
                </a:ext>
              </a:extLst>
            </p:cNvPr>
            <p:cNvSpPr/>
            <p:nvPr/>
          </p:nvSpPr>
          <p:spPr>
            <a:xfrm>
              <a:off x="5437850" y="5045000"/>
              <a:ext cx="93400" cy="135100"/>
            </a:xfrm>
            <a:custGeom>
              <a:avLst/>
              <a:gdLst/>
              <a:ahLst/>
              <a:cxnLst/>
              <a:rect l="l" t="t" r="r" b="b"/>
              <a:pathLst>
                <a:path w="3736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0">
              <a:extLst>
                <a:ext uri="{FF2B5EF4-FFF2-40B4-BE49-F238E27FC236}">
                  <a16:creationId xmlns:a16="http://schemas.microsoft.com/office/drawing/2014/main" id="{AD287ADD-7E3D-9483-9896-A968FE1736E9}"/>
                </a:ext>
              </a:extLst>
            </p:cNvPr>
            <p:cNvSpPr/>
            <p:nvPr/>
          </p:nvSpPr>
          <p:spPr>
            <a:xfrm>
              <a:off x="5435200" y="5042325"/>
              <a:ext cx="98750" cy="140450"/>
            </a:xfrm>
            <a:custGeom>
              <a:avLst/>
              <a:gdLst/>
              <a:ahLst/>
              <a:cxnLst/>
              <a:rect l="l" t="t" r="r" b="b"/>
              <a:pathLst>
                <a:path w="3950" h="5618" extrusionOk="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0">
              <a:extLst>
                <a:ext uri="{FF2B5EF4-FFF2-40B4-BE49-F238E27FC236}">
                  <a16:creationId xmlns:a16="http://schemas.microsoft.com/office/drawing/2014/main" id="{EAD08C5D-DF7D-DB87-9737-EB00C3AB83F4}"/>
                </a:ext>
              </a:extLst>
            </p:cNvPr>
            <p:cNvSpPr/>
            <p:nvPr/>
          </p:nvSpPr>
          <p:spPr>
            <a:xfrm>
              <a:off x="5448700" y="5045000"/>
              <a:ext cx="93475" cy="135100"/>
            </a:xfrm>
            <a:custGeom>
              <a:avLst/>
              <a:gdLst/>
              <a:ahLst/>
              <a:cxnLst/>
              <a:rect l="l" t="t" r="r" b="b"/>
              <a:pathLst>
                <a:path w="3739" h="5404" extrusionOk="0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0">
              <a:extLst>
                <a:ext uri="{FF2B5EF4-FFF2-40B4-BE49-F238E27FC236}">
                  <a16:creationId xmlns:a16="http://schemas.microsoft.com/office/drawing/2014/main" id="{A86E5CAE-6C06-AC75-1481-1DD6367F2918}"/>
                </a:ext>
              </a:extLst>
            </p:cNvPr>
            <p:cNvSpPr/>
            <p:nvPr/>
          </p:nvSpPr>
          <p:spPr>
            <a:xfrm>
              <a:off x="5446075" y="5042325"/>
              <a:ext cx="98725" cy="140450"/>
            </a:xfrm>
            <a:custGeom>
              <a:avLst/>
              <a:gdLst/>
              <a:ahLst/>
              <a:cxnLst/>
              <a:rect l="l" t="t" r="r" b="b"/>
              <a:pathLst>
                <a:path w="3949" h="5618" extrusionOk="0">
                  <a:moveTo>
                    <a:pt x="1975" y="215"/>
                  </a:moveTo>
                  <a:cubicBezTo>
                    <a:pt x="2945" y="215"/>
                    <a:pt x="3736" y="1377"/>
                    <a:pt x="3736" y="2810"/>
                  </a:cubicBezTo>
                  <a:cubicBezTo>
                    <a:pt x="3736" y="4241"/>
                    <a:pt x="2947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4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0">
              <a:extLst>
                <a:ext uri="{FF2B5EF4-FFF2-40B4-BE49-F238E27FC236}">
                  <a16:creationId xmlns:a16="http://schemas.microsoft.com/office/drawing/2014/main" id="{C6EAD8E0-EDD9-A400-7D3C-5C9182E83284}"/>
                </a:ext>
              </a:extLst>
            </p:cNvPr>
            <p:cNvSpPr/>
            <p:nvPr/>
          </p:nvSpPr>
          <p:spPr>
            <a:xfrm>
              <a:off x="5476150" y="508465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0">
              <a:extLst>
                <a:ext uri="{FF2B5EF4-FFF2-40B4-BE49-F238E27FC236}">
                  <a16:creationId xmlns:a16="http://schemas.microsoft.com/office/drawing/2014/main" id="{07618485-7A55-86F2-2CA7-582EFFC2BF06}"/>
                </a:ext>
              </a:extLst>
            </p:cNvPr>
            <p:cNvSpPr/>
            <p:nvPr/>
          </p:nvSpPr>
          <p:spPr>
            <a:xfrm>
              <a:off x="5473475" y="5082000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39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896"/>
                    <a:pt x="1756" y="1223"/>
                  </a:cubicBezTo>
                  <a:cubicBezTo>
                    <a:pt x="1756" y="54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0">
              <a:extLst>
                <a:ext uri="{FF2B5EF4-FFF2-40B4-BE49-F238E27FC236}">
                  <a16:creationId xmlns:a16="http://schemas.microsoft.com/office/drawing/2014/main" id="{1F9E47E5-F0B3-E45F-EE95-218E499E2DC6}"/>
                </a:ext>
              </a:extLst>
            </p:cNvPr>
            <p:cNvSpPr/>
            <p:nvPr/>
          </p:nvSpPr>
          <p:spPr>
            <a:xfrm>
              <a:off x="5480950" y="5084650"/>
              <a:ext cx="38550" cy="55800"/>
            </a:xfrm>
            <a:custGeom>
              <a:avLst/>
              <a:gdLst/>
              <a:ahLst/>
              <a:cxnLst/>
              <a:rect l="l" t="t" r="r" b="b"/>
              <a:pathLst>
                <a:path w="1542" h="2232" extrusionOk="0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>
              <a:extLst>
                <a:ext uri="{FF2B5EF4-FFF2-40B4-BE49-F238E27FC236}">
                  <a16:creationId xmlns:a16="http://schemas.microsoft.com/office/drawing/2014/main" id="{E37578FE-A2CB-4408-10A3-2D43C21278F6}"/>
                </a:ext>
              </a:extLst>
            </p:cNvPr>
            <p:cNvSpPr/>
            <p:nvPr/>
          </p:nvSpPr>
          <p:spPr>
            <a:xfrm>
              <a:off x="5478275" y="5082000"/>
              <a:ext cx="43900" cy="61100"/>
            </a:xfrm>
            <a:custGeom>
              <a:avLst/>
              <a:gdLst/>
              <a:ahLst/>
              <a:cxnLst/>
              <a:rect l="l" t="t" r="r" b="b"/>
              <a:pathLst>
                <a:path w="1756" h="2444" extrusionOk="0">
                  <a:moveTo>
                    <a:pt x="879" y="213"/>
                  </a:moveTo>
                  <a:cubicBezTo>
                    <a:pt x="1237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896"/>
                    <a:pt x="1756" y="1223"/>
                  </a:cubicBezTo>
                  <a:cubicBezTo>
                    <a:pt x="1756" y="54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0">
              <a:extLst>
                <a:ext uri="{FF2B5EF4-FFF2-40B4-BE49-F238E27FC236}">
                  <a16:creationId xmlns:a16="http://schemas.microsoft.com/office/drawing/2014/main" id="{A975FB60-7CCC-077E-6457-013EA0253027}"/>
                </a:ext>
              </a:extLst>
            </p:cNvPr>
            <p:cNvSpPr/>
            <p:nvPr/>
          </p:nvSpPr>
          <p:spPr>
            <a:xfrm>
              <a:off x="5525575" y="4378425"/>
              <a:ext cx="21775" cy="14450"/>
            </a:xfrm>
            <a:custGeom>
              <a:avLst/>
              <a:gdLst/>
              <a:ahLst/>
              <a:cxnLst/>
              <a:rect l="l" t="t" r="r" b="b"/>
              <a:pathLst>
                <a:path w="871" h="578" extrusionOk="0">
                  <a:moveTo>
                    <a:pt x="745" y="1"/>
                  </a:moveTo>
                  <a:cubicBezTo>
                    <a:pt x="519" y="165"/>
                    <a:pt x="267" y="290"/>
                    <a:pt x="1" y="373"/>
                  </a:cubicBezTo>
                  <a:lnTo>
                    <a:pt x="63" y="577"/>
                  </a:lnTo>
                  <a:cubicBezTo>
                    <a:pt x="353" y="486"/>
                    <a:pt x="624" y="351"/>
                    <a:pt x="870" y="174"/>
                  </a:cubicBezTo>
                  <a:lnTo>
                    <a:pt x="7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0">
              <a:extLst>
                <a:ext uri="{FF2B5EF4-FFF2-40B4-BE49-F238E27FC236}">
                  <a16:creationId xmlns:a16="http://schemas.microsoft.com/office/drawing/2014/main" id="{8CBA70BB-DA1B-8049-BC17-EF8B9742DC3A}"/>
                </a:ext>
              </a:extLst>
            </p:cNvPr>
            <p:cNvSpPr/>
            <p:nvPr/>
          </p:nvSpPr>
          <p:spPr>
            <a:xfrm>
              <a:off x="5431600" y="4252325"/>
              <a:ext cx="155675" cy="138350"/>
            </a:xfrm>
            <a:custGeom>
              <a:avLst/>
              <a:gdLst/>
              <a:ahLst/>
              <a:cxnLst/>
              <a:rect l="l" t="t" r="r" b="b"/>
              <a:pathLst>
                <a:path w="6227" h="5534" extrusionOk="0">
                  <a:moveTo>
                    <a:pt x="2958" y="0"/>
                  </a:moveTo>
                  <a:cubicBezTo>
                    <a:pt x="2591" y="0"/>
                    <a:pt x="2224" y="71"/>
                    <a:pt x="1873" y="213"/>
                  </a:cubicBezTo>
                  <a:cubicBezTo>
                    <a:pt x="1161" y="502"/>
                    <a:pt x="605" y="1052"/>
                    <a:pt x="305" y="1760"/>
                  </a:cubicBezTo>
                  <a:cubicBezTo>
                    <a:pt x="6" y="2469"/>
                    <a:pt x="0" y="3251"/>
                    <a:pt x="289" y="3964"/>
                  </a:cubicBezTo>
                  <a:cubicBezTo>
                    <a:pt x="579" y="4676"/>
                    <a:pt x="1127" y="5234"/>
                    <a:pt x="1836" y="5533"/>
                  </a:cubicBezTo>
                  <a:lnTo>
                    <a:pt x="1919" y="5337"/>
                  </a:lnTo>
                  <a:cubicBezTo>
                    <a:pt x="1264" y="5060"/>
                    <a:pt x="755" y="4543"/>
                    <a:pt x="487" y="3884"/>
                  </a:cubicBezTo>
                  <a:cubicBezTo>
                    <a:pt x="219" y="3224"/>
                    <a:pt x="225" y="2499"/>
                    <a:pt x="502" y="1844"/>
                  </a:cubicBezTo>
                  <a:cubicBezTo>
                    <a:pt x="779" y="1187"/>
                    <a:pt x="1294" y="679"/>
                    <a:pt x="1954" y="411"/>
                  </a:cubicBezTo>
                  <a:cubicBezTo>
                    <a:pt x="2278" y="280"/>
                    <a:pt x="2618" y="214"/>
                    <a:pt x="2958" y="214"/>
                  </a:cubicBezTo>
                  <a:cubicBezTo>
                    <a:pt x="3310" y="214"/>
                    <a:pt x="3661" y="284"/>
                    <a:pt x="3995" y="425"/>
                  </a:cubicBezTo>
                  <a:cubicBezTo>
                    <a:pt x="5348" y="998"/>
                    <a:pt x="5984" y="2564"/>
                    <a:pt x="5412" y="3918"/>
                  </a:cubicBezTo>
                  <a:cubicBezTo>
                    <a:pt x="5304" y="4175"/>
                    <a:pt x="5156" y="4412"/>
                    <a:pt x="4975" y="4622"/>
                  </a:cubicBezTo>
                  <a:lnTo>
                    <a:pt x="5135" y="4762"/>
                  </a:lnTo>
                  <a:cubicBezTo>
                    <a:pt x="5332" y="4534"/>
                    <a:pt x="5491" y="4280"/>
                    <a:pt x="5609" y="4001"/>
                  </a:cubicBezTo>
                  <a:cubicBezTo>
                    <a:pt x="6227" y="2539"/>
                    <a:pt x="5539" y="846"/>
                    <a:pt x="4077" y="228"/>
                  </a:cubicBezTo>
                  <a:cubicBezTo>
                    <a:pt x="3717" y="76"/>
                    <a:pt x="3337" y="0"/>
                    <a:pt x="2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0">
              <a:extLst>
                <a:ext uri="{FF2B5EF4-FFF2-40B4-BE49-F238E27FC236}">
                  <a16:creationId xmlns:a16="http://schemas.microsoft.com/office/drawing/2014/main" id="{2454ADFB-F32F-0F04-8DF0-32FFC511B7F1}"/>
                </a:ext>
              </a:extLst>
            </p:cNvPr>
            <p:cNvSpPr/>
            <p:nvPr/>
          </p:nvSpPr>
          <p:spPr>
            <a:xfrm>
              <a:off x="5387000" y="3489125"/>
              <a:ext cx="221100" cy="145425"/>
            </a:xfrm>
            <a:custGeom>
              <a:avLst/>
              <a:gdLst/>
              <a:ahLst/>
              <a:cxnLst/>
              <a:rect l="l" t="t" r="r" b="b"/>
              <a:pathLst>
                <a:path w="8844" h="5817" extrusionOk="0">
                  <a:moveTo>
                    <a:pt x="3528" y="0"/>
                  </a:moveTo>
                  <a:cubicBezTo>
                    <a:pt x="2005" y="0"/>
                    <a:pt x="753" y="647"/>
                    <a:pt x="434" y="1734"/>
                  </a:cubicBezTo>
                  <a:cubicBezTo>
                    <a:pt x="0" y="3202"/>
                    <a:pt x="1436" y="4919"/>
                    <a:pt x="3639" y="5568"/>
                  </a:cubicBezTo>
                  <a:cubicBezTo>
                    <a:pt x="4212" y="5737"/>
                    <a:pt x="4780" y="5817"/>
                    <a:pt x="5315" y="5817"/>
                  </a:cubicBezTo>
                  <a:cubicBezTo>
                    <a:pt x="6837" y="5817"/>
                    <a:pt x="8091" y="5170"/>
                    <a:pt x="8411" y="4083"/>
                  </a:cubicBezTo>
                  <a:cubicBezTo>
                    <a:pt x="8843" y="2614"/>
                    <a:pt x="7408" y="897"/>
                    <a:pt x="5206" y="249"/>
                  </a:cubicBezTo>
                  <a:cubicBezTo>
                    <a:pt x="4632" y="80"/>
                    <a:pt x="4063" y="0"/>
                    <a:pt x="3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0">
              <a:extLst>
                <a:ext uri="{FF2B5EF4-FFF2-40B4-BE49-F238E27FC236}">
                  <a16:creationId xmlns:a16="http://schemas.microsoft.com/office/drawing/2014/main" id="{FBBE0C86-1E39-1D6E-AB6B-09354B976D77}"/>
                </a:ext>
              </a:extLst>
            </p:cNvPr>
            <p:cNvSpPr/>
            <p:nvPr/>
          </p:nvSpPr>
          <p:spPr>
            <a:xfrm>
              <a:off x="5389750" y="3486425"/>
              <a:ext cx="215575" cy="150725"/>
            </a:xfrm>
            <a:custGeom>
              <a:avLst/>
              <a:gdLst/>
              <a:ahLst/>
              <a:cxnLst/>
              <a:rect l="l" t="t" r="r" b="b"/>
              <a:pathLst>
                <a:path w="8623" h="6029" extrusionOk="0">
                  <a:moveTo>
                    <a:pt x="3418" y="214"/>
                  </a:moveTo>
                  <a:cubicBezTo>
                    <a:pt x="3952" y="214"/>
                    <a:pt x="4510" y="296"/>
                    <a:pt x="5064" y="459"/>
                  </a:cubicBezTo>
                  <a:cubicBezTo>
                    <a:pt x="6111" y="767"/>
                    <a:pt x="7012" y="1327"/>
                    <a:pt x="7604" y="2035"/>
                  </a:cubicBezTo>
                  <a:cubicBezTo>
                    <a:pt x="8187" y="2731"/>
                    <a:pt x="8397" y="3486"/>
                    <a:pt x="8199" y="4162"/>
                  </a:cubicBezTo>
                  <a:cubicBezTo>
                    <a:pt x="7892" y="5201"/>
                    <a:pt x="6681" y="5818"/>
                    <a:pt x="5208" y="5818"/>
                  </a:cubicBezTo>
                  <a:cubicBezTo>
                    <a:pt x="4682" y="5818"/>
                    <a:pt x="4123" y="5739"/>
                    <a:pt x="3559" y="5573"/>
                  </a:cubicBezTo>
                  <a:cubicBezTo>
                    <a:pt x="2514" y="5265"/>
                    <a:pt x="1611" y="4705"/>
                    <a:pt x="1019" y="3998"/>
                  </a:cubicBezTo>
                  <a:cubicBezTo>
                    <a:pt x="437" y="3303"/>
                    <a:pt x="227" y="2546"/>
                    <a:pt x="425" y="1872"/>
                  </a:cubicBezTo>
                  <a:cubicBezTo>
                    <a:pt x="624" y="1197"/>
                    <a:pt x="1211" y="676"/>
                    <a:pt x="2076" y="407"/>
                  </a:cubicBezTo>
                  <a:cubicBezTo>
                    <a:pt x="2490" y="279"/>
                    <a:pt x="2944" y="214"/>
                    <a:pt x="3418" y="214"/>
                  </a:cubicBezTo>
                  <a:close/>
                  <a:moveTo>
                    <a:pt x="3419" y="1"/>
                  </a:moveTo>
                  <a:cubicBezTo>
                    <a:pt x="2923" y="1"/>
                    <a:pt x="2448" y="68"/>
                    <a:pt x="2014" y="204"/>
                  </a:cubicBezTo>
                  <a:cubicBezTo>
                    <a:pt x="1077" y="494"/>
                    <a:pt x="440" y="1066"/>
                    <a:pt x="221" y="1812"/>
                  </a:cubicBezTo>
                  <a:cubicBezTo>
                    <a:pt x="0" y="2557"/>
                    <a:pt x="227" y="3381"/>
                    <a:pt x="855" y="4135"/>
                  </a:cubicBezTo>
                  <a:cubicBezTo>
                    <a:pt x="1475" y="4875"/>
                    <a:pt x="2413" y="5459"/>
                    <a:pt x="3498" y="5779"/>
                  </a:cubicBezTo>
                  <a:cubicBezTo>
                    <a:pt x="4079" y="5948"/>
                    <a:pt x="4653" y="6029"/>
                    <a:pt x="5197" y="6029"/>
                  </a:cubicBezTo>
                  <a:cubicBezTo>
                    <a:pt x="6769" y="6029"/>
                    <a:pt x="8070" y="5353"/>
                    <a:pt x="8403" y="4221"/>
                  </a:cubicBezTo>
                  <a:cubicBezTo>
                    <a:pt x="8623" y="3475"/>
                    <a:pt x="8397" y="2650"/>
                    <a:pt x="7768" y="1898"/>
                  </a:cubicBezTo>
                  <a:cubicBezTo>
                    <a:pt x="7149" y="1158"/>
                    <a:pt x="6211" y="575"/>
                    <a:pt x="5125" y="255"/>
                  </a:cubicBezTo>
                  <a:cubicBezTo>
                    <a:pt x="4552" y="86"/>
                    <a:pt x="3973" y="1"/>
                    <a:pt x="341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0">
              <a:extLst>
                <a:ext uri="{FF2B5EF4-FFF2-40B4-BE49-F238E27FC236}">
                  <a16:creationId xmlns:a16="http://schemas.microsoft.com/office/drawing/2014/main" id="{8D59258F-C6DB-9503-5062-1EE1CC25533E}"/>
                </a:ext>
              </a:extLst>
            </p:cNvPr>
            <p:cNvSpPr/>
            <p:nvPr/>
          </p:nvSpPr>
          <p:spPr>
            <a:xfrm>
              <a:off x="5340250" y="4430800"/>
              <a:ext cx="64000" cy="64025"/>
            </a:xfrm>
            <a:custGeom>
              <a:avLst/>
              <a:gdLst/>
              <a:ahLst/>
              <a:cxnLst/>
              <a:rect l="l" t="t" r="r" b="b"/>
              <a:pathLst>
                <a:path w="2560" h="2561" extrusionOk="0">
                  <a:moveTo>
                    <a:pt x="1279" y="1"/>
                  </a:moveTo>
                  <a:cubicBezTo>
                    <a:pt x="573" y="1"/>
                    <a:pt x="0" y="574"/>
                    <a:pt x="0" y="1281"/>
                  </a:cubicBezTo>
                  <a:cubicBezTo>
                    <a:pt x="0" y="1987"/>
                    <a:pt x="573" y="2560"/>
                    <a:pt x="1279" y="2560"/>
                  </a:cubicBezTo>
                  <a:cubicBezTo>
                    <a:pt x="1986" y="2560"/>
                    <a:pt x="2560" y="1987"/>
                    <a:pt x="2560" y="1281"/>
                  </a:cubicBezTo>
                  <a:cubicBezTo>
                    <a:pt x="2560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0">
              <a:extLst>
                <a:ext uri="{FF2B5EF4-FFF2-40B4-BE49-F238E27FC236}">
                  <a16:creationId xmlns:a16="http://schemas.microsoft.com/office/drawing/2014/main" id="{37E873D1-9D26-5696-31E0-C05E29AD864D}"/>
                </a:ext>
              </a:extLst>
            </p:cNvPr>
            <p:cNvSpPr/>
            <p:nvPr/>
          </p:nvSpPr>
          <p:spPr>
            <a:xfrm>
              <a:off x="5337550" y="4428175"/>
              <a:ext cx="69350" cy="69325"/>
            </a:xfrm>
            <a:custGeom>
              <a:avLst/>
              <a:gdLst/>
              <a:ahLst/>
              <a:cxnLst/>
              <a:rect l="l" t="t" r="r" b="b"/>
              <a:pathLst>
                <a:path w="2774" h="2773" extrusionOk="0">
                  <a:moveTo>
                    <a:pt x="1387" y="213"/>
                  </a:moveTo>
                  <a:cubicBezTo>
                    <a:pt x="2033" y="213"/>
                    <a:pt x="2560" y="740"/>
                    <a:pt x="2560" y="1386"/>
                  </a:cubicBezTo>
                  <a:cubicBezTo>
                    <a:pt x="2560" y="2033"/>
                    <a:pt x="2033" y="2560"/>
                    <a:pt x="1387" y="2560"/>
                  </a:cubicBezTo>
                  <a:cubicBezTo>
                    <a:pt x="741" y="2560"/>
                    <a:pt x="214" y="2033"/>
                    <a:pt x="214" y="1386"/>
                  </a:cubicBezTo>
                  <a:cubicBezTo>
                    <a:pt x="214" y="740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3"/>
                    <a:pt x="1387" y="2773"/>
                  </a:cubicBezTo>
                  <a:cubicBezTo>
                    <a:pt x="2153" y="2773"/>
                    <a:pt x="2773" y="2150"/>
                    <a:pt x="2773" y="1386"/>
                  </a:cubicBezTo>
                  <a:cubicBezTo>
                    <a:pt x="2773" y="621"/>
                    <a:pt x="2153" y="0"/>
                    <a:pt x="1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0">
              <a:extLst>
                <a:ext uri="{FF2B5EF4-FFF2-40B4-BE49-F238E27FC236}">
                  <a16:creationId xmlns:a16="http://schemas.microsoft.com/office/drawing/2014/main" id="{CD8661E5-5CCD-3F99-5C59-E2CB364B447E}"/>
                </a:ext>
              </a:extLst>
            </p:cNvPr>
            <p:cNvSpPr/>
            <p:nvPr/>
          </p:nvSpPr>
          <p:spPr>
            <a:xfrm>
              <a:off x="4567350" y="4901100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0">
              <a:extLst>
                <a:ext uri="{FF2B5EF4-FFF2-40B4-BE49-F238E27FC236}">
                  <a16:creationId xmlns:a16="http://schemas.microsoft.com/office/drawing/2014/main" id="{AAE3E595-B804-85B2-18C9-727BB8007FFD}"/>
                </a:ext>
              </a:extLst>
            </p:cNvPr>
            <p:cNvSpPr/>
            <p:nvPr/>
          </p:nvSpPr>
          <p:spPr>
            <a:xfrm>
              <a:off x="4564700" y="4898450"/>
              <a:ext cx="66975" cy="94500"/>
            </a:xfrm>
            <a:custGeom>
              <a:avLst/>
              <a:gdLst/>
              <a:ahLst/>
              <a:cxnLst/>
              <a:rect l="l" t="t" r="r" b="b"/>
              <a:pathLst>
                <a:path w="2679" h="3780" extrusionOk="0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0">
              <a:extLst>
                <a:ext uri="{FF2B5EF4-FFF2-40B4-BE49-F238E27FC236}">
                  <a16:creationId xmlns:a16="http://schemas.microsoft.com/office/drawing/2014/main" id="{46D27648-5FFC-9178-558C-73BB7A177ECF}"/>
                </a:ext>
              </a:extLst>
            </p:cNvPr>
            <p:cNvSpPr/>
            <p:nvPr/>
          </p:nvSpPr>
          <p:spPr>
            <a:xfrm>
              <a:off x="4535250" y="4878125"/>
              <a:ext cx="93425" cy="135100"/>
            </a:xfrm>
            <a:custGeom>
              <a:avLst/>
              <a:gdLst/>
              <a:ahLst/>
              <a:cxnLst/>
              <a:rect l="l" t="t" r="r" b="b"/>
              <a:pathLst>
                <a:path w="3737" h="5404" extrusionOk="0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0">
              <a:extLst>
                <a:ext uri="{FF2B5EF4-FFF2-40B4-BE49-F238E27FC236}">
                  <a16:creationId xmlns:a16="http://schemas.microsoft.com/office/drawing/2014/main" id="{B8BDFD28-4F77-AFED-7B7D-C2229DC87F73}"/>
                </a:ext>
              </a:extLst>
            </p:cNvPr>
            <p:cNvSpPr/>
            <p:nvPr/>
          </p:nvSpPr>
          <p:spPr>
            <a:xfrm>
              <a:off x="4532575" y="4875475"/>
              <a:ext cx="98775" cy="140425"/>
            </a:xfrm>
            <a:custGeom>
              <a:avLst/>
              <a:gdLst/>
              <a:ahLst/>
              <a:cxnLst/>
              <a:rect l="l" t="t" r="r" b="b"/>
              <a:pathLst>
                <a:path w="3951" h="5617" extrusionOk="0">
                  <a:moveTo>
                    <a:pt x="1976" y="214"/>
                  </a:moveTo>
                  <a:cubicBezTo>
                    <a:pt x="2947" y="214"/>
                    <a:pt x="3738" y="1377"/>
                    <a:pt x="3738" y="2809"/>
                  </a:cubicBezTo>
                  <a:cubicBezTo>
                    <a:pt x="3738" y="4240"/>
                    <a:pt x="2947" y="5404"/>
                    <a:pt x="1976" y="5404"/>
                  </a:cubicBezTo>
                  <a:cubicBezTo>
                    <a:pt x="1004" y="5404"/>
                    <a:pt x="215" y="4240"/>
                    <a:pt x="215" y="2809"/>
                  </a:cubicBezTo>
                  <a:cubicBezTo>
                    <a:pt x="215" y="1377"/>
                    <a:pt x="1004" y="214"/>
                    <a:pt x="1976" y="214"/>
                  </a:cubicBezTo>
                  <a:close/>
                  <a:moveTo>
                    <a:pt x="1976" y="1"/>
                  </a:moveTo>
                  <a:cubicBezTo>
                    <a:pt x="888" y="1"/>
                    <a:pt x="0" y="1260"/>
                    <a:pt x="0" y="2809"/>
                  </a:cubicBezTo>
                  <a:cubicBezTo>
                    <a:pt x="0" y="4357"/>
                    <a:pt x="888" y="5617"/>
                    <a:pt x="1976" y="5617"/>
                  </a:cubicBezTo>
                  <a:cubicBezTo>
                    <a:pt x="3065" y="5617"/>
                    <a:pt x="3951" y="4357"/>
                    <a:pt x="3951" y="2809"/>
                  </a:cubicBezTo>
                  <a:cubicBezTo>
                    <a:pt x="3951" y="1260"/>
                    <a:pt x="3065" y="1"/>
                    <a:pt x="19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0">
              <a:extLst>
                <a:ext uri="{FF2B5EF4-FFF2-40B4-BE49-F238E27FC236}">
                  <a16:creationId xmlns:a16="http://schemas.microsoft.com/office/drawing/2014/main" id="{E34CE923-B221-C22E-982A-C90FD624C51C}"/>
                </a:ext>
              </a:extLst>
            </p:cNvPr>
            <p:cNvSpPr/>
            <p:nvPr/>
          </p:nvSpPr>
          <p:spPr>
            <a:xfrm>
              <a:off x="4546125" y="4878125"/>
              <a:ext cx="93450" cy="135100"/>
            </a:xfrm>
            <a:custGeom>
              <a:avLst/>
              <a:gdLst/>
              <a:ahLst/>
              <a:cxnLst/>
              <a:rect l="l" t="t" r="r" b="b"/>
              <a:pathLst>
                <a:path w="3738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0">
              <a:extLst>
                <a:ext uri="{FF2B5EF4-FFF2-40B4-BE49-F238E27FC236}">
                  <a16:creationId xmlns:a16="http://schemas.microsoft.com/office/drawing/2014/main" id="{1AA60953-50C7-7395-1BD3-F20B4365ADC3}"/>
                </a:ext>
              </a:extLst>
            </p:cNvPr>
            <p:cNvSpPr/>
            <p:nvPr/>
          </p:nvSpPr>
          <p:spPr>
            <a:xfrm>
              <a:off x="4543475" y="4875475"/>
              <a:ext cx="98750" cy="140425"/>
            </a:xfrm>
            <a:custGeom>
              <a:avLst/>
              <a:gdLst/>
              <a:ahLst/>
              <a:cxnLst/>
              <a:rect l="l" t="t" r="r" b="b"/>
              <a:pathLst>
                <a:path w="3950" h="5617" extrusionOk="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4" y="4240"/>
                    <a:pt x="214" y="2809"/>
                  </a:cubicBezTo>
                  <a:cubicBezTo>
                    <a:pt x="214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7" y="1"/>
                    <a:pt x="1" y="1260"/>
                    <a:pt x="1" y="2809"/>
                  </a:cubicBezTo>
                  <a:cubicBezTo>
                    <a:pt x="1" y="4357"/>
                    <a:pt x="887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0">
              <a:extLst>
                <a:ext uri="{FF2B5EF4-FFF2-40B4-BE49-F238E27FC236}">
                  <a16:creationId xmlns:a16="http://schemas.microsoft.com/office/drawing/2014/main" id="{3B4865D7-90EE-CAE1-90D3-D0F4EACCE9A4}"/>
                </a:ext>
              </a:extLst>
            </p:cNvPr>
            <p:cNvSpPr/>
            <p:nvPr/>
          </p:nvSpPr>
          <p:spPr>
            <a:xfrm>
              <a:off x="4574450" y="4902100"/>
              <a:ext cx="66025" cy="87150"/>
            </a:xfrm>
            <a:custGeom>
              <a:avLst/>
              <a:gdLst/>
              <a:ahLst/>
              <a:cxnLst/>
              <a:rect l="l" t="t" r="r" b="b"/>
              <a:pathLst>
                <a:path w="2641" h="3486" extrusionOk="0">
                  <a:moveTo>
                    <a:pt x="1203" y="0"/>
                  </a:moveTo>
                  <a:cubicBezTo>
                    <a:pt x="539" y="0"/>
                    <a:pt x="0" y="782"/>
                    <a:pt x="0" y="1744"/>
                  </a:cubicBezTo>
                  <a:cubicBezTo>
                    <a:pt x="0" y="2706"/>
                    <a:pt x="539" y="3486"/>
                    <a:pt x="1203" y="3486"/>
                  </a:cubicBezTo>
                  <a:lnTo>
                    <a:pt x="2640" y="3486"/>
                  </a:lnTo>
                  <a:lnTo>
                    <a:pt x="2640" y="2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0">
              <a:extLst>
                <a:ext uri="{FF2B5EF4-FFF2-40B4-BE49-F238E27FC236}">
                  <a16:creationId xmlns:a16="http://schemas.microsoft.com/office/drawing/2014/main" id="{075119BC-24F8-6C30-6E76-33632F5C62F4}"/>
                </a:ext>
              </a:extLst>
            </p:cNvPr>
            <p:cNvSpPr/>
            <p:nvPr/>
          </p:nvSpPr>
          <p:spPr>
            <a:xfrm>
              <a:off x="4571775" y="4899450"/>
              <a:ext cx="71375" cy="92500"/>
            </a:xfrm>
            <a:custGeom>
              <a:avLst/>
              <a:gdLst/>
              <a:ahLst/>
              <a:cxnLst/>
              <a:rect l="l" t="t" r="r" b="b"/>
              <a:pathLst>
                <a:path w="2855" h="3700" extrusionOk="0">
                  <a:moveTo>
                    <a:pt x="2640" y="214"/>
                  </a:moveTo>
                  <a:lnTo>
                    <a:pt x="2640" y="3485"/>
                  </a:lnTo>
                  <a:lnTo>
                    <a:pt x="1310" y="3485"/>
                  </a:lnTo>
                  <a:cubicBezTo>
                    <a:pt x="706" y="3485"/>
                    <a:pt x="213" y="2751"/>
                    <a:pt x="213" y="1850"/>
                  </a:cubicBezTo>
                  <a:cubicBezTo>
                    <a:pt x="213" y="948"/>
                    <a:pt x="706" y="214"/>
                    <a:pt x="1310" y="214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0"/>
                    <a:pt x="0" y="1850"/>
                  </a:cubicBezTo>
                  <a:cubicBezTo>
                    <a:pt x="0" y="2868"/>
                    <a:pt x="588" y="3699"/>
                    <a:pt x="1310" y="3699"/>
                  </a:cubicBezTo>
                  <a:lnTo>
                    <a:pt x="2747" y="3699"/>
                  </a:lnTo>
                  <a:cubicBezTo>
                    <a:pt x="2807" y="3698"/>
                    <a:pt x="2855" y="3650"/>
                    <a:pt x="2855" y="3592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0">
              <a:extLst>
                <a:ext uri="{FF2B5EF4-FFF2-40B4-BE49-F238E27FC236}">
                  <a16:creationId xmlns:a16="http://schemas.microsoft.com/office/drawing/2014/main" id="{A692FF32-3B0A-AB79-F9EF-22FCB8010E9E}"/>
                </a:ext>
              </a:extLst>
            </p:cNvPr>
            <p:cNvSpPr/>
            <p:nvPr/>
          </p:nvSpPr>
          <p:spPr>
            <a:xfrm>
              <a:off x="4610375" y="4902100"/>
              <a:ext cx="60200" cy="87150"/>
            </a:xfrm>
            <a:custGeom>
              <a:avLst/>
              <a:gdLst/>
              <a:ahLst/>
              <a:cxnLst/>
              <a:rect l="l" t="t" r="r" b="b"/>
              <a:pathLst>
                <a:path w="2408" h="3486" extrusionOk="0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6"/>
                    <a:pt x="1203" y="3486"/>
                  </a:cubicBezTo>
                  <a:cubicBezTo>
                    <a:pt x="1869" y="3486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0">
              <a:extLst>
                <a:ext uri="{FF2B5EF4-FFF2-40B4-BE49-F238E27FC236}">
                  <a16:creationId xmlns:a16="http://schemas.microsoft.com/office/drawing/2014/main" id="{55706CA6-2787-8027-7147-97C365AE8F0C}"/>
                </a:ext>
              </a:extLst>
            </p:cNvPr>
            <p:cNvSpPr/>
            <p:nvPr/>
          </p:nvSpPr>
          <p:spPr>
            <a:xfrm>
              <a:off x="4607725" y="4899450"/>
              <a:ext cx="65550" cy="92500"/>
            </a:xfrm>
            <a:custGeom>
              <a:avLst/>
              <a:gdLst/>
              <a:ahLst/>
              <a:cxnLst/>
              <a:rect l="l" t="t" r="r" b="b"/>
              <a:pathLst>
                <a:path w="2622" h="3700" extrusionOk="0">
                  <a:moveTo>
                    <a:pt x="1309" y="214"/>
                  </a:moveTo>
                  <a:cubicBezTo>
                    <a:pt x="1915" y="214"/>
                    <a:pt x="2408" y="948"/>
                    <a:pt x="2408" y="1850"/>
                  </a:cubicBezTo>
                  <a:cubicBezTo>
                    <a:pt x="2408" y="2751"/>
                    <a:pt x="1914" y="3485"/>
                    <a:pt x="1309" y="3485"/>
                  </a:cubicBezTo>
                  <a:cubicBezTo>
                    <a:pt x="705" y="3485"/>
                    <a:pt x="213" y="2751"/>
                    <a:pt x="213" y="1850"/>
                  </a:cubicBezTo>
                  <a:cubicBezTo>
                    <a:pt x="213" y="948"/>
                    <a:pt x="705" y="214"/>
                    <a:pt x="1309" y="214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0"/>
                    <a:pt x="1" y="1850"/>
                  </a:cubicBezTo>
                  <a:cubicBezTo>
                    <a:pt x="1" y="2868"/>
                    <a:pt x="587" y="3699"/>
                    <a:pt x="1309" y="3699"/>
                  </a:cubicBezTo>
                  <a:cubicBezTo>
                    <a:pt x="2033" y="3699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0">
              <a:extLst>
                <a:ext uri="{FF2B5EF4-FFF2-40B4-BE49-F238E27FC236}">
                  <a16:creationId xmlns:a16="http://schemas.microsoft.com/office/drawing/2014/main" id="{50B458C3-C7F5-B51F-20D5-6449A14C4D1B}"/>
                </a:ext>
              </a:extLst>
            </p:cNvPr>
            <p:cNvSpPr/>
            <p:nvPr/>
          </p:nvSpPr>
          <p:spPr>
            <a:xfrm>
              <a:off x="4633150" y="4923975"/>
              <a:ext cx="53100" cy="43400"/>
            </a:xfrm>
            <a:custGeom>
              <a:avLst/>
              <a:gdLst/>
              <a:ahLst/>
              <a:cxnLst/>
              <a:rect l="l" t="t" r="r" b="b"/>
              <a:pathLst>
                <a:path w="2124" h="1736" extrusionOk="0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602" y="1735"/>
                  </a:cubicBezTo>
                  <a:lnTo>
                    <a:pt x="2124" y="1735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0">
              <a:extLst>
                <a:ext uri="{FF2B5EF4-FFF2-40B4-BE49-F238E27FC236}">
                  <a16:creationId xmlns:a16="http://schemas.microsoft.com/office/drawing/2014/main" id="{35BCB084-B0F2-A3D9-9946-489EB43BA4F8}"/>
                </a:ext>
              </a:extLst>
            </p:cNvPr>
            <p:cNvSpPr/>
            <p:nvPr/>
          </p:nvSpPr>
          <p:spPr>
            <a:xfrm>
              <a:off x="4630475" y="4921300"/>
              <a:ext cx="58450" cy="48750"/>
            </a:xfrm>
            <a:custGeom>
              <a:avLst/>
              <a:gdLst/>
              <a:ahLst/>
              <a:cxnLst/>
              <a:rect l="l" t="t" r="r" b="b"/>
              <a:pathLst>
                <a:path w="2338" h="1950" extrusionOk="0">
                  <a:moveTo>
                    <a:pt x="2125" y="214"/>
                  </a:moveTo>
                  <a:lnTo>
                    <a:pt x="2125" y="1737"/>
                  </a:lnTo>
                  <a:lnTo>
                    <a:pt x="709" y="1737"/>
                  </a:lnTo>
                  <a:cubicBezTo>
                    <a:pt x="435" y="1737"/>
                    <a:pt x="213" y="1396"/>
                    <a:pt x="213" y="976"/>
                  </a:cubicBezTo>
                  <a:cubicBezTo>
                    <a:pt x="213" y="556"/>
                    <a:pt x="435" y="214"/>
                    <a:pt x="709" y="214"/>
                  </a:cubicBezTo>
                  <a:close/>
                  <a:moveTo>
                    <a:pt x="709" y="1"/>
                  </a:moveTo>
                  <a:cubicBezTo>
                    <a:pt x="311" y="1"/>
                    <a:pt x="0" y="428"/>
                    <a:pt x="0" y="976"/>
                  </a:cubicBezTo>
                  <a:cubicBezTo>
                    <a:pt x="0" y="1522"/>
                    <a:pt x="311" y="1950"/>
                    <a:pt x="709" y="1950"/>
                  </a:cubicBezTo>
                  <a:lnTo>
                    <a:pt x="2231" y="1950"/>
                  </a:lnTo>
                  <a:cubicBezTo>
                    <a:pt x="2290" y="1950"/>
                    <a:pt x="2338" y="1902"/>
                    <a:pt x="2338" y="1842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0">
              <a:extLst>
                <a:ext uri="{FF2B5EF4-FFF2-40B4-BE49-F238E27FC236}">
                  <a16:creationId xmlns:a16="http://schemas.microsoft.com/office/drawing/2014/main" id="{3E953DBA-21AE-3B3E-7BC9-199DD792E8EA}"/>
                </a:ext>
              </a:extLst>
            </p:cNvPr>
            <p:cNvSpPr/>
            <p:nvPr/>
          </p:nvSpPr>
          <p:spPr>
            <a:xfrm>
              <a:off x="4671275" y="4923975"/>
              <a:ext cx="29975" cy="43400"/>
            </a:xfrm>
            <a:custGeom>
              <a:avLst/>
              <a:gdLst/>
              <a:ahLst/>
              <a:cxnLst/>
              <a:rect l="l" t="t" r="r" b="b"/>
              <a:pathLst>
                <a:path w="1199" h="1736" extrusionOk="0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599" y="1735"/>
                  </a:cubicBezTo>
                  <a:cubicBezTo>
                    <a:pt x="929" y="1735"/>
                    <a:pt x="1199" y="1348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0">
              <a:extLst>
                <a:ext uri="{FF2B5EF4-FFF2-40B4-BE49-F238E27FC236}">
                  <a16:creationId xmlns:a16="http://schemas.microsoft.com/office/drawing/2014/main" id="{AE241D0C-3EC0-7E5D-A8F6-089C53219B4F}"/>
                </a:ext>
              </a:extLst>
            </p:cNvPr>
            <p:cNvSpPr/>
            <p:nvPr/>
          </p:nvSpPr>
          <p:spPr>
            <a:xfrm>
              <a:off x="4668575" y="4921300"/>
              <a:ext cx="35325" cy="48750"/>
            </a:xfrm>
            <a:custGeom>
              <a:avLst/>
              <a:gdLst/>
              <a:ahLst/>
              <a:cxnLst/>
              <a:rect l="l" t="t" r="r" b="b"/>
              <a:pathLst>
                <a:path w="1413" h="1950" extrusionOk="0">
                  <a:moveTo>
                    <a:pt x="707" y="214"/>
                  </a:moveTo>
                  <a:cubicBezTo>
                    <a:pt x="975" y="214"/>
                    <a:pt x="1200" y="563"/>
                    <a:pt x="1200" y="976"/>
                  </a:cubicBezTo>
                  <a:cubicBezTo>
                    <a:pt x="1200" y="1388"/>
                    <a:pt x="975" y="1737"/>
                    <a:pt x="707" y="1737"/>
                  </a:cubicBezTo>
                  <a:cubicBezTo>
                    <a:pt x="440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8"/>
                    <a:pt x="1" y="976"/>
                  </a:cubicBezTo>
                  <a:cubicBezTo>
                    <a:pt x="1" y="1513"/>
                    <a:pt x="318" y="1950"/>
                    <a:pt x="707" y="1950"/>
                  </a:cubicBezTo>
                  <a:cubicBezTo>
                    <a:pt x="1097" y="1950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0">
              <a:extLst>
                <a:ext uri="{FF2B5EF4-FFF2-40B4-BE49-F238E27FC236}">
                  <a16:creationId xmlns:a16="http://schemas.microsoft.com/office/drawing/2014/main" id="{A677C0C8-B6F1-A036-1389-6040483B6651}"/>
                </a:ext>
              </a:extLst>
            </p:cNvPr>
            <p:cNvSpPr/>
            <p:nvPr/>
          </p:nvSpPr>
          <p:spPr>
            <a:xfrm>
              <a:off x="4567350" y="5067975"/>
              <a:ext cx="61650" cy="89175"/>
            </a:xfrm>
            <a:custGeom>
              <a:avLst/>
              <a:gdLst/>
              <a:ahLst/>
              <a:cxnLst/>
              <a:rect l="l" t="t" r="r" b="b"/>
              <a:pathLst>
                <a:path w="2466" h="3567" extrusionOk="0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0">
              <a:extLst>
                <a:ext uri="{FF2B5EF4-FFF2-40B4-BE49-F238E27FC236}">
                  <a16:creationId xmlns:a16="http://schemas.microsoft.com/office/drawing/2014/main" id="{C2EEECD4-4D6A-BBF0-71CD-BC32471058AD}"/>
                </a:ext>
              </a:extLst>
            </p:cNvPr>
            <p:cNvSpPr/>
            <p:nvPr/>
          </p:nvSpPr>
          <p:spPr>
            <a:xfrm>
              <a:off x="4564700" y="5065325"/>
              <a:ext cx="66975" cy="94500"/>
            </a:xfrm>
            <a:custGeom>
              <a:avLst/>
              <a:gdLst/>
              <a:ahLst/>
              <a:cxnLst/>
              <a:rect l="l" t="t" r="r" b="b"/>
              <a:pathLst>
                <a:path w="2679" h="3780" extrusionOk="0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0">
              <a:extLst>
                <a:ext uri="{FF2B5EF4-FFF2-40B4-BE49-F238E27FC236}">
                  <a16:creationId xmlns:a16="http://schemas.microsoft.com/office/drawing/2014/main" id="{20ED43B6-D5DE-3115-0C7B-BEC9D2BF1187}"/>
                </a:ext>
              </a:extLst>
            </p:cNvPr>
            <p:cNvSpPr/>
            <p:nvPr/>
          </p:nvSpPr>
          <p:spPr>
            <a:xfrm>
              <a:off x="4535250" y="5045000"/>
              <a:ext cx="93425" cy="135100"/>
            </a:xfrm>
            <a:custGeom>
              <a:avLst/>
              <a:gdLst/>
              <a:ahLst/>
              <a:cxnLst/>
              <a:rect l="l" t="t" r="r" b="b"/>
              <a:pathLst>
                <a:path w="3737" h="5404" extrusionOk="0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>
              <a:extLst>
                <a:ext uri="{FF2B5EF4-FFF2-40B4-BE49-F238E27FC236}">
                  <a16:creationId xmlns:a16="http://schemas.microsoft.com/office/drawing/2014/main" id="{E5CC2D47-DB78-7FD3-3EE0-1B2A371331A8}"/>
                </a:ext>
              </a:extLst>
            </p:cNvPr>
            <p:cNvSpPr/>
            <p:nvPr/>
          </p:nvSpPr>
          <p:spPr>
            <a:xfrm>
              <a:off x="4532575" y="5042325"/>
              <a:ext cx="98775" cy="140450"/>
            </a:xfrm>
            <a:custGeom>
              <a:avLst/>
              <a:gdLst/>
              <a:ahLst/>
              <a:cxnLst/>
              <a:rect l="l" t="t" r="r" b="b"/>
              <a:pathLst>
                <a:path w="3951" h="5618" extrusionOk="0">
                  <a:moveTo>
                    <a:pt x="1976" y="215"/>
                  </a:moveTo>
                  <a:cubicBezTo>
                    <a:pt x="2947" y="215"/>
                    <a:pt x="3738" y="1377"/>
                    <a:pt x="3738" y="2810"/>
                  </a:cubicBezTo>
                  <a:cubicBezTo>
                    <a:pt x="3738" y="4241"/>
                    <a:pt x="2947" y="5405"/>
                    <a:pt x="1976" y="5405"/>
                  </a:cubicBezTo>
                  <a:cubicBezTo>
                    <a:pt x="1004" y="5405"/>
                    <a:pt x="215" y="4241"/>
                    <a:pt x="215" y="2810"/>
                  </a:cubicBezTo>
                  <a:cubicBezTo>
                    <a:pt x="215" y="1377"/>
                    <a:pt x="1004" y="215"/>
                    <a:pt x="1976" y="215"/>
                  </a:cubicBezTo>
                  <a:close/>
                  <a:moveTo>
                    <a:pt x="1976" y="0"/>
                  </a:moveTo>
                  <a:cubicBezTo>
                    <a:pt x="888" y="0"/>
                    <a:pt x="0" y="1261"/>
                    <a:pt x="0" y="2810"/>
                  </a:cubicBezTo>
                  <a:cubicBezTo>
                    <a:pt x="0" y="4358"/>
                    <a:pt x="888" y="5618"/>
                    <a:pt x="1976" y="5618"/>
                  </a:cubicBezTo>
                  <a:cubicBezTo>
                    <a:pt x="3065" y="5618"/>
                    <a:pt x="3951" y="4358"/>
                    <a:pt x="3951" y="2810"/>
                  </a:cubicBezTo>
                  <a:cubicBezTo>
                    <a:pt x="3951" y="1261"/>
                    <a:pt x="3065" y="0"/>
                    <a:pt x="19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>
              <a:extLst>
                <a:ext uri="{FF2B5EF4-FFF2-40B4-BE49-F238E27FC236}">
                  <a16:creationId xmlns:a16="http://schemas.microsoft.com/office/drawing/2014/main" id="{C8F363C4-8783-B537-330C-E2B0473D6354}"/>
                </a:ext>
              </a:extLst>
            </p:cNvPr>
            <p:cNvSpPr/>
            <p:nvPr/>
          </p:nvSpPr>
          <p:spPr>
            <a:xfrm>
              <a:off x="4546125" y="5045000"/>
              <a:ext cx="93450" cy="135100"/>
            </a:xfrm>
            <a:custGeom>
              <a:avLst/>
              <a:gdLst/>
              <a:ahLst/>
              <a:cxnLst/>
              <a:rect l="l" t="t" r="r" b="b"/>
              <a:pathLst>
                <a:path w="3738" h="5404" extrusionOk="0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>
              <a:extLst>
                <a:ext uri="{FF2B5EF4-FFF2-40B4-BE49-F238E27FC236}">
                  <a16:creationId xmlns:a16="http://schemas.microsoft.com/office/drawing/2014/main" id="{469FE631-7395-7C94-4A91-CF3704AA79B9}"/>
                </a:ext>
              </a:extLst>
            </p:cNvPr>
            <p:cNvSpPr/>
            <p:nvPr/>
          </p:nvSpPr>
          <p:spPr>
            <a:xfrm>
              <a:off x="4543475" y="5042325"/>
              <a:ext cx="98750" cy="140450"/>
            </a:xfrm>
            <a:custGeom>
              <a:avLst/>
              <a:gdLst/>
              <a:ahLst/>
              <a:cxnLst/>
              <a:rect l="l" t="t" r="r" b="b"/>
              <a:pathLst>
                <a:path w="3950" h="5618" extrusionOk="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4" y="4241"/>
                    <a:pt x="214" y="2810"/>
                  </a:cubicBezTo>
                  <a:cubicBezTo>
                    <a:pt x="214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7" y="0"/>
                    <a:pt x="1" y="1261"/>
                    <a:pt x="1" y="2810"/>
                  </a:cubicBezTo>
                  <a:cubicBezTo>
                    <a:pt x="1" y="4358"/>
                    <a:pt x="887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>
              <a:extLst>
                <a:ext uri="{FF2B5EF4-FFF2-40B4-BE49-F238E27FC236}">
                  <a16:creationId xmlns:a16="http://schemas.microsoft.com/office/drawing/2014/main" id="{CED9ECBF-FF58-9BA5-A36A-16F797FE050B}"/>
                </a:ext>
              </a:extLst>
            </p:cNvPr>
            <p:cNvSpPr/>
            <p:nvPr/>
          </p:nvSpPr>
          <p:spPr>
            <a:xfrm>
              <a:off x="4574450" y="5068975"/>
              <a:ext cx="66025" cy="86925"/>
            </a:xfrm>
            <a:custGeom>
              <a:avLst/>
              <a:gdLst/>
              <a:ahLst/>
              <a:cxnLst/>
              <a:rect l="l" t="t" r="r" b="b"/>
              <a:pathLst>
                <a:path w="2641" h="3477" extrusionOk="0">
                  <a:moveTo>
                    <a:pt x="1203" y="0"/>
                  </a:moveTo>
                  <a:lnTo>
                    <a:pt x="1203" y="2"/>
                  </a:lnTo>
                  <a:cubicBezTo>
                    <a:pt x="539" y="2"/>
                    <a:pt x="0" y="782"/>
                    <a:pt x="0" y="1744"/>
                  </a:cubicBezTo>
                  <a:cubicBezTo>
                    <a:pt x="0" y="2706"/>
                    <a:pt x="539" y="3477"/>
                    <a:pt x="1203" y="3477"/>
                  </a:cubicBezTo>
                  <a:lnTo>
                    <a:pt x="2640" y="347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0">
              <a:extLst>
                <a:ext uri="{FF2B5EF4-FFF2-40B4-BE49-F238E27FC236}">
                  <a16:creationId xmlns:a16="http://schemas.microsoft.com/office/drawing/2014/main" id="{4EBA3E71-95A6-A5DB-D2F0-9F838EBE7BEF}"/>
                </a:ext>
              </a:extLst>
            </p:cNvPr>
            <p:cNvSpPr/>
            <p:nvPr/>
          </p:nvSpPr>
          <p:spPr>
            <a:xfrm>
              <a:off x="4571775" y="5066325"/>
              <a:ext cx="71375" cy="92275"/>
            </a:xfrm>
            <a:custGeom>
              <a:avLst/>
              <a:gdLst/>
              <a:ahLst/>
              <a:cxnLst/>
              <a:rect l="l" t="t" r="r" b="b"/>
              <a:pathLst>
                <a:path w="2855" h="3691" extrusionOk="0">
                  <a:moveTo>
                    <a:pt x="2640" y="213"/>
                  </a:moveTo>
                  <a:lnTo>
                    <a:pt x="2640" y="3476"/>
                  </a:lnTo>
                  <a:lnTo>
                    <a:pt x="1310" y="3476"/>
                  </a:lnTo>
                  <a:cubicBezTo>
                    <a:pt x="706" y="3476"/>
                    <a:pt x="213" y="2751"/>
                    <a:pt x="213" y="1850"/>
                  </a:cubicBezTo>
                  <a:cubicBezTo>
                    <a:pt x="213" y="947"/>
                    <a:pt x="706" y="213"/>
                    <a:pt x="1310" y="213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4"/>
                    <a:pt x="0" y="1850"/>
                  </a:cubicBezTo>
                  <a:cubicBezTo>
                    <a:pt x="0" y="2864"/>
                    <a:pt x="588" y="3690"/>
                    <a:pt x="1310" y="3690"/>
                  </a:cubicBezTo>
                  <a:lnTo>
                    <a:pt x="2747" y="3690"/>
                  </a:lnTo>
                  <a:cubicBezTo>
                    <a:pt x="2807" y="3690"/>
                    <a:pt x="2855" y="3642"/>
                    <a:pt x="2855" y="3583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0">
              <a:extLst>
                <a:ext uri="{FF2B5EF4-FFF2-40B4-BE49-F238E27FC236}">
                  <a16:creationId xmlns:a16="http://schemas.microsoft.com/office/drawing/2014/main" id="{33F03E92-D756-8518-0B31-0385E5FC222B}"/>
                </a:ext>
              </a:extLst>
            </p:cNvPr>
            <p:cNvSpPr/>
            <p:nvPr/>
          </p:nvSpPr>
          <p:spPr>
            <a:xfrm>
              <a:off x="4610375" y="5068975"/>
              <a:ext cx="60200" cy="87075"/>
            </a:xfrm>
            <a:custGeom>
              <a:avLst/>
              <a:gdLst/>
              <a:ahLst/>
              <a:cxnLst/>
              <a:rect l="l" t="t" r="r" b="b"/>
              <a:pathLst>
                <a:path w="2408" h="3483" extrusionOk="0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3"/>
                    <a:pt x="1203" y="3483"/>
                  </a:cubicBezTo>
                  <a:cubicBezTo>
                    <a:pt x="1869" y="3483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>
              <a:extLst>
                <a:ext uri="{FF2B5EF4-FFF2-40B4-BE49-F238E27FC236}">
                  <a16:creationId xmlns:a16="http://schemas.microsoft.com/office/drawing/2014/main" id="{BE53F0BE-6A99-706F-7C9C-435D8CA48AD0}"/>
                </a:ext>
              </a:extLst>
            </p:cNvPr>
            <p:cNvSpPr/>
            <p:nvPr/>
          </p:nvSpPr>
          <p:spPr>
            <a:xfrm>
              <a:off x="4607725" y="5066325"/>
              <a:ext cx="65550" cy="92425"/>
            </a:xfrm>
            <a:custGeom>
              <a:avLst/>
              <a:gdLst/>
              <a:ahLst/>
              <a:cxnLst/>
              <a:rect l="l" t="t" r="r" b="b"/>
              <a:pathLst>
                <a:path w="2622" h="3697" extrusionOk="0">
                  <a:moveTo>
                    <a:pt x="1309" y="213"/>
                  </a:moveTo>
                  <a:cubicBezTo>
                    <a:pt x="1915" y="213"/>
                    <a:pt x="2408" y="949"/>
                    <a:pt x="2408" y="1850"/>
                  </a:cubicBezTo>
                  <a:cubicBezTo>
                    <a:pt x="2408" y="2751"/>
                    <a:pt x="1914" y="3483"/>
                    <a:pt x="1309" y="3483"/>
                  </a:cubicBezTo>
                  <a:cubicBezTo>
                    <a:pt x="705" y="3483"/>
                    <a:pt x="213" y="2751"/>
                    <a:pt x="213" y="1850"/>
                  </a:cubicBezTo>
                  <a:cubicBezTo>
                    <a:pt x="213" y="947"/>
                    <a:pt x="705" y="213"/>
                    <a:pt x="1309" y="213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1"/>
                    <a:pt x="1" y="1850"/>
                  </a:cubicBezTo>
                  <a:cubicBezTo>
                    <a:pt x="1" y="2868"/>
                    <a:pt x="587" y="3696"/>
                    <a:pt x="1309" y="3696"/>
                  </a:cubicBezTo>
                  <a:cubicBezTo>
                    <a:pt x="2033" y="3696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>
              <a:extLst>
                <a:ext uri="{FF2B5EF4-FFF2-40B4-BE49-F238E27FC236}">
                  <a16:creationId xmlns:a16="http://schemas.microsoft.com/office/drawing/2014/main" id="{C6520060-D6D1-60A4-1131-3AB21338286C}"/>
                </a:ext>
              </a:extLst>
            </p:cNvPr>
            <p:cNvSpPr/>
            <p:nvPr/>
          </p:nvSpPr>
          <p:spPr>
            <a:xfrm>
              <a:off x="4633150" y="5090850"/>
              <a:ext cx="53100" cy="43350"/>
            </a:xfrm>
            <a:custGeom>
              <a:avLst/>
              <a:gdLst/>
              <a:ahLst/>
              <a:cxnLst/>
              <a:rect l="l" t="t" r="r" b="b"/>
              <a:pathLst>
                <a:path w="2124" h="1734" extrusionOk="0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4"/>
                    <a:pt x="602" y="1734"/>
                  </a:cubicBezTo>
                  <a:lnTo>
                    <a:pt x="2124" y="1734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>
              <a:extLst>
                <a:ext uri="{FF2B5EF4-FFF2-40B4-BE49-F238E27FC236}">
                  <a16:creationId xmlns:a16="http://schemas.microsoft.com/office/drawing/2014/main" id="{4747A2EA-A681-C0D2-0E73-813D5C1A3167}"/>
                </a:ext>
              </a:extLst>
            </p:cNvPr>
            <p:cNvSpPr/>
            <p:nvPr/>
          </p:nvSpPr>
          <p:spPr>
            <a:xfrm>
              <a:off x="4630475" y="5088175"/>
              <a:ext cx="58450" cy="48725"/>
            </a:xfrm>
            <a:custGeom>
              <a:avLst/>
              <a:gdLst/>
              <a:ahLst/>
              <a:cxnLst/>
              <a:rect l="l" t="t" r="r" b="b"/>
              <a:pathLst>
                <a:path w="2338" h="1949" extrusionOk="0">
                  <a:moveTo>
                    <a:pt x="709" y="213"/>
                  </a:moveTo>
                  <a:lnTo>
                    <a:pt x="709" y="215"/>
                  </a:lnTo>
                  <a:lnTo>
                    <a:pt x="2125" y="215"/>
                  </a:lnTo>
                  <a:lnTo>
                    <a:pt x="2125" y="1735"/>
                  </a:lnTo>
                  <a:lnTo>
                    <a:pt x="709" y="1735"/>
                  </a:lnTo>
                  <a:cubicBezTo>
                    <a:pt x="435" y="1735"/>
                    <a:pt x="213" y="1396"/>
                    <a:pt x="213" y="976"/>
                  </a:cubicBezTo>
                  <a:cubicBezTo>
                    <a:pt x="213" y="556"/>
                    <a:pt x="435" y="213"/>
                    <a:pt x="709" y="213"/>
                  </a:cubicBezTo>
                  <a:close/>
                  <a:moveTo>
                    <a:pt x="709" y="1"/>
                  </a:moveTo>
                  <a:cubicBezTo>
                    <a:pt x="311" y="1"/>
                    <a:pt x="0" y="431"/>
                    <a:pt x="0" y="976"/>
                  </a:cubicBezTo>
                  <a:cubicBezTo>
                    <a:pt x="0" y="1521"/>
                    <a:pt x="311" y="1948"/>
                    <a:pt x="709" y="1948"/>
                  </a:cubicBezTo>
                  <a:lnTo>
                    <a:pt x="2231" y="1948"/>
                  </a:lnTo>
                  <a:cubicBezTo>
                    <a:pt x="2290" y="1948"/>
                    <a:pt x="2338" y="1900"/>
                    <a:pt x="2338" y="1841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>
              <a:extLst>
                <a:ext uri="{FF2B5EF4-FFF2-40B4-BE49-F238E27FC236}">
                  <a16:creationId xmlns:a16="http://schemas.microsoft.com/office/drawing/2014/main" id="{9DBAF95B-AF97-A766-DD70-3E6B9F1D9239}"/>
                </a:ext>
              </a:extLst>
            </p:cNvPr>
            <p:cNvSpPr/>
            <p:nvPr/>
          </p:nvSpPr>
          <p:spPr>
            <a:xfrm>
              <a:off x="4671275" y="5090850"/>
              <a:ext cx="29975" cy="43350"/>
            </a:xfrm>
            <a:custGeom>
              <a:avLst/>
              <a:gdLst/>
              <a:ahLst/>
              <a:cxnLst/>
              <a:rect l="l" t="t" r="r" b="b"/>
              <a:pathLst>
                <a:path w="1199" h="1734" extrusionOk="0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8" y="1734"/>
                    <a:pt x="599" y="1734"/>
                  </a:cubicBezTo>
                  <a:cubicBezTo>
                    <a:pt x="929" y="1734"/>
                    <a:pt x="1199" y="1347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>
              <a:extLst>
                <a:ext uri="{FF2B5EF4-FFF2-40B4-BE49-F238E27FC236}">
                  <a16:creationId xmlns:a16="http://schemas.microsoft.com/office/drawing/2014/main" id="{74CB903F-AA02-A5F3-9B7A-F99EC79B8C3A}"/>
                </a:ext>
              </a:extLst>
            </p:cNvPr>
            <p:cNvSpPr/>
            <p:nvPr/>
          </p:nvSpPr>
          <p:spPr>
            <a:xfrm>
              <a:off x="4668575" y="5088175"/>
              <a:ext cx="35325" cy="48725"/>
            </a:xfrm>
            <a:custGeom>
              <a:avLst/>
              <a:gdLst/>
              <a:ahLst/>
              <a:cxnLst/>
              <a:rect l="l" t="t" r="r" b="b"/>
              <a:pathLst>
                <a:path w="1413" h="1949" extrusionOk="0">
                  <a:moveTo>
                    <a:pt x="707" y="213"/>
                  </a:moveTo>
                  <a:cubicBezTo>
                    <a:pt x="975" y="213"/>
                    <a:pt x="1200" y="563"/>
                    <a:pt x="1200" y="976"/>
                  </a:cubicBezTo>
                  <a:cubicBezTo>
                    <a:pt x="1200" y="1387"/>
                    <a:pt x="975" y="1735"/>
                    <a:pt x="707" y="1735"/>
                  </a:cubicBezTo>
                  <a:cubicBezTo>
                    <a:pt x="440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40"/>
                    <a:pt x="1" y="976"/>
                  </a:cubicBezTo>
                  <a:cubicBezTo>
                    <a:pt x="1" y="1512"/>
                    <a:pt x="318" y="1948"/>
                    <a:pt x="707" y="1948"/>
                  </a:cubicBezTo>
                  <a:cubicBezTo>
                    <a:pt x="1097" y="1948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>
              <a:extLst>
                <a:ext uri="{FF2B5EF4-FFF2-40B4-BE49-F238E27FC236}">
                  <a16:creationId xmlns:a16="http://schemas.microsoft.com/office/drawing/2014/main" id="{7BB37BFC-348F-1B00-4E85-7BB3000FFEB3}"/>
                </a:ext>
              </a:extLst>
            </p:cNvPr>
            <p:cNvSpPr/>
            <p:nvPr/>
          </p:nvSpPr>
          <p:spPr>
            <a:xfrm>
              <a:off x="4200775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40" y="19984"/>
                    <a:pt x="10497" y="18931"/>
                    <a:pt x="11792" y="17056"/>
                  </a:cubicBezTo>
                  <a:cubicBezTo>
                    <a:pt x="13088" y="15183"/>
                    <a:pt x="13814" y="12642"/>
                    <a:pt x="13814" y="9993"/>
                  </a:cubicBezTo>
                  <a:cubicBezTo>
                    <a:pt x="13814" y="7343"/>
                    <a:pt x="13088" y="4801"/>
                    <a:pt x="11792" y="2928"/>
                  </a:cubicBezTo>
                  <a:cubicBezTo>
                    <a:pt x="10497" y="1053"/>
                    <a:pt x="8740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0">
              <a:extLst>
                <a:ext uri="{FF2B5EF4-FFF2-40B4-BE49-F238E27FC236}">
                  <a16:creationId xmlns:a16="http://schemas.microsoft.com/office/drawing/2014/main" id="{3937DE89-F03F-56C6-6C19-9CB5B6AF99AD}"/>
                </a:ext>
              </a:extLst>
            </p:cNvPr>
            <p:cNvSpPr/>
            <p:nvPr/>
          </p:nvSpPr>
          <p:spPr>
            <a:xfrm>
              <a:off x="4198125" y="3860200"/>
              <a:ext cx="350700" cy="504900"/>
            </a:xfrm>
            <a:custGeom>
              <a:avLst/>
              <a:gdLst/>
              <a:ahLst/>
              <a:cxnLst/>
              <a:rect l="l" t="t" r="r" b="b"/>
              <a:pathLst>
                <a:path w="14028" h="20196" extrusionOk="0">
                  <a:moveTo>
                    <a:pt x="7013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3" y="19983"/>
                  </a:cubicBezTo>
                  <a:cubicBezTo>
                    <a:pt x="3264" y="19983"/>
                    <a:pt x="213" y="15548"/>
                    <a:pt x="213" y="10099"/>
                  </a:cubicBezTo>
                  <a:cubicBezTo>
                    <a:pt x="213" y="4648"/>
                    <a:pt x="3264" y="214"/>
                    <a:pt x="7013" y="214"/>
                  </a:cubicBezTo>
                  <a:close/>
                  <a:moveTo>
                    <a:pt x="7013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3" y="20195"/>
                  </a:cubicBezTo>
                  <a:cubicBezTo>
                    <a:pt x="10881" y="20195"/>
                    <a:pt x="14028" y="15666"/>
                    <a:pt x="14028" y="10099"/>
                  </a:cubicBezTo>
                  <a:cubicBezTo>
                    <a:pt x="14028" y="4530"/>
                    <a:pt x="10881" y="1"/>
                    <a:pt x="70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0">
              <a:extLst>
                <a:ext uri="{FF2B5EF4-FFF2-40B4-BE49-F238E27FC236}">
                  <a16:creationId xmlns:a16="http://schemas.microsoft.com/office/drawing/2014/main" id="{A8D7B53C-4C02-37CC-617F-34779021BE4E}"/>
                </a:ext>
              </a:extLst>
            </p:cNvPr>
            <p:cNvSpPr/>
            <p:nvPr/>
          </p:nvSpPr>
          <p:spPr>
            <a:xfrm>
              <a:off x="4240850" y="3862850"/>
              <a:ext cx="345375" cy="499600"/>
            </a:xfrm>
            <a:custGeom>
              <a:avLst/>
              <a:gdLst/>
              <a:ahLst/>
              <a:cxnLst/>
              <a:rect l="l" t="t" r="r" b="b"/>
              <a:pathLst>
                <a:path w="13815" h="19984" extrusionOk="0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41" y="19984"/>
                    <a:pt x="10498" y="18931"/>
                    <a:pt x="11793" y="17056"/>
                  </a:cubicBezTo>
                  <a:cubicBezTo>
                    <a:pt x="13088" y="15183"/>
                    <a:pt x="13815" y="12642"/>
                    <a:pt x="13815" y="9993"/>
                  </a:cubicBezTo>
                  <a:cubicBezTo>
                    <a:pt x="13815" y="7343"/>
                    <a:pt x="13088" y="4801"/>
                    <a:pt x="11793" y="2928"/>
                  </a:cubicBezTo>
                  <a:cubicBezTo>
                    <a:pt x="10498" y="1053"/>
                    <a:pt x="8741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0">
              <a:extLst>
                <a:ext uri="{FF2B5EF4-FFF2-40B4-BE49-F238E27FC236}">
                  <a16:creationId xmlns:a16="http://schemas.microsoft.com/office/drawing/2014/main" id="{D6B6A737-0FC9-4033-AE4C-DB820FE192CF}"/>
                </a:ext>
              </a:extLst>
            </p:cNvPr>
            <p:cNvSpPr/>
            <p:nvPr/>
          </p:nvSpPr>
          <p:spPr>
            <a:xfrm>
              <a:off x="4238200" y="3860200"/>
              <a:ext cx="350725" cy="504900"/>
            </a:xfrm>
            <a:custGeom>
              <a:avLst/>
              <a:gdLst/>
              <a:ahLst/>
              <a:cxnLst/>
              <a:rect l="l" t="t" r="r" b="b"/>
              <a:pathLst>
                <a:path w="14029" h="20196" extrusionOk="0">
                  <a:moveTo>
                    <a:pt x="7014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4" y="19983"/>
                  </a:cubicBezTo>
                  <a:cubicBezTo>
                    <a:pt x="3265" y="19983"/>
                    <a:pt x="214" y="15548"/>
                    <a:pt x="214" y="10099"/>
                  </a:cubicBezTo>
                  <a:cubicBezTo>
                    <a:pt x="214" y="4648"/>
                    <a:pt x="3265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7" y="20195"/>
                    <a:pt x="7014" y="20195"/>
                  </a:cubicBezTo>
                  <a:cubicBezTo>
                    <a:pt x="10882" y="20195"/>
                    <a:pt x="14028" y="15666"/>
                    <a:pt x="14028" y="10099"/>
                  </a:cubicBezTo>
                  <a:cubicBezTo>
                    <a:pt x="14028" y="4530"/>
                    <a:pt x="10882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0">
              <a:extLst>
                <a:ext uri="{FF2B5EF4-FFF2-40B4-BE49-F238E27FC236}">
                  <a16:creationId xmlns:a16="http://schemas.microsoft.com/office/drawing/2014/main" id="{AAC7DD2B-9A51-DA5A-CAB2-B0DC45969D67}"/>
                </a:ext>
              </a:extLst>
            </p:cNvPr>
            <p:cNvSpPr/>
            <p:nvPr/>
          </p:nvSpPr>
          <p:spPr>
            <a:xfrm>
              <a:off x="4329750" y="3947900"/>
              <a:ext cx="256075" cy="329575"/>
            </a:xfrm>
            <a:custGeom>
              <a:avLst/>
              <a:gdLst/>
              <a:ahLst/>
              <a:cxnLst/>
              <a:rect l="l" t="t" r="r" b="b"/>
              <a:pathLst>
                <a:path w="10243" h="13183" extrusionOk="0">
                  <a:moveTo>
                    <a:pt x="4558" y="1"/>
                  </a:moveTo>
                  <a:cubicBezTo>
                    <a:pt x="2040" y="1"/>
                    <a:pt x="0" y="2951"/>
                    <a:pt x="0" y="6591"/>
                  </a:cubicBezTo>
                  <a:cubicBezTo>
                    <a:pt x="0" y="10231"/>
                    <a:pt x="2040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0">
              <a:extLst>
                <a:ext uri="{FF2B5EF4-FFF2-40B4-BE49-F238E27FC236}">
                  <a16:creationId xmlns:a16="http://schemas.microsoft.com/office/drawing/2014/main" id="{E27FE26D-DFC8-B7CA-CCE0-4ED3CC8E05AE}"/>
                </a:ext>
              </a:extLst>
            </p:cNvPr>
            <p:cNvSpPr/>
            <p:nvPr/>
          </p:nvSpPr>
          <p:spPr>
            <a:xfrm>
              <a:off x="4327050" y="3945225"/>
              <a:ext cx="261425" cy="334925"/>
            </a:xfrm>
            <a:custGeom>
              <a:avLst/>
              <a:gdLst/>
              <a:ahLst/>
              <a:cxnLst/>
              <a:rect l="l" t="t" r="r" b="b"/>
              <a:pathLst>
                <a:path w="10457" h="13397" extrusionOk="0">
                  <a:moveTo>
                    <a:pt x="10243" y="215"/>
                  </a:moveTo>
                  <a:lnTo>
                    <a:pt x="10243" y="13182"/>
                  </a:lnTo>
                  <a:lnTo>
                    <a:pt x="4666" y="13182"/>
                  </a:lnTo>
                  <a:cubicBezTo>
                    <a:pt x="2211" y="13182"/>
                    <a:pt x="214" y="10271"/>
                    <a:pt x="214" y="6698"/>
                  </a:cubicBezTo>
                  <a:cubicBezTo>
                    <a:pt x="214" y="3123"/>
                    <a:pt x="2211" y="215"/>
                    <a:pt x="4666" y="215"/>
                  </a:cubicBezTo>
                  <a:close/>
                  <a:moveTo>
                    <a:pt x="4666" y="1"/>
                  </a:moveTo>
                  <a:cubicBezTo>
                    <a:pt x="2093" y="1"/>
                    <a:pt x="1" y="3004"/>
                    <a:pt x="1" y="6698"/>
                  </a:cubicBezTo>
                  <a:cubicBezTo>
                    <a:pt x="1" y="10391"/>
                    <a:pt x="2093" y="13397"/>
                    <a:pt x="4666" y="13397"/>
                  </a:cubicBezTo>
                  <a:lnTo>
                    <a:pt x="10351" y="13397"/>
                  </a:lnTo>
                  <a:cubicBezTo>
                    <a:pt x="10409" y="13397"/>
                    <a:pt x="10456" y="13349"/>
                    <a:pt x="10456" y="13289"/>
                  </a:cubicBezTo>
                  <a:lnTo>
                    <a:pt x="10456" y="108"/>
                  </a:lnTo>
                  <a:cubicBezTo>
                    <a:pt x="10456" y="48"/>
                    <a:pt x="10410" y="1"/>
                    <a:pt x="103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0">
              <a:extLst>
                <a:ext uri="{FF2B5EF4-FFF2-40B4-BE49-F238E27FC236}">
                  <a16:creationId xmlns:a16="http://schemas.microsoft.com/office/drawing/2014/main" id="{D93C61D1-CBFE-627E-F9DA-E4608E8A75E6}"/>
                </a:ext>
              </a:extLst>
            </p:cNvPr>
            <p:cNvSpPr/>
            <p:nvPr/>
          </p:nvSpPr>
          <p:spPr>
            <a:xfrm>
              <a:off x="4471850" y="3947825"/>
              <a:ext cx="227925" cy="329650"/>
            </a:xfrm>
            <a:custGeom>
              <a:avLst/>
              <a:gdLst/>
              <a:ahLst/>
              <a:cxnLst/>
              <a:rect l="l" t="t" r="r" b="b"/>
              <a:pathLst>
                <a:path w="9117" h="13186" extrusionOk="0">
                  <a:moveTo>
                    <a:pt x="4559" y="1"/>
                  </a:moveTo>
                  <a:cubicBezTo>
                    <a:pt x="2041" y="1"/>
                    <a:pt x="1" y="2954"/>
                    <a:pt x="1" y="6594"/>
                  </a:cubicBezTo>
                  <a:cubicBezTo>
                    <a:pt x="1" y="10234"/>
                    <a:pt x="2041" y="13185"/>
                    <a:pt x="4559" y="13185"/>
                  </a:cubicBezTo>
                  <a:cubicBezTo>
                    <a:pt x="7075" y="13185"/>
                    <a:pt x="9116" y="10234"/>
                    <a:pt x="9116" y="6594"/>
                  </a:cubicBezTo>
                  <a:cubicBezTo>
                    <a:pt x="9116" y="2954"/>
                    <a:pt x="7075" y="1"/>
                    <a:pt x="4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0">
              <a:extLst>
                <a:ext uri="{FF2B5EF4-FFF2-40B4-BE49-F238E27FC236}">
                  <a16:creationId xmlns:a16="http://schemas.microsoft.com/office/drawing/2014/main" id="{89F8E097-9C2B-E65D-089E-0F19B6DDDD4D}"/>
                </a:ext>
              </a:extLst>
            </p:cNvPr>
            <p:cNvSpPr/>
            <p:nvPr/>
          </p:nvSpPr>
          <p:spPr>
            <a:xfrm>
              <a:off x="4469225" y="3945200"/>
              <a:ext cx="233175" cy="334950"/>
            </a:xfrm>
            <a:custGeom>
              <a:avLst/>
              <a:gdLst/>
              <a:ahLst/>
              <a:cxnLst/>
              <a:rect l="l" t="t" r="r" b="b"/>
              <a:pathLst>
                <a:path w="9327" h="13398" extrusionOk="0">
                  <a:moveTo>
                    <a:pt x="4664" y="213"/>
                  </a:moveTo>
                  <a:cubicBezTo>
                    <a:pt x="7117" y="213"/>
                    <a:pt x="9114" y="3123"/>
                    <a:pt x="9114" y="6699"/>
                  </a:cubicBezTo>
                  <a:cubicBezTo>
                    <a:pt x="9114" y="10275"/>
                    <a:pt x="7117" y="13183"/>
                    <a:pt x="4664" y="13183"/>
                  </a:cubicBezTo>
                  <a:cubicBezTo>
                    <a:pt x="2210" y="13183"/>
                    <a:pt x="213" y="10274"/>
                    <a:pt x="213" y="6699"/>
                  </a:cubicBezTo>
                  <a:cubicBezTo>
                    <a:pt x="213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2" y="0"/>
                    <a:pt x="0" y="3005"/>
                    <a:pt x="0" y="6699"/>
                  </a:cubicBezTo>
                  <a:cubicBezTo>
                    <a:pt x="0" y="10392"/>
                    <a:pt x="2092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0">
              <a:extLst>
                <a:ext uri="{FF2B5EF4-FFF2-40B4-BE49-F238E27FC236}">
                  <a16:creationId xmlns:a16="http://schemas.microsoft.com/office/drawing/2014/main" id="{FE2ED503-F019-7165-D576-2C8CC272E566}"/>
                </a:ext>
              </a:extLst>
            </p:cNvPr>
            <p:cNvSpPr/>
            <p:nvPr/>
          </p:nvSpPr>
          <p:spPr>
            <a:xfrm>
              <a:off x="4434125" y="3321175"/>
              <a:ext cx="740050" cy="1589625"/>
            </a:xfrm>
            <a:custGeom>
              <a:avLst/>
              <a:gdLst/>
              <a:ahLst/>
              <a:cxnLst/>
              <a:rect l="l" t="t" r="r" b="b"/>
              <a:pathLst>
                <a:path w="29602" h="63585" extrusionOk="0">
                  <a:moveTo>
                    <a:pt x="23549" y="1"/>
                  </a:moveTo>
                  <a:cubicBezTo>
                    <a:pt x="21921" y="1"/>
                    <a:pt x="20294" y="148"/>
                    <a:pt x="18686" y="441"/>
                  </a:cubicBezTo>
                  <a:cubicBezTo>
                    <a:pt x="8130" y="2382"/>
                    <a:pt x="2305" y="12573"/>
                    <a:pt x="1456" y="16821"/>
                  </a:cubicBezTo>
                  <a:cubicBezTo>
                    <a:pt x="608" y="21069"/>
                    <a:pt x="971" y="29440"/>
                    <a:pt x="971" y="32232"/>
                  </a:cubicBezTo>
                  <a:cubicBezTo>
                    <a:pt x="971" y="35022"/>
                    <a:pt x="0" y="39510"/>
                    <a:pt x="1578" y="43880"/>
                  </a:cubicBezTo>
                  <a:cubicBezTo>
                    <a:pt x="3157" y="48248"/>
                    <a:pt x="6794" y="56248"/>
                    <a:pt x="7763" y="58316"/>
                  </a:cubicBezTo>
                  <a:cubicBezTo>
                    <a:pt x="8731" y="60385"/>
                    <a:pt x="9827" y="62926"/>
                    <a:pt x="13465" y="63535"/>
                  </a:cubicBezTo>
                  <a:lnTo>
                    <a:pt x="13788" y="63584"/>
                  </a:lnTo>
                  <a:cubicBezTo>
                    <a:pt x="13164" y="62761"/>
                    <a:pt x="12147" y="60651"/>
                    <a:pt x="12862" y="58800"/>
                  </a:cubicBezTo>
                  <a:cubicBezTo>
                    <a:pt x="13715" y="56616"/>
                    <a:pt x="13104" y="53098"/>
                    <a:pt x="13104" y="53098"/>
                  </a:cubicBezTo>
                  <a:cubicBezTo>
                    <a:pt x="12452" y="52661"/>
                    <a:pt x="11912" y="52078"/>
                    <a:pt x="11527" y="51391"/>
                  </a:cubicBezTo>
                  <a:cubicBezTo>
                    <a:pt x="10799" y="50178"/>
                    <a:pt x="11770" y="48722"/>
                    <a:pt x="11770" y="48722"/>
                  </a:cubicBezTo>
                  <a:lnTo>
                    <a:pt x="10677" y="46539"/>
                  </a:lnTo>
                  <a:lnTo>
                    <a:pt x="11770" y="43747"/>
                  </a:lnTo>
                  <a:cubicBezTo>
                    <a:pt x="11770" y="43747"/>
                    <a:pt x="10192" y="39499"/>
                    <a:pt x="9829" y="38528"/>
                  </a:cubicBezTo>
                  <a:cubicBezTo>
                    <a:pt x="9467" y="37558"/>
                    <a:pt x="10070" y="37675"/>
                    <a:pt x="10799" y="36224"/>
                  </a:cubicBezTo>
                  <a:cubicBezTo>
                    <a:pt x="11529" y="34770"/>
                    <a:pt x="11891" y="31248"/>
                    <a:pt x="12013" y="28216"/>
                  </a:cubicBezTo>
                  <a:cubicBezTo>
                    <a:pt x="12135" y="25183"/>
                    <a:pt x="10070" y="14506"/>
                    <a:pt x="14924" y="7956"/>
                  </a:cubicBezTo>
                  <a:cubicBezTo>
                    <a:pt x="19754" y="1438"/>
                    <a:pt x="29503" y="684"/>
                    <a:pt x="29602" y="678"/>
                  </a:cubicBezTo>
                  <a:lnTo>
                    <a:pt x="29472" y="650"/>
                  </a:lnTo>
                  <a:cubicBezTo>
                    <a:pt x="29240" y="599"/>
                    <a:pt x="29008" y="550"/>
                    <a:pt x="28766" y="502"/>
                  </a:cubicBezTo>
                  <a:lnTo>
                    <a:pt x="28738" y="502"/>
                  </a:lnTo>
                  <a:cubicBezTo>
                    <a:pt x="28680" y="491"/>
                    <a:pt x="28622" y="480"/>
                    <a:pt x="28564" y="469"/>
                  </a:cubicBezTo>
                  <a:lnTo>
                    <a:pt x="28564" y="469"/>
                  </a:lnTo>
                  <a:cubicBezTo>
                    <a:pt x="26907" y="157"/>
                    <a:pt x="25228" y="1"/>
                    <a:pt x="23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0">
              <a:extLst>
                <a:ext uri="{FF2B5EF4-FFF2-40B4-BE49-F238E27FC236}">
                  <a16:creationId xmlns:a16="http://schemas.microsoft.com/office/drawing/2014/main" id="{F76D0752-660B-4141-A2DD-2044A87D623E}"/>
                </a:ext>
              </a:extLst>
            </p:cNvPr>
            <p:cNvSpPr/>
            <p:nvPr/>
          </p:nvSpPr>
          <p:spPr>
            <a:xfrm>
              <a:off x="4441275" y="3318450"/>
              <a:ext cx="735650" cy="1594975"/>
            </a:xfrm>
            <a:custGeom>
              <a:avLst/>
              <a:gdLst/>
              <a:ahLst/>
              <a:cxnLst/>
              <a:rect l="l" t="t" r="r" b="b"/>
              <a:pathLst>
                <a:path w="29426" h="63799" extrusionOk="0">
                  <a:moveTo>
                    <a:pt x="23263" y="214"/>
                  </a:moveTo>
                  <a:cubicBezTo>
                    <a:pt x="24692" y="214"/>
                    <a:pt x="26120" y="329"/>
                    <a:pt x="27542" y="558"/>
                  </a:cubicBezTo>
                  <a:cubicBezTo>
                    <a:pt x="27548" y="561"/>
                    <a:pt x="27556" y="562"/>
                    <a:pt x="27563" y="564"/>
                  </a:cubicBezTo>
                  <a:lnTo>
                    <a:pt x="27568" y="564"/>
                  </a:lnTo>
                  <a:cubicBezTo>
                    <a:pt x="27861" y="611"/>
                    <a:pt x="28151" y="662"/>
                    <a:pt x="28430" y="717"/>
                  </a:cubicBezTo>
                  <a:cubicBezTo>
                    <a:pt x="28436" y="718"/>
                    <a:pt x="28442" y="718"/>
                    <a:pt x="28447" y="718"/>
                  </a:cubicBezTo>
                  <a:cubicBezTo>
                    <a:pt x="28453" y="718"/>
                    <a:pt x="28459" y="718"/>
                    <a:pt x="28464" y="717"/>
                  </a:cubicBezTo>
                  <a:cubicBezTo>
                    <a:pt x="28522" y="729"/>
                    <a:pt x="28579" y="740"/>
                    <a:pt x="28634" y="751"/>
                  </a:cubicBezTo>
                  <a:cubicBezTo>
                    <a:pt x="26332" y="1042"/>
                    <a:pt x="18698" y="2406"/>
                    <a:pt x="14551" y="8001"/>
                  </a:cubicBezTo>
                  <a:cubicBezTo>
                    <a:pt x="10644" y="13273"/>
                    <a:pt x="11182" y="21046"/>
                    <a:pt x="11504" y="25691"/>
                  </a:cubicBezTo>
                  <a:cubicBezTo>
                    <a:pt x="11582" y="26824"/>
                    <a:pt x="11643" y="27719"/>
                    <a:pt x="11620" y="28321"/>
                  </a:cubicBezTo>
                  <a:cubicBezTo>
                    <a:pt x="11468" y="32110"/>
                    <a:pt x="11018" y="35088"/>
                    <a:pt x="10418" y="36283"/>
                  </a:cubicBezTo>
                  <a:cubicBezTo>
                    <a:pt x="10146" y="36827"/>
                    <a:pt x="9887" y="37150"/>
                    <a:pt x="9699" y="37387"/>
                  </a:cubicBezTo>
                  <a:cubicBezTo>
                    <a:pt x="9376" y="37793"/>
                    <a:pt x="9197" y="38017"/>
                    <a:pt x="9443" y="38675"/>
                  </a:cubicBezTo>
                  <a:cubicBezTo>
                    <a:pt x="9785" y="39590"/>
                    <a:pt x="11212" y="43430"/>
                    <a:pt x="11370" y="43855"/>
                  </a:cubicBezTo>
                  <a:lnTo>
                    <a:pt x="10292" y="46608"/>
                  </a:lnTo>
                  <a:cubicBezTo>
                    <a:pt x="10281" y="46636"/>
                    <a:pt x="10283" y="46667"/>
                    <a:pt x="10296" y="46694"/>
                  </a:cubicBezTo>
                  <a:lnTo>
                    <a:pt x="11361" y="48825"/>
                  </a:lnTo>
                  <a:cubicBezTo>
                    <a:pt x="11189" y="49106"/>
                    <a:pt x="10466" y="50416"/>
                    <a:pt x="11148" y="51552"/>
                  </a:cubicBezTo>
                  <a:cubicBezTo>
                    <a:pt x="11530" y="52236"/>
                    <a:pt x="12074" y="52828"/>
                    <a:pt x="12720" y="53269"/>
                  </a:cubicBezTo>
                  <a:cubicBezTo>
                    <a:pt x="12787" y="53683"/>
                    <a:pt x="13257" y="56871"/>
                    <a:pt x="12476" y="58871"/>
                  </a:cubicBezTo>
                  <a:cubicBezTo>
                    <a:pt x="11837" y="60526"/>
                    <a:pt x="12558" y="62489"/>
                    <a:pt x="13268" y="63549"/>
                  </a:cubicBezTo>
                  <a:lnTo>
                    <a:pt x="13196" y="63538"/>
                  </a:lnTo>
                  <a:cubicBezTo>
                    <a:pt x="9709" y="62956"/>
                    <a:pt x="8615" y="60613"/>
                    <a:pt x="7650" y="58545"/>
                  </a:cubicBezTo>
                  <a:lnTo>
                    <a:pt x="7573" y="58381"/>
                  </a:lnTo>
                  <a:cubicBezTo>
                    <a:pt x="6676" y="56463"/>
                    <a:pt x="2999" y="48397"/>
                    <a:pt x="1392" y="43951"/>
                  </a:cubicBezTo>
                  <a:cubicBezTo>
                    <a:pt x="216" y="40692"/>
                    <a:pt x="465" y="37382"/>
                    <a:pt x="664" y="34723"/>
                  </a:cubicBezTo>
                  <a:cubicBezTo>
                    <a:pt x="730" y="33856"/>
                    <a:pt x="791" y="33039"/>
                    <a:pt x="791" y="32341"/>
                  </a:cubicBezTo>
                  <a:cubicBezTo>
                    <a:pt x="791" y="31814"/>
                    <a:pt x="779" y="31084"/>
                    <a:pt x="764" y="30237"/>
                  </a:cubicBezTo>
                  <a:cubicBezTo>
                    <a:pt x="698" y="26553"/>
                    <a:pt x="588" y="20389"/>
                    <a:pt x="1276" y="16951"/>
                  </a:cubicBezTo>
                  <a:cubicBezTo>
                    <a:pt x="2003" y="13308"/>
                    <a:pt x="7418" y="2678"/>
                    <a:pt x="18418" y="655"/>
                  </a:cubicBezTo>
                  <a:cubicBezTo>
                    <a:pt x="20028" y="361"/>
                    <a:pt x="21645" y="214"/>
                    <a:pt x="23263" y="214"/>
                  </a:cubicBezTo>
                  <a:close/>
                  <a:moveTo>
                    <a:pt x="23266" y="0"/>
                  </a:moveTo>
                  <a:cubicBezTo>
                    <a:pt x="21634" y="0"/>
                    <a:pt x="20003" y="149"/>
                    <a:pt x="18381" y="446"/>
                  </a:cubicBezTo>
                  <a:cubicBezTo>
                    <a:pt x="7272" y="2488"/>
                    <a:pt x="1802" y="13229"/>
                    <a:pt x="1066" y="16909"/>
                  </a:cubicBezTo>
                  <a:cubicBezTo>
                    <a:pt x="375" y="20370"/>
                    <a:pt x="484" y="26549"/>
                    <a:pt x="549" y="30241"/>
                  </a:cubicBezTo>
                  <a:cubicBezTo>
                    <a:pt x="566" y="31086"/>
                    <a:pt x="578" y="31817"/>
                    <a:pt x="578" y="32341"/>
                  </a:cubicBezTo>
                  <a:cubicBezTo>
                    <a:pt x="578" y="33032"/>
                    <a:pt x="517" y="33845"/>
                    <a:pt x="453" y="34707"/>
                  </a:cubicBezTo>
                  <a:cubicBezTo>
                    <a:pt x="250" y="37387"/>
                    <a:pt x="0" y="40722"/>
                    <a:pt x="1193" y="44024"/>
                  </a:cubicBezTo>
                  <a:cubicBezTo>
                    <a:pt x="2801" y="48478"/>
                    <a:pt x="6483" y="56552"/>
                    <a:pt x="7381" y="58470"/>
                  </a:cubicBezTo>
                  <a:lnTo>
                    <a:pt x="7457" y="58635"/>
                  </a:lnTo>
                  <a:cubicBezTo>
                    <a:pt x="8396" y="60645"/>
                    <a:pt x="9563" y="63148"/>
                    <a:pt x="13164" y="63748"/>
                  </a:cubicBezTo>
                  <a:lnTo>
                    <a:pt x="13485" y="63797"/>
                  </a:lnTo>
                  <a:cubicBezTo>
                    <a:pt x="13491" y="63799"/>
                    <a:pt x="13496" y="63799"/>
                    <a:pt x="13502" y="63799"/>
                  </a:cubicBezTo>
                  <a:cubicBezTo>
                    <a:pt x="13539" y="63799"/>
                    <a:pt x="13573" y="63780"/>
                    <a:pt x="13592" y="63747"/>
                  </a:cubicBezTo>
                  <a:cubicBezTo>
                    <a:pt x="13615" y="63710"/>
                    <a:pt x="13613" y="63663"/>
                    <a:pt x="13587" y="63628"/>
                  </a:cubicBezTo>
                  <a:cubicBezTo>
                    <a:pt x="13086" y="62967"/>
                    <a:pt x="11947" y="60836"/>
                    <a:pt x="12675" y="58948"/>
                  </a:cubicBezTo>
                  <a:cubicBezTo>
                    <a:pt x="13530" y="56762"/>
                    <a:pt x="12949" y="53333"/>
                    <a:pt x="12924" y="53189"/>
                  </a:cubicBezTo>
                  <a:cubicBezTo>
                    <a:pt x="12919" y="53161"/>
                    <a:pt x="12903" y="53135"/>
                    <a:pt x="12878" y="53119"/>
                  </a:cubicBezTo>
                  <a:cubicBezTo>
                    <a:pt x="12242" y="52694"/>
                    <a:pt x="11709" y="52117"/>
                    <a:pt x="11332" y="51447"/>
                  </a:cubicBezTo>
                  <a:cubicBezTo>
                    <a:pt x="10649" y="50306"/>
                    <a:pt x="11563" y="48904"/>
                    <a:pt x="11573" y="48890"/>
                  </a:cubicBezTo>
                  <a:cubicBezTo>
                    <a:pt x="11594" y="48859"/>
                    <a:pt x="11597" y="48817"/>
                    <a:pt x="11579" y="48783"/>
                  </a:cubicBezTo>
                  <a:lnTo>
                    <a:pt x="10509" y="46642"/>
                  </a:lnTo>
                  <a:lnTo>
                    <a:pt x="11584" y="43895"/>
                  </a:lnTo>
                  <a:cubicBezTo>
                    <a:pt x="11593" y="43871"/>
                    <a:pt x="11593" y="43844"/>
                    <a:pt x="11584" y="43819"/>
                  </a:cubicBezTo>
                  <a:cubicBezTo>
                    <a:pt x="11584" y="43819"/>
                    <a:pt x="10006" y="39571"/>
                    <a:pt x="9644" y="38600"/>
                  </a:cubicBezTo>
                  <a:cubicBezTo>
                    <a:pt x="9440" y="38055"/>
                    <a:pt x="9556" y="37909"/>
                    <a:pt x="9866" y="37521"/>
                  </a:cubicBezTo>
                  <a:cubicBezTo>
                    <a:pt x="10061" y="37277"/>
                    <a:pt x="10327" y="36943"/>
                    <a:pt x="10609" y="36380"/>
                  </a:cubicBezTo>
                  <a:cubicBezTo>
                    <a:pt x="11493" y="34619"/>
                    <a:pt x="11760" y="30162"/>
                    <a:pt x="11834" y="28330"/>
                  </a:cubicBezTo>
                  <a:cubicBezTo>
                    <a:pt x="11858" y="27718"/>
                    <a:pt x="11795" y="26817"/>
                    <a:pt x="11716" y="25676"/>
                  </a:cubicBezTo>
                  <a:cubicBezTo>
                    <a:pt x="11398" y="21062"/>
                    <a:pt x="10863" y="13337"/>
                    <a:pt x="14724" y="8129"/>
                  </a:cubicBezTo>
                  <a:cubicBezTo>
                    <a:pt x="19486" y="1701"/>
                    <a:pt x="29226" y="900"/>
                    <a:pt x="29323" y="893"/>
                  </a:cubicBezTo>
                  <a:cubicBezTo>
                    <a:pt x="29377" y="890"/>
                    <a:pt x="29418" y="848"/>
                    <a:pt x="29423" y="795"/>
                  </a:cubicBezTo>
                  <a:cubicBezTo>
                    <a:pt x="29426" y="742"/>
                    <a:pt x="29390" y="693"/>
                    <a:pt x="29338" y="683"/>
                  </a:cubicBezTo>
                  <a:lnTo>
                    <a:pt x="29208" y="655"/>
                  </a:lnTo>
                  <a:cubicBezTo>
                    <a:pt x="28976" y="604"/>
                    <a:pt x="28742" y="555"/>
                    <a:pt x="28480" y="506"/>
                  </a:cubicBezTo>
                  <a:lnTo>
                    <a:pt x="28473" y="507"/>
                  </a:lnTo>
                  <a:cubicBezTo>
                    <a:pt x="28381" y="489"/>
                    <a:pt x="28285" y="472"/>
                    <a:pt x="28190" y="454"/>
                  </a:cubicBezTo>
                  <a:cubicBezTo>
                    <a:pt x="26556" y="152"/>
                    <a:pt x="24911" y="0"/>
                    <a:pt x="232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0">
              <a:extLst>
                <a:ext uri="{FF2B5EF4-FFF2-40B4-BE49-F238E27FC236}">
                  <a16:creationId xmlns:a16="http://schemas.microsoft.com/office/drawing/2014/main" id="{3B6836C7-EE1D-3CEB-CACE-F64406C3D677}"/>
                </a:ext>
              </a:extLst>
            </p:cNvPr>
            <p:cNvSpPr/>
            <p:nvPr/>
          </p:nvSpPr>
          <p:spPr>
            <a:xfrm>
              <a:off x="4578275" y="3396225"/>
              <a:ext cx="160650" cy="539475"/>
            </a:xfrm>
            <a:custGeom>
              <a:avLst/>
              <a:gdLst/>
              <a:ahLst/>
              <a:cxnLst/>
              <a:rect l="l" t="t" r="r" b="b"/>
              <a:pathLst>
                <a:path w="6426" h="21579" extrusionOk="0">
                  <a:moveTo>
                    <a:pt x="6286" y="0"/>
                  </a:moveTo>
                  <a:cubicBezTo>
                    <a:pt x="5224" y="922"/>
                    <a:pt x="4417" y="2179"/>
                    <a:pt x="3482" y="3635"/>
                  </a:cubicBezTo>
                  <a:lnTo>
                    <a:pt x="3463" y="3666"/>
                  </a:lnTo>
                  <a:cubicBezTo>
                    <a:pt x="1" y="9049"/>
                    <a:pt x="162" y="16014"/>
                    <a:pt x="257" y="20174"/>
                  </a:cubicBezTo>
                  <a:cubicBezTo>
                    <a:pt x="269" y="20688"/>
                    <a:pt x="279" y="21160"/>
                    <a:pt x="282" y="21578"/>
                  </a:cubicBezTo>
                  <a:lnTo>
                    <a:pt x="495" y="21577"/>
                  </a:lnTo>
                  <a:cubicBezTo>
                    <a:pt x="492" y="21157"/>
                    <a:pt x="482" y="20685"/>
                    <a:pt x="470" y="20170"/>
                  </a:cubicBezTo>
                  <a:cubicBezTo>
                    <a:pt x="375" y="16033"/>
                    <a:pt x="215" y="9110"/>
                    <a:pt x="3641" y="3782"/>
                  </a:cubicBezTo>
                  <a:lnTo>
                    <a:pt x="3661" y="3751"/>
                  </a:lnTo>
                  <a:cubicBezTo>
                    <a:pt x="4587" y="2308"/>
                    <a:pt x="5388" y="1062"/>
                    <a:pt x="6426" y="163"/>
                  </a:cubicBezTo>
                  <a:lnTo>
                    <a:pt x="62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0">
              <a:extLst>
                <a:ext uri="{FF2B5EF4-FFF2-40B4-BE49-F238E27FC236}">
                  <a16:creationId xmlns:a16="http://schemas.microsoft.com/office/drawing/2014/main" id="{25D90BD1-DE32-3EAD-8C38-DD7362754ED0}"/>
                </a:ext>
              </a:extLst>
            </p:cNvPr>
            <p:cNvSpPr/>
            <p:nvPr/>
          </p:nvSpPr>
          <p:spPr>
            <a:xfrm>
              <a:off x="4586775" y="4535100"/>
              <a:ext cx="28000" cy="157825"/>
            </a:xfrm>
            <a:custGeom>
              <a:avLst/>
              <a:gdLst/>
              <a:ahLst/>
              <a:cxnLst/>
              <a:rect l="l" t="t" r="r" b="b"/>
              <a:pathLst>
                <a:path w="1120" h="6313" extrusionOk="0">
                  <a:moveTo>
                    <a:pt x="1120" y="1"/>
                  </a:moveTo>
                  <a:cubicBezTo>
                    <a:pt x="1120" y="1"/>
                    <a:pt x="0" y="3045"/>
                    <a:pt x="283" y="6313"/>
                  </a:cubicBezTo>
                  <a:lnTo>
                    <a:pt x="1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0">
              <a:extLst>
                <a:ext uri="{FF2B5EF4-FFF2-40B4-BE49-F238E27FC236}">
                  <a16:creationId xmlns:a16="http://schemas.microsoft.com/office/drawing/2014/main" id="{A5C8D3C1-161F-8C59-5EE0-1A9CF498A577}"/>
                </a:ext>
              </a:extLst>
            </p:cNvPr>
            <p:cNvSpPr/>
            <p:nvPr/>
          </p:nvSpPr>
          <p:spPr>
            <a:xfrm>
              <a:off x="4584125" y="4534175"/>
              <a:ext cx="33150" cy="159000"/>
            </a:xfrm>
            <a:custGeom>
              <a:avLst/>
              <a:gdLst/>
              <a:ahLst/>
              <a:cxnLst/>
              <a:rect l="l" t="t" r="r" b="b"/>
              <a:pathLst>
                <a:path w="1326" h="6360" extrusionOk="0">
                  <a:moveTo>
                    <a:pt x="1125" y="1"/>
                  </a:moveTo>
                  <a:cubicBezTo>
                    <a:pt x="1114" y="32"/>
                    <a:pt x="1" y="3104"/>
                    <a:pt x="283" y="6360"/>
                  </a:cubicBezTo>
                  <a:lnTo>
                    <a:pt x="283" y="6358"/>
                  </a:lnTo>
                  <a:lnTo>
                    <a:pt x="496" y="6341"/>
                  </a:lnTo>
                  <a:cubicBezTo>
                    <a:pt x="218" y="3135"/>
                    <a:pt x="1314" y="105"/>
                    <a:pt x="1326" y="75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0">
              <a:extLst>
                <a:ext uri="{FF2B5EF4-FFF2-40B4-BE49-F238E27FC236}">
                  <a16:creationId xmlns:a16="http://schemas.microsoft.com/office/drawing/2014/main" id="{4D3B56E1-D504-549D-C8EF-DC2C8D7527D7}"/>
                </a:ext>
              </a:extLst>
            </p:cNvPr>
            <p:cNvSpPr/>
            <p:nvPr/>
          </p:nvSpPr>
          <p:spPr>
            <a:xfrm>
              <a:off x="4464200" y="3949475"/>
              <a:ext cx="263825" cy="207725"/>
            </a:xfrm>
            <a:custGeom>
              <a:avLst/>
              <a:gdLst/>
              <a:ahLst/>
              <a:cxnLst/>
              <a:rect l="l" t="t" r="r" b="b"/>
              <a:pathLst>
                <a:path w="10553" h="8309" extrusionOk="0">
                  <a:moveTo>
                    <a:pt x="5278" y="0"/>
                  </a:moveTo>
                  <a:cubicBezTo>
                    <a:pt x="3998" y="0"/>
                    <a:pt x="2271" y="1305"/>
                    <a:pt x="1013" y="2453"/>
                  </a:cubicBezTo>
                  <a:cubicBezTo>
                    <a:pt x="73" y="3301"/>
                    <a:pt x="0" y="4752"/>
                    <a:pt x="850" y="5690"/>
                  </a:cubicBezTo>
                  <a:cubicBezTo>
                    <a:pt x="901" y="5748"/>
                    <a:pt x="956" y="5801"/>
                    <a:pt x="1013" y="5853"/>
                  </a:cubicBezTo>
                  <a:cubicBezTo>
                    <a:pt x="2278" y="7001"/>
                    <a:pt x="3998" y="8309"/>
                    <a:pt x="5278" y="8309"/>
                  </a:cubicBezTo>
                  <a:cubicBezTo>
                    <a:pt x="6557" y="8309"/>
                    <a:pt x="8279" y="7001"/>
                    <a:pt x="9543" y="5853"/>
                  </a:cubicBezTo>
                  <a:cubicBezTo>
                    <a:pt x="10482" y="5002"/>
                    <a:pt x="10552" y="3549"/>
                    <a:pt x="9701" y="2609"/>
                  </a:cubicBezTo>
                  <a:cubicBezTo>
                    <a:pt x="9650" y="2554"/>
                    <a:pt x="9598" y="2502"/>
                    <a:pt x="9543" y="2453"/>
                  </a:cubicBezTo>
                  <a:cubicBezTo>
                    <a:pt x="8279" y="1305"/>
                    <a:pt x="6557" y="0"/>
                    <a:pt x="52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0">
              <a:extLst>
                <a:ext uri="{FF2B5EF4-FFF2-40B4-BE49-F238E27FC236}">
                  <a16:creationId xmlns:a16="http://schemas.microsoft.com/office/drawing/2014/main" id="{F49D7FD2-EE11-C6F2-3C23-AFD7805AAB18}"/>
                </a:ext>
              </a:extLst>
            </p:cNvPr>
            <p:cNvSpPr/>
            <p:nvPr/>
          </p:nvSpPr>
          <p:spPr>
            <a:xfrm>
              <a:off x="4467250" y="3946800"/>
              <a:ext cx="257750" cy="213050"/>
            </a:xfrm>
            <a:custGeom>
              <a:avLst/>
              <a:gdLst/>
              <a:ahLst/>
              <a:cxnLst/>
              <a:rect l="l" t="t" r="r" b="b"/>
              <a:pathLst>
                <a:path w="10310" h="8522" extrusionOk="0">
                  <a:moveTo>
                    <a:pt x="5156" y="213"/>
                  </a:moveTo>
                  <a:cubicBezTo>
                    <a:pt x="6413" y="213"/>
                    <a:pt x="8130" y="1532"/>
                    <a:pt x="9349" y="2639"/>
                  </a:cubicBezTo>
                  <a:cubicBezTo>
                    <a:pt x="9401" y="2685"/>
                    <a:pt x="9452" y="2735"/>
                    <a:pt x="9500" y="2788"/>
                  </a:cubicBezTo>
                  <a:cubicBezTo>
                    <a:pt x="9893" y="3221"/>
                    <a:pt x="10094" y="3782"/>
                    <a:pt x="10065" y="4366"/>
                  </a:cubicBezTo>
                  <a:cubicBezTo>
                    <a:pt x="10037" y="4951"/>
                    <a:pt x="9783" y="5488"/>
                    <a:pt x="9349" y="5882"/>
                  </a:cubicBezTo>
                  <a:cubicBezTo>
                    <a:pt x="8130" y="6989"/>
                    <a:pt x="6412" y="8309"/>
                    <a:pt x="5156" y="8309"/>
                  </a:cubicBezTo>
                  <a:cubicBezTo>
                    <a:pt x="3901" y="8309"/>
                    <a:pt x="2183" y="6989"/>
                    <a:pt x="962" y="5882"/>
                  </a:cubicBezTo>
                  <a:cubicBezTo>
                    <a:pt x="909" y="5832"/>
                    <a:pt x="856" y="5780"/>
                    <a:pt x="807" y="5725"/>
                  </a:cubicBezTo>
                  <a:cubicBezTo>
                    <a:pt x="416" y="5292"/>
                    <a:pt x="216" y="4732"/>
                    <a:pt x="246" y="4150"/>
                  </a:cubicBezTo>
                  <a:cubicBezTo>
                    <a:pt x="274" y="3566"/>
                    <a:pt x="529" y="3030"/>
                    <a:pt x="964" y="2639"/>
                  </a:cubicBezTo>
                  <a:cubicBezTo>
                    <a:pt x="2677" y="1074"/>
                    <a:pt x="4166" y="213"/>
                    <a:pt x="5156" y="213"/>
                  </a:cubicBezTo>
                  <a:close/>
                  <a:moveTo>
                    <a:pt x="5156" y="0"/>
                  </a:moveTo>
                  <a:cubicBezTo>
                    <a:pt x="3819" y="0"/>
                    <a:pt x="2059" y="1349"/>
                    <a:pt x="819" y="2479"/>
                  </a:cubicBezTo>
                  <a:cubicBezTo>
                    <a:pt x="344" y="2910"/>
                    <a:pt x="64" y="3499"/>
                    <a:pt x="32" y="4140"/>
                  </a:cubicBezTo>
                  <a:cubicBezTo>
                    <a:pt x="0" y="4778"/>
                    <a:pt x="219" y="5393"/>
                    <a:pt x="648" y="5868"/>
                  </a:cubicBezTo>
                  <a:cubicBezTo>
                    <a:pt x="703" y="5929"/>
                    <a:pt x="760" y="5986"/>
                    <a:pt x="819" y="6039"/>
                  </a:cubicBezTo>
                  <a:cubicBezTo>
                    <a:pt x="2067" y="7172"/>
                    <a:pt x="3833" y="8521"/>
                    <a:pt x="5156" y="8521"/>
                  </a:cubicBezTo>
                  <a:cubicBezTo>
                    <a:pt x="6479" y="8521"/>
                    <a:pt x="8245" y="7172"/>
                    <a:pt x="9492" y="6039"/>
                  </a:cubicBezTo>
                  <a:cubicBezTo>
                    <a:pt x="9969" y="5608"/>
                    <a:pt x="10247" y="5018"/>
                    <a:pt x="10278" y="4376"/>
                  </a:cubicBezTo>
                  <a:cubicBezTo>
                    <a:pt x="10310" y="3735"/>
                    <a:pt x="10088" y="3120"/>
                    <a:pt x="9658" y="2645"/>
                  </a:cubicBezTo>
                  <a:cubicBezTo>
                    <a:pt x="9605" y="2588"/>
                    <a:pt x="9550" y="2533"/>
                    <a:pt x="9492" y="2481"/>
                  </a:cubicBezTo>
                  <a:cubicBezTo>
                    <a:pt x="8246" y="1349"/>
                    <a:pt x="6492" y="0"/>
                    <a:pt x="515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0">
              <a:extLst>
                <a:ext uri="{FF2B5EF4-FFF2-40B4-BE49-F238E27FC236}">
                  <a16:creationId xmlns:a16="http://schemas.microsoft.com/office/drawing/2014/main" id="{194EA47F-83B5-D31B-34FA-54443DCB2771}"/>
                </a:ext>
              </a:extLst>
            </p:cNvPr>
            <p:cNvSpPr/>
            <p:nvPr/>
          </p:nvSpPr>
          <p:spPr>
            <a:xfrm>
              <a:off x="4611675" y="4269450"/>
              <a:ext cx="116725" cy="145425"/>
            </a:xfrm>
            <a:custGeom>
              <a:avLst/>
              <a:gdLst/>
              <a:ahLst/>
              <a:cxnLst/>
              <a:rect l="l" t="t" r="r" b="b"/>
              <a:pathLst>
                <a:path w="4669" h="5817" extrusionOk="0">
                  <a:moveTo>
                    <a:pt x="2630" y="0"/>
                  </a:moveTo>
                  <a:lnTo>
                    <a:pt x="2630" y="0"/>
                  </a:lnTo>
                  <a:cubicBezTo>
                    <a:pt x="2311" y="30"/>
                    <a:pt x="1708" y="228"/>
                    <a:pt x="1357" y="1376"/>
                  </a:cubicBezTo>
                  <a:cubicBezTo>
                    <a:pt x="864" y="2980"/>
                    <a:pt x="0" y="4213"/>
                    <a:pt x="740" y="4829"/>
                  </a:cubicBezTo>
                  <a:cubicBezTo>
                    <a:pt x="1480" y="5445"/>
                    <a:pt x="4668" y="5816"/>
                    <a:pt x="4668" y="5816"/>
                  </a:cubicBezTo>
                  <a:cubicBezTo>
                    <a:pt x="4668" y="5816"/>
                    <a:pt x="3090" y="1568"/>
                    <a:pt x="2728" y="597"/>
                  </a:cubicBezTo>
                  <a:cubicBezTo>
                    <a:pt x="2642" y="411"/>
                    <a:pt x="2607" y="204"/>
                    <a:pt x="26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0">
              <a:extLst>
                <a:ext uri="{FF2B5EF4-FFF2-40B4-BE49-F238E27FC236}">
                  <a16:creationId xmlns:a16="http://schemas.microsoft.com/office/drawing/2014/main" id="{7EDDC5F7-9BC3-4575-7C2D-2E2B5B21334D}"/>
                </a:ext>
              </a:extLst>
            </p:cNvPr>
            <p:cNvSpPr/>
            <p:nvPr/>
          </p:nvSpPr>
          <p:spPr>
            <a:xfrm>
              <a:off x="4613575" y="4266800"/>
              <a:ext cx="117650" cy="150700"/>
            </a:xfrm>
            <a:custGeom>
              <a:avLst/>
              <a:gdLst/>
              <a:ahLst/>
              <a:cxnLst/>
              <a:rect l="l" t="t" r="r" b="b"/>
              <a:pathLst>
                <a:path w="4706" h="6028" extrusionOk="0">
                  <a:moveTo>
                    <a:pt x="2441" y="231"/>
                  </a:moveTo>
                  <a:cubicBezTo>
                    <a:pt x="2441" y="410"/>
                    <a:pt x="2479" y="584"/>
                    <a:pt x="2551" y="741"/>
                  </a:cubicBezTo>
                  <a:cubicBezTo>
                    <a:pt x="2871" y="1597"/>
                    <a:pt x="4137" y="5003"/>
                    <a:pt x="4431" y="5794"/>
                  </a:cubicBezTo>
                  <a:cubicBezTo>
                    <a:pt x="3760" y="5706"/>
                    <a:pt x="1342" y="5361"/>
                    <a:pt x="733" y="4853"/>
                  </a:cubicBezTo>
                  <a:cubicBezTo>
                    <a:pt x="256" y="4456"/>
                    <a:pt x="538" y="3744"/>
                    <a:pt x="928" y="2760"/>
                  </a:cubicBezTo>
                  <a:cubicBezTo>
                    <a:pt x="1077" y="2384"/>
                    <a:pt x="1245" y="1960"/>
                    <a:pt x="1382" y="1513"/>
                  </a:cubicBezTo>
                  <a:cubicBezTo>
                    <a:pt x="1659" y="610"/>
                    <a:pt x="2089" y="310"/>
                    <a:pt x="2441" y="231"/>
                  </a:cubicBezTo>
                  <a:close/>
                  <a:moveTo>
                    <a:pt x="2554" y="0"/>
                  </a:moveTo>
                  <a:cubicBezTo>
                    <a:pt x="2550" y="0"/>
                    <a:pt x="2547" y="0"/>
                    <a:pt x="2543" y="1"/>
                  </a:cubicBezTo>
                  <a:cubicBezTo>
                    <a:pt x="2189" y="33"/>
                    <a:pt x="1541" y="266"/>
                    <a:pt x="1178" y="1451"/>
                  </a:cubicBezTo>
                  <a:cubicBezTo>
                    <a:pt x="1044" y="1889"/>
                    <a:pt x="877" y="2308"/>
                    <a:pt x="730" y="2681"/>
                  </a:cubicBezTo>
                  <a:cubicBezTo>
                    <a:pt x="322" y="3708"/>
                    <a:pt x="0" y="4521"/>
                    <a:pt x="596" y="5015"/>
                  </a:cubicBezTo>
                  <a:cubicBezTo>
                    <a:pt x="1351" y="5645"/>
                    <a:pt x="4448" y="6013"/>
                    <a:pt x="4580" y="6028"/>
                  </a:cubicBezTo>
                  <a:lnTo>
                    <a:pt x="4592" y="6028"/>
                  </a:lnTo>
                  <a:cubicBezTo>
                    <a:pt x="4625" y="6028"/>
                    <a:pt x="4655" y="6014"/>
                    <a:pt x="4676" y="5988"/>
                  </a:cubicBezTo>
                  <a:cubicBezTo>
                    <a:pt x="4699" y="5958"/>
                    <a:pt x="4705" y="5919"/>
                    <a:pt x="4692" y="5885"/>
                  </a:cubicBezTo>
                  <a:cubicBezTo>
                    <a:pt x="4692" y="5885"/>
                    <a:pt x="3114" y="1637"/>
                    <a:pt x="2749" y="659"/>
                  </a:cubicBezTo>
                  <a:cubicBezTo>
                    <a:pt x="2670" y="489"/>
                    <a:pt x="2639" y="303"/>
                    <a:pt x="2660" y="118"/>
                  </a:cubicBezTo>
                  <a:cubicBezTo>
                    <a:pt x="2662" y="86"/>
                    <a:pt x="2652" y="54"/>
                    <a:pt x="2630" y="32"/>
                  </a:cubicBezTo>
                  <a:cubicBezTo>
                    <a:pt x="2609" y="11"/>
                    <a:pt x="2582" y="0"/>
                    <a:pt x="25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0">
              <a:extLst>
                <a:ext uri="{FF2B5EF4-FFF2-40B4-BE49-F238E27FC236}">
                  <a16:creationId xmlns:a16="http://schemas.microsoft.com/office/drawing/2014/main" id="{D872FC87-1EF7-83F9-C47F-EF5F96A408D8}"/>
                </a:ext>
              </a:extLst>
            </p:cNvPr>
            <p:cNvSpPr/>
            <p:nvPr/>
          </p:nvSpPr>
          <p:spPr>
            <a:xfrm>
              <a:off x="4614750" y="4484725"/>
              <a:ext cx="113650" cy="50400"/>
            </a:xfrm>
            <a:custGeom>
              <a:avLst/>
              <a:gdLst/>
              <a:ahLst/>
              <a:cxnLst/>
              <a:rect l="l" t="t" r="r" b="b"/>
              <a:pathLst>
                <a:path w="4546" h="2016" extrusionOk="0">
                  <a:moveTo>
                    <a:pt x="3308" y="0"/>
                  </a:moveTo>
                  <a:cubicBezTo>
                    <a:pt x="2622" y="0"/>
                    <a:pt x="1948" y="186"/>
                    <a:pt x="1357" y="536"/>
                  </a:cubicBezTo>
                  <a:cubicBezTo>
                    <a:pt x="775" y="892"/>
                    <a:pt x="305" y="1405"/>
                    <a:pt x="1" y="2016"/>
                  </a:cubicBezTo>
                  <a:lnTo>
                    <a:pt x="4545" y="2016"/>
                  </a:lnTo>
                  <a:lnTo>
                    <a:pt x="3454" y="3"/>
                  </a:lnTo>
                  <a:cubicBezTo>
                    <a:pt x="3405" y="1"/>
                    <a:pt x="3356" y="0"/>
                    <a:pt x="3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0">
              <a:extLst>
                <a:ext uri="{FF2B5EF4-FFF2-40B4-BE49-F238E27FC236}">
                  <a16:creationId xmlns:a16="http://schemas.microsoft.com/office/drawing/2014/main" id="{7B0CEADD-B36E-DE7B-EEB7-21322D6905C5}"/>
                </a:ext>
              </a:extLst>
            </p:cNvPr>
            <p:cNvSpPr/>
            <p:nvPr/>
          </p:nvSpPr>
          <p:spPr>
            <a:xfrm>
              <a:off x="4611975" y="4482025"/>
              <a:ext cx="119200" cy="55800"/>
            </a:xfrm>
            <a:custGeom>
              <a:avLst/>
              <a:gdLst/>
              <a:ahLst/>
              <a:cxnLst/>
              <a:rect l="l" t="t" r="r" b="b"/>
              <a:pathLst>
                <a:path w="4768" h="2232" extrusionOk="0">
                  <a:moveTo>
                    <a:pt x="3412" y="214"/>
                  </a:moveTo>
                  <a:cubicBezTo>
                    <a:pt x="3441" y="214"/>
                    <a:pt x="3470" y="214"/>
                    <a:pt x="3499" y="215"/>
                  </a:cubicBezTo>
                  <a:lnTo>
                    <a:pt x="4476" y="2017"/>
                  </a:lnTo>
                  <a:lnTo>
                    <a:pt x="289" y="2017"/>
                  </a:lnTo>
                  <a:cubicBezTo>
                    <a:pt x="584" y="1491"/>
                    <a:pt x="1007" y="1050"/>
                    <a:pt x="1522" y="735"/>
                  </a:cubicBezTo>
                  <a:cubicBezTo>
                    <a:pt x="2096" y="394"/>
                    <a:pt x="2744" y="214"/>
                    <a:pt x="3412" y="214"/>
                  </a:cubicBezTo>
                  <a:close/>
                  <a:moveTo>
                    <a:pt x="3420" y="1"/>
                  </a:moveTo>
                  <a:cubicBezTo>
                    <a:pt x="2713" y="1"/>
                    <a:pt x="2023" y="190"/>
                    <a:pt x="1412" y="553"/>
                  </a:cubicBezTo>
                  <a:cubicBezTo>
                    <a:pt x="813" y="919"/>
                    <a:pt x="329" y="1446"/>
                    <a:pt x="17" y="2076"/>
                  </a:cubicBezTo>
                  <a:cubicBezTo>
                    <a:pt x="0" y="2109"/>
                    <a:pt x="2" y="2148"/>
                    <a:pt x="21" y="2179"/>
                  </a:cubicBezTo>
                  <a:cubicBezTo>
                    <a:pt x="40" y="2210"/>
                    <a:pt x="75" y="2230"/>
                    <a:pt x="112" y="2230"/>
                  </a:cubicBezTo>
                  <a:lnTo>
                    <a:pt x="4656" y="2230"/>
                  </a:lnTo>
                  <a:lnTo>
                    <a:pt x="4656" y="2231"/>
                  </a:lnTo>
                  <a:cubicBezTo>
                    <a:pt x="4693" y="2231"/>
                    <a:pt x="4729" y="2210"/>
                    <a:pt x="4748" y="2179"/>
                  </a:cubicBezTo>
                  <a:cubicBezTo>
                    <a:pt x="4766" y="2146"/>
                    <a:pt x="4768" y="2106"/>
                    <a:pt x="4750" y="2073"/>
                  </a:cubicBezTo>
                  <a:lnTo>
                    <a:pt x="3659" y="60"/>
                  </a:lnTo>
                  <a:cubicBezTo>
                    <a:pt x="3639" y="27"/>
                    <a:pt x="3606" y="5"/>
                    <a:pt x="3568" y="4"/>
                  </a:cubicBezTo>
                  <a:cubicBezTo>
                    <a:pt x="3518" y="2"/>
                    <a:pt x="3469" y="1"/>
                    <a:pt x="34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0">
              <a:extLst>
                <a:ext uri="{FF2B5EF4-FFF2-40B4-BE49-F238E27FC236}">
                  <a16:creationId xmlns:a16="http://schemas.microsoft.com/office/drawing/2014/main" id="{B6D27C88-6261-AE7E-9EBB-F59D4DE96FEC}"/>
                </a:ext>
              </a:extLst>
            </p:cNvPr>
            <p:cNvSpPr/>
            <p:nvPr/>
          </p:nvSpPr>
          <p:spPr>
            <a:xfrm>
              <a:off x="4614750" y="4535100"/>
              <a:ext cx="147000" cy="113525"/>
            </a:xfrm>
            <a:custGeom>
              <a:avLst/>
              <a:gdLst/>
              <a:ahLst/>
              <a:cxnLst/>
              <a:rect l="l" t="t" r="r" b="b"/>
              <a:pathLst>
                <a:path w="5880" h="4541" extrusionOk="0">
                  <a:moveTo>
                    <a:pt x="1" y="1"/>
                  </a:moveTo>
                  <a:cubicBezTo>
                    <a:pt x="1" y="1"/>
                    <a:pt x="1" y="1727"/>
                    <a:pt x="2221" y="2961"/>
                  </a:cubicBezTo>
                  <a:cubicBezTo>
                    <a:pt x="4441" y="4195"/>
                    <a:pt x="5879" y="4541"/>
                    <a:pt x="5879" y="4541"/>
                  </a:cubicBezTo>
                  <a:cubicBezTo>
                    <a:pt x="5227" y="4106"/>
                    <a:pt x="4687" y="3524"/>
                    <a:pt x="4302" y="2842"/>
                  </a:cubicBezTo>
                  <a:cubicBezTo>
                    <a:pt x="3574" y="1628"/>
                    <a:pt x="4545" y="171"/>
                    <a:pt x="4545" y="171"/>
                  </a:cubicBezTo>
                  <a:lnTo>
                    <a:pt x="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0">
              <a:extLst>
                <a:ext uri="{FF2B5EF4-FFF2-40B4-BE49-F238E27FC236}">
                  <a16:creationId xmlns:a16="http://schemas.microsoft.com/office/drawing/2014/main" id="{0BC3A04D-344A-5955-36D3-99C815DAECFD}"/>
                </a:ext>
              </a:extLst>
            </p:cNvPr>
            <p:cNvSpPr/>
            <p:nvPr/>
          </p:nvSpPr>
          <p:spPr>
            <a:xfrm>
              <a:off x="4612075" y="4532425"/>
              <a:ext cx="152650" cy="118875"/>
            </a:xfrm>
            <a:custGeom>
              <a:avLst/>
              <a:gdLst/>
              <a:ahLst/>
              <a:cxnLst/>
              <a:rect l="l" t="t" r="r" b="b"/>
              <a:pathLst>
                <a:path w="6106" h="4755" extrusionOk="0">
                  <a:moveTo>
                    <a:pt x="4499" y="215"/>
                  </a:moveTo>
                  <a:lnTo>
                    <a:pt x="4529" y="273"/>
                  </a:lnTo>
                  <a:cubicBezTo>
                    <a:pt x="4356" y="556"/>
                    <a:pt x="3635" y="1865"/>
                    <a:pt x="4316" y="3002"/>
                  </a:cubicBezTo>
                  <a:cubicBezTo>
                    <a:pt x="4607" y="3519"/>
                    <a:pt x="4992" y="3984"/>
                    <a:pt x="5443" y="4369"/>
                  </a:cubicBezTo>
                  <a:cubicBezTo>
                    <a:pt x="4828" y="4161"/>
                    <a:pt x="3750" y="3736"/>
                    <a:pt x="2379" y="2976"/>
                  </a:cubicBezTo>
                  <a:cubicBezTo>
                    <a:pt x="559" y="1962"/>
                    <a:pt x="269" y="602"/>
                    <a:pt x="223" y="215"/>
                  </a:cubicBezTo>
                  <a:close/>
                  <a:moveTo>
                    <a:pt x="108" y="1"/>
                  </a:moveTo>
                  <a:cubicBezTo>
                    <a:pt x="80" y="1"/>
                    <a:pt x="51" y="13"/>
                    <a:pt x="32" y="32"/>
                  </a:cubicBezTo>
                  <a:cubicBezTo>
                    <a:pt x="13" y="53"/>
                    <a:pt x="1" y="80"/>
                    <a:pt x="1" y="108"/>
                  </a:cubicBezTo>
                  <a:cubicBezTo>
                    <a:pt x="1" y="181"/>
                    <a:pt x="26" y="1910"/>
                    <a:pt x="2276" y="3160"/>
                  </a:cubicBezTo>
                  <a:cubicBezTo>
                    <a:pt x="4482" y="4389"/>
                    <a:pt x="5948" y="4747"/>
                    <a:pt x="5962" y="4752"/>
                  </a:cubicBezTo>
                  <a:cubicBezTo>
                    <a:pt x="5970" y="4753"/>
                    <a:pt x="5979" y="4755"/>
                    <a:pt x="5986" y="4755"/>
                  </a:cubicBezTo>
                  <a:lnTo>
                    <a:pt x="5988" y="4755"/>
                  </a:lnTo>
                  <a:cubicBezTo>
                    <a:pt x="6029" y="4755"/>
                    <a:pt x="6068" y="4730"/>
                    <a:pt x="6085" y="4691"/>
                  </a:cubicBezTo>
                  <a:cubicBezTo>
                    <a:pt x="6105" y="4643"/>
                    <a:pt x="6089" y="4588"/>
                    <a:pt x="6046" y="4558"/>
                  </a:cubicBezTo>
                  <a:cubicBezTo>
                    <a:pt x="5412" y="4135"/>
                    <a:pt x="4877" y="3561"/>
                    <a:pt x="4502" y="2895"/>
                  </a:cubicBezTo>
                  <a:cubicBezTo>
                    <a:pt x="4502" y="2895"/>
                    <a:pt x="4500" y="2894"/>
                    <a:pt x="4500" y="2894"/>
                  </a:cubicBezTo>
                  <a:cubicBezTo>
                    <a:pt x="3817" y="1753"/>
                    <a:pt x="4731" y="352"/>
                    <a:pt x="4741" y="337"/>
                  </a:cubicBezTo>
                  <a:cubicBezTo>
                    <a:pt x="4762" y="306"/>
                    <a:pt x="4764" y="264"/>
                    <a:pt x="4747" y="230"/>
                  </a:cubicBezTo>
                  <a:lnTo>
                    <a:pt x="4660" y="59"/>
                  </a:lnTo>
                  <a:cubicBezTo>
                    <a:pt x="4642" y="23"/>
                    <a:pt x="4605" y="1"/>
                    <a:pt x="45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0">
              <a:extLst>
                <a:ext uri="{FF2B5EF4-FFF2-40B4-BE49-F238E27FC236}">
                  <a16:creationId xmlns:a16="http://schemas.microsoft.com/office/drawing/2014/main" id="{2364EF1C-8CBE-E546-B12D-CE622CA79465}"/>
                </a:ext>
              </a:extLst>
            </p:cNvPr>
            <p:cNvSpPr/>
            <p:nvPr/>
          </p:nvSpPr>
          <p:spPr>
            <a:xfrm>
              <a:off x="4520100" y="3973450"/>
              <a:ext cx="121375" cy="159750"/>
            </a:xfrm>
            <a:custGeom>
              <a:avLst/>
              <a:gdLst/>
              <a:ahLst/>
              <a:cxnLst/>
              <a:rect l="l" t="t" r="r" b="b"/>
              <a:pathLst>
                <a:path w="4855" h="6390" extrusionOk="0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0">
              <a:extLst>
                <a:ext uri="{FF2B5EF4-FFF2-40B4-BE49-F238E27FC236}">
                  <a16:creationId xmlns:a16="http://schemas.microsoft.com/office/drawing/2014/main" id="{8341014F-F489-7814-A39E-F2DDEAFB4334}"/>
                </a:ext>
              </a:extLst>
            </p:cNvPr>
            <p:cNvSpPr/>
            <p:nvPr/>
          </p:nvSpPr>
          <p:spPr>
            <a:xfrm>
              <a:off x="4517450" y="3970775"/>
              <a:ext cx="126700" cy="165100"/>
            </a:xfrm>
            <a:custGeom>
              <a:avLst/>
              <a:gdLst/>
              <a:ahLst/>
              <a:cxnLst/>
              <a:rect l="l" t="t" r="r" b="b"/>
              <a:pathLst>
                <a:path w="5068" h="6604" extrusionOk="0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0">
              <a:extLst>
                <a:ext uri="{FF2B5EF4-FFF2-40B4-BE49-F238E27FC236}">
                  <a16:creationId xmlns:a16="http://schemas.microsoft.com/office/drawing/2014/main" id="{F6679E81-DE4E-388E-BA2E-23A64823E321}"/>
                </a:ext>
              </a:extLst>
            </p:cNvPr>
            <p:cNvSpPr/>
            <p:nvPr/>
          </p:nvSpPr>
          <p:spPr>
            <a:xfrm>
              <a:off x="4535250" y="3993400"/>
              <a:ext cx="91075" cy="119850"/>
            </a:xfrm>
            <a:custGeom>
              <a:avLst/>
              <a:gdLst/>
              <a:ahLst/>
              <a:cxnLst/>
              <a:rect l="l" t="t" r="r" b="b"/>
              <a:pathLst>
                <a:path w="3643" h="4794" extrusionOk="0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0">
              <a:extLst>
                <a:ext uri="{FF2B5EF4-FFF2-40B4-BE49-F238E27FC236}">
                  <a16:creationId xmlns:a16="http://schemas.microsoft.com/office/drawing/2014/main" id="{3A2814E6-DC01-02B6-EA51-B9510043EA2A}"/>
                </a:ext>
              </a:extLst>
            </p:cNvPr>
            <p:cNvSpPr/>
            <p:nvPr/>
          </p:nvSpPr>
          <p:spPr>
            <a:xfrm>
              <a:off x="4532600" y="3990725"/>
              <a:ext cx="96400" cy="125200"/>
            </a:xfrm>
            <a:custGeom>
              <a:avLst/>
              <a:gdLst/>
              <a:ahLst/>
              <a:cxnLst/>
              <a:rect l="l" t="t" r="r" b="b"/>
              <a:pathLst>
                <a:path w="3856" h="5008" extrusionOk="0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0">
              <a:extLst>
                <a:ext uri="{FF2B5EF4-FFF2-40B4-BE49-F238E27FC236}">
                  <a16:creationId xmlns:a16="http://schemas.microsoft.com/office/drawing/2014/main" id="{FCC6C474-0F15-AC7A-B095-61165867A67F}"/>
                </a:ext>
              </a:extLst>
            </p:cNvPr>
            <p:cNvSpPr/>
            <p:nvPr/>
          </p:nvSpPr>
          <p:spPr>
            <a:xfrm>
              <a:off x="4554025" y="4018325"/>
              <a:ext cx="53350" cy="69950"/>
            </a:xfrm>
            <a:custGeom>
              <a:avLst/>
              <a:gdLst/>
              <a:ahLst/>
              <a:cxnLst/>
              <a:rect l="l" t="t" r="r" b="b"/>
              <a:pathLst>
                <a:path w="2134" h="2798" extrusionOk="0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0">
              <a:extLst>
                <a:ext uri="{FF2B5EF4-FFF2-40B4-BE49-F238E27FC236}">
                  <a16:creationId xmlns:a16="http://schemas.microsoft.com/office/drawing/2014/main" id="{F134A371-54E7-7520-ECD6-5F128A334A56}"/>
                </a:ext>
              </a:extLst>
            </p:cNvPr>
            <p:cNvSpPr/>
            <p:nvPr/>
          </p:nvSpPr>
          <p:spPr>
            <a:xfrm>
              <a:off x="4551375" y="4015650"/>
              <a:ext cx="58650" cy="75250"/>
            </a:xfrm>
            <a:custGeom>
              <a:avLst/>
              <a:gdLst/>
              <a:ahLst/>
              <a:cxnLst/>
              <a:rect l="l" t="t" r="r" b="b"/>
              <a:pathLst>
                <a:path w="2346" h="3010" extrusionOk="0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0">
              <a:extLst>
                <a:ext uri="{FF2B5EF4-FFF2-40B4-BE49-F238E27FC236}">
                  <a16:creationId xmlns:a16="http://schemas.microsoft.com/office/drawing/2014/main" id="{37D0E8D0-F6A2-00FE-E1BA-1B23E1D64677}"/>
                </a:ext>
              </a:extLst>
            </p:cNvPr>
            <p:cNvSpPr/>
            <p:nvPr/>
          </p:nvSpPr>
          <p:spPr>
            <a:xfrm>
              <a:off x="5774075" y="3390525"/>
              <a:ext cx="463875" cy="237800"/>
            </a:xfrm>
            <a:custGeom>
              <a:avLst/>
              <a:gdLst/>
              <a:ahLst/>
              <a:cxnLst/>
              <a:rect l="l" t="t" r="r" b="b"/>
              <a:pathLst>
                <a:path w="18555" h="9512" extrusionOk="0">
                  <a:moveTo>
                    <a:pt x="9408" y="1"/>
                  </a:moveTo>
                  <a:cubicBezTo>
                    <a:pt x="9379" y="1"/>
                    <a:pt x="9353" y="11"/>
                    <a:pt x="9332" y="32"/>
                  </a:cubicBezTo>
                  <a:lnTo>
                    <a:pt x="1" y="9362"/>
                  </a:lnTo>
                  <a:lnTo>
                    <a:pt x="151" y="9512"/>
                  </a:lnTo>
                  <a:lnTo>
                    <a:pt x="9452" y="214"/>
                  </a:lnTo>
                  <a:lnTo>
                    <a:pt x="18554" y="214"/>
                  </a:lnTo>
                  <a:lnTo>
                    <a:pt x="1855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0">
              <a:extLst>
                <a:ext uri="{FF2B5EF4-FFF2-40B4-BE49-F238E27FC236}">
                  <a16:creationId xmlns:a16="http://schemas.microsoft.com/office/drawing/2014/main" id="{CC51608A-9815-E073-BCF7-2416B7183266}"/>
                </a:ext>
              </a:extLst>
            </p:cNvPr>
            <p:cNvSpPr/>
            <p:nvPr/>
          </p:nvSpPr>
          <p:spPr>
            <a:xfrm>
              <a:off x="6218575" y="3371550"/>
              <a:ext cx="40000" cy="40000"/>
            </a:xfrm>
            <a:custGeom>
              <a:avLst/>
              <a:gdLst/>
              <a:ahLst/>
              <a:cxnLst/>
              <a:rect l="l" t="t" r="r" b="b"/>
              <a:pathLst>
                <a:path w="1600" h="1600" extrusionOk="0">
                  <a:moveTo>
                    <a:pt x="800" y="0"/>
                  </a:moveTo>
                  <a:cubicBezTo>
                    <a:pt x="359" y="0"/>
                    <a:pt x="0" y="358"/>
                    <a:pt x="0" y="800"/>
                  </a:cubicBezTo>
                  <a:cubicBezTo>
                    <a:pt x="0" y="1242"/>
                    <a:pt x="359" y="1599"/>
                    <a:pt x="800" y="1599"/>
                  </a:cubicBezTo>
                  <a:cubicBezTo>
                    <a:pt x="1242" y="1599"/>
                    <a:pt x="1599" y="1242"/>
                    <a:pt x="1599" y="800"/>
                  </a:cubicBezTo>
                  <a:cubicBezTo>
                    <a:pt x="1599" y="358"/>
                    <a:pt x="1242" y="0"/>
                    <a:pt x="8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0">
              <a:extLst>
                <a:ext uri="{FF2B5EF4-FFF2-40B4-BE49-F238E27FC236}">
                  <a16:creationId xmlns:a16="http://schemas.microsoft.com/office/drawing/2014/main" id="{F2F3481F-18EF-F224-A686-AA8EBE0D7DCE}"/>
                </a:ext>
              </a:extLst>
            </p:cNvPr>
            <p:cNvSpPr/>
            <p:nvPr/>
          </p:nvSpPr>
          <p:spPr>
            <a:xfrm>
              <a:off x="6215875" y="3368875"/>
              <a:ext cx="45375" cy="45350"/>
            </a:xfrm>
            <a:custGeom>
              <a:avLst/>
              <a:gdLst/>
              <a:ahLst/>
              <a:cxnLst/>
              <a:rect l="l" t="t" r="r" b="b"/>
              <a:pathLst>
                <a:path w="1815" h="1814" extrusionOk="0">
                  <a:moveTo>
                    <a:pt x="908" y="213"/>
                  </a:moveTo>
                  <a:cubicBezTo>
                    <a:pt x="1290" y="213"/>
                    <a:pt x="1601" y="524"/>
                    <a:pt x="1601" y="907"/>
                  </a:cubicBezTo>
                  <a:cubicBezTo>
                    <a:pt x="1601" y="1289"/>
                    <a:pt x="1290" y="1599"/>
                    <a:pt x="908" y="1599"/>
                  </a:cubicBezTo>
                  <a:cubicBezTo>
                    <a:pt x="526" y="1599"/>
                    <a:pt x="215" y="1289"/>
                    <a:pt x="215" y="907"/>
                  </a:cubicBezTo>
                  <a:cubicBezTo>
                    <a:pt x="215" y="524"/>
                    <a:pt x="526" y="213"/>
                    <a:pt x="908" y="213"/>
                  </a:cubicBezTo>
                  <a:close/>
                  <a:moveTo>
                    <a:pt x="908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7"/>
                    <a:pt x="409" y="1814"/>
                    <a:pt x="908" y="1814"/>
                  </a:cubicBezTo>
                  <a:cubicBezTo>
                    <a:pt x="1408" y="1814"/>
                    <a:pt x="1814" y="1407"/>
                    <a:pt x="1814" y="907"/>
                  </a:cubicBezTo>
                  <a:cubicBezTo>
                    <a:pt x="1814" y="407"/>
                    <a:pt x="1408" y="0"/>
                    <a:pt x="9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0">
              <a:extLst>
                <a:ext uri="{FF2B5EF4-FFF2-40B4-BE49-F238E27FC236}">
                  <a16:creationId xmlns:a16="http://schemas.microsoft.com/office/drawing/2014/main" id="{98F8E8D0-7299-B38F-08B6-D519D45A4040}"/>
                </a:ext>
              </a:extLst>
            </p:cNvPr>
            <p:cNvSpPr/>
            <p:nvPr/>
          </p:nvSpPr>
          <p:spPr>
            <a:xfrm>
              <a:off x="6231700" y="344257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>
              <a:extLst>
                <a:ext uri="{FF2B5EF4-FFF2-40B4-BE49-F238E27FC236}">
                  <a16:creationId xmlns:a16="http://schemas.microsoft.com/office/drawing/2014/main" id="{B6EC1440-D47F-7574-3B5C-DD4BC47E6B13}"/>
                </a:ext>
              </a:extLst>
            </p:cNvPr>
            <p:cNvSpPr/>
            <p:nvPr/>
          </p:nvSpPr>
          <p:spPr>
            <a:xfrm>
              <a:off x="6231700" y="3474200"/>
              <a:ext cx="136625" cy="5400"/>
            </a:xfrm>
            <a:custGeom>
              <a:avLst/>
              <a:gdLst/>
              <a:ahLst/>
              <a:cxnLst/>
              <a:rect l="l" t="t" r="r" b="b"/>
              <a:pathLst>
                <a:path w="5465" h="216" extrusionOk="0">
                  <a:moveTo>
                    <a:pt x="1" y="1"/>
                  </a:moveTo>
                  <a:lnTo>
                    <a:pt x="1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0">
              <a:extLst>
                <a:ext uri="{FF2B5EF4-FFF2-40B4-BE49-F238E27FC236}">
                  <a16:creationId xmlns:a16="http://schemas.microsoft.com/office/drawing/2014/main" id="{59B7287A-DA5F-AF9E-92A0-7713420123E4}"/>
                </a:ext>
              </a:extLst>
            </p:cNvPr>
            <p:cNvSpPr/>
            <p:nvPr/>
          </p:nvSpPr>
          <p:spPr>
            <a:xfrm>
              <a:off x="6231700" y="3505850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0">
              <a:extLst>
                <a:ext uri="{FF2B5EF4-FFF2-40B4-BE49-F238E27FC236}">
                  <a16:creationId xmlns:a16="http://schemas.microsoft.com/office/drawing/2014/main" id="{5C36E6D9-2DEE-D9D6-7EA3-9AC47F35DD39}"/>
                </a:ext>
              </a:extLst>
            </p:cNvPr>
            <p:cNvSpPr/>
            <p:nvPr/>
          </p:nvSpPr>
          <p:spPr>
            <a:xfrm>
              <a:off x="6231700" y="353752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>
              <a:extLst>
                <a:ext uri="{FF2B5EF4-FFF2-40B4-BE49-F238E27FC236}">
                  <a16:creationId xmlns:a16="http://schemas.microsoft.com/office/drawing/2014/main" id="{C904CDAC-9177-9B77-7614-1ACB8F643AFB}"/>
                </a:ext>
              </a:extLst>
            </p:cNvPr>
            <p:cNvSpPr/>
            <p:nvPr/>
          </p:nvSpPr>
          <p:spPr>
            <a:xfrm>
              <a:off x="4124950" y="4398325"/>
              <a:ext cx="308925" cy="99800"/>
            </a:xfrm>
            <a:custGeom>
              <a:avLst/>
              <a:gdLst/>
              <a:ahLst/>
              <a:cxnLst/>
              <a:rect l="l" t="t" r="r" b="b"/>
              <a:pathLst>
                <a:path w="12357" h="3992" extrusionOk="0">
                  <a:moveTo>
                    <a:pt x="12160" y="0"/>
                  </a:moveTo>
                  <a:lnTo>
                    <a:pt x="10540" y="3779"/>
                  </a:lnTo>
                  <a:lnTo>
                    <a:pt x="0" y="3779"/>
                  </a:lnTo>
                  <a:lnTo>
                    <a:pt x="0" y="3992"/>
                  </a:lnTo>
                  <a:lnTo>
                    <a:pt x="10610" y="3992"/>
                  </a:lnTo>
                  <a:cubicBezTo>
                    <a:pt x="10653" y="3992"/>
                    <a:pt x="10691" y="3967"/>
                    <a:pt x="10708" y="3928"/>
                  </a:cubicBezTo>
                  <a:lnTo>
                    <a:pt x="12357" y="8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>
              <a:extLst>
                <a:ext uri="{FF2B5EF4-FFF2-40B4-BE49-F238E27FC236}">
                  <a16:creationId xmlns:a16="http://schemas.microsoft.com/office/drawing/2014/main" id="{FCFA6643-DC41-AB3C-0698-CF25BD5D8B26}"/>
                </a:ext>
              </a:extLst>
            </p:cNvPr>
            <p:cNvSpPr/>
            <p:nvPr/>
          </p:nvSpPr>
          <p:spPr>
            <a:xfrm>
              <a:off x="4104950" y="4475450"/>
              <a:ext cx="40050" cy="40000"/>
            </a:xfrm>
            <a:custGeom>
              <a:avLst/>
              <a:gdLst/>
              <a:ahLst/>
              <a:cxnLst/>
              <a:rect l="l" t="t" r="r" b="b"/>
              <a:pathLst>
                <a:path w="1602" h="1600" extrusionOk="0">
                  <a:moveTo>
                    <a:pt x="802" y="0"/>
                  </a:moveTo>
                  <a:cubicBezTo>
                    <a:pt x="359" y="0"/>
                    <a:pt x="1" y="359"/>
                    <a:pt x="1" y="800"/>
                  </a:cubicBezTo>
                  <a:cubicBezTo>
                    <a:pt x="1" y="1242"/>
                    <a:pt x="359" y="1599"/>
                    <a:pt x="802" y="1599"/>
                  </a:cubicBezTo>
                  <a:cubicBezTo>
                    <a:pt x="1242" y="1599"/>
                    <a:pt x="1601" y="1242"/>
                    <a:pt x="1601" y="800"/>
                  </a:cubicBezTo>
                  <a:cubicBezTo>
                    <a:pt x="1601" y="359"/>
                    <a:pt x="1242" y="0"/>
                    <a:pt x="8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>
              <a:extLst>
                <a:ext uri="{FF2B5EF4-FFF2-40B4-BE49-F238E27FC236}">
                  <a16:creationId xmlns:a16="http://schemas.microsoft.com/office/drawing/2014/main" id="{E7888755-738F-DDC1-B151-8DA3597DC301}"/>
                </a:ext>
              </a:extLst>
            </p:cNvPr>
            <p:cNvSpPr/>
            <p:nvPr/>
          </p:nvSpPr>
          <p:spPr>
            <a:xfrm>
              <a:off x="4102300" y="4472750"/>
              <a:ext cx="45325" cy="45375"/>
            </a:xfrm>
            <a:custGeom>
              <a:avLst/>
              <a:gdLst/>
              <a:ahLst/>
              <a:cxnLst/>
              <a:rect l="l" t="t" r="r" b="b"/>
              <a:pathLst>
                <a:path w="1813" h="1815" extrusionOk="0">
                  <a:moveTo>
                    <a:pt x="906" y="215"/>
                  </a:moveTo>
                  <a:cubicBezTo>
                    <a:pt x="1289" y="215"/>
                    <a:pt x="1600" y="527"/>
                    <a:pt x="1600" y="908"/>
                  </a:cubicBezTo>
                  <a:cubicBezTo>
                    <a:pt x="1600" y="1290"/>
                    <a:pt x="1289" y="1602"/>
                    <a:pt x="906" y="1602"/>
                  </a:cubicBezTo>
                  <a:cubicBezTo>
                    <a:pt x="525" y="1602"/>
                    <a:pt x="214" y="1290"/>
                    <a:pt x="214" y="908"/>
                  </a:cubicBezTo>
                  <a:cubicBezTo>
                    <a:pt x="214" y="527"/>
                    <a:pt x="525" y="215"/>
                    <a:pt x="906" y="215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8"/>
                  </a:cubicBezTo>
                  <a:cubicBezTo>
                    <a:pt x="1" y="1408"/>
                    <a:pt x="407" y="1814"/>
                    <a:pt x="906" y="1814"/>
                  </a:cubicBezTo>
                  <a:cubicBezTo>
                    <a:pt x="1406" y="1814"/>
                    <a:pt x="1813" y="1408"/>
                    <a:pt x="1813" y="908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0">
              <a:extLst>
                <a:ext uri="{FF2B5EF4-FFF2-40B4-BE49-F238E27FC236}">
                  <a16:creationId xmlns:a16="http://schemas.microsoft.com/office/drawing/2014/main" id="{77E1F868-142F-9846-6F65-A7BBF6B55EE6}"/>
                </a:ext>
              </a:extLst>
            </p:cNvPr>
            <p:cNvSpPr/>
            <p:nvPr/>
          </p:nvSpPr>
          <p:spPr>
            <a:xfrm>
              <a:off x="4061850" y="4551500"/>
              <a:ext cx="136625" cy="5325"/>
            </a:xfrm>
            <a:custGeom>
              <a:avLst/>
              <a:gdLst/>
              <a:ahLst/>
              <a:cxnLst/>
              <a:rect l="l" t="t" r="r" b="b"/>
              <a:pathLst>
                <a:path w="5465" h="213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0">
              <a:extLst>
                <a:ext uri="{FF2B5EF4-FFF2-40B4-BE49-F238E27FC236}">
                  <a16:creationId xmlns:a16="http://schemas.microsoft.com/office/drawing/2014/main" id="{E0BB6724-E671-F874-409A-3BE35DDD71B3}"/>
                </a:ext>
              </a:extLst>
            </p:cNvPr>
            <p:cNvSpPr/>
            <p:nvPr/>
          </p:nvSpPr>
          <p:spPr>
            <a:xfrm>
              <a:off x="4061850" y="4583125"/>
              <a:ext cx="136625" cy="5400"/>
            </a:xfrm>
            <a:custGeom>
              <a:avLst/>
              <a:gdLst/>
              <a:ahLst/>
              <a:cxnLst/>
              <a:rect l="l" t="t" r="r" b="b"/>
              <a:pathLst>
                <a:path w="5465" h="216" extrusionOk="0">
                  <a:moveTo>
                    <a:pt x="0" y="1"/>
                  </a:moveTo>
                  <a:lnTo>
                    <a:pt x="0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0">
              <a:extLst>
                <a:ext uri="{FF2B5EF4-FFF2-40B4-BE49-F238E27FC236}">
                  <a16:creationId xmlns:a16="http://schemas.microsoft.com/office/drawing/2014/main" id="{9DF33F5B-40B2-C984-D199-5463867370E5}"/>
                </a:ext>
              </a:extLst>
            </p:cNvPr>
            <p:cNvSpPr/>
            <p:nvPr/>
          </p:nvSpPr>
          <p:spPr>
            <a:xfrm>
              <a:off x="4061850" y="4614775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0">
              <a:extLst>
                <a:ext uri="{FF2B5EF4-FFF2-40B4-BE49-F238E27FC236}">
                  <a16:creationId xmlns:a16="http://schemas.microsoft.com/office/drawing/2014/main" id="{36D717C0-B9D4-E643-3439-2304326332AB}"/>
                </a:ext>
              </a:extLst>
            </p:cNvPr>
            <p:cNvSpPr/>
            <p:nvPr/>
          </p:nvSpPr>
          <p:spPr>
            <a:xfrm>
              <a:off x="4061850" y="4646450"/>
              <a:ext cx="136625" cy="5350"/>
            </a:xfrm>
            <a:custGeom>
              <a:avLst/>
              <a:gdLst/>
              <a:ahLst/>
              <a:cxnLst/>
              <a:rect l="l" t="t" r="r" b="b"/>
              <a:pathLst>
                <a:path w="5465" h="214" extrusionOk="0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0">
              <a:extLst>
                <a:ext uri="{FF2B5EF4-FFF2-40B4-BE49-F238E27FC236}">
                  <a16:creationId xmlns:a16="http://schemas.microsoft.com/office/drawing/2014/main" id="{49C72D04-97C1-B2B2-34C6-71DB2958426B}"/>
                </a:ext>
              </a:extLst>
            </p:cNvPr>
            <p:cNvSpPr/>
            <p:nvPr/>
          </p:nvSpPr>
          <p:spPr>
            <a:xfrm>
              <a:off x="4680275" y="5167725"/>
              <a:ext cx="5350" cy="173825"/>
            </a:xfrm>
            <a:custGeom>
              <a:avLst/>
              <a:gdLst/>
              <a:ahLst/>
              <a:cxnLst/>
              <a:rect l="l" t="t" r="r" b="b"/>
              <a:pathLst>
                <a:path w="214" h="6953" extrusionOk="0">
                  <a:moveTo>
                    <a:pt x="0" y="0"/>
                  </a:moveTo>
                  <a:lnTo>
                    <a:pt x="0" y="6952"/>
                  </a:lnTo>
                  <a:lnTo>
                    <a:pt x="213" y="69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0">
              <a:extLst>
                <a:ext uri="{FF2B5EF4-FFF2-40B4-BE49-F238E27FC236}">
                  <a16:creationId xmlns:a16="http://schemas.microsoft.com/office/drawing/2014/main" id="{E7D68104-1557-D796-D198-C91E52AE8F5E}"/>
                </a:ext>
              </a:extLst>
            </p:cNvPr>
            <p:cNvSpPr/>
            <p:nvPr/>
          </p:nvSpPr>
          <p:spPr>
            <a:xfrm>
              <a:off x="4663900" y="5316800"/>
              <a:ext cx="40000" cy="40000"/>
            </a:xfrm>
            <a:custGeom>
              <a:avLst/>
              <a:gdLst/>
              <a:ahLst/>
              <a:cxnLst/>
              <a:rect l="l" t="t" r="r" b="b"/>
              <a:pathLst>
                <a:path w="1600" h="1600" extrusionOk="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599" y="1241"/>
                    <a:pt x="1599" y="800"/>
                  </a:cubicBezTo>
                  <a:cubicBezTo>
                    <a:pt x="1599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0">
              <a:extLst>
                <a:ext uri="{FF2B5EF4-FFF2-40B4-BE49-F238E27FC236}">
                  <a16:creationId xmlns:a16="http://schemas.microsoft.com/office/drawing/2014/main" id="{1EDE9451-DCDF-A8C5-667E-90C653621EEC}"/>
                </a:ext>
              </a:extLst>
            </p:cNvPr>
            <p:cNvSpPr/>
            <p:nvPr/>
          </p:nvSpPr>
          <p:spPr>
            <a:xfrm>
              <a:off x="4661250" y="5314125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213"/>
                  </a:moveTo>
                  <a:cubicBezTo>
                    <a:pt x="1289" y="213"/>
                    <a:pt x="1600" y="524"/>
                    <a:pt x="1600" y="907"/>
                  </a:cubicBezTo>
                  <a:cubicBezTo>
                    <a:pt x="1600" y="1288"/>
                    <a:pt x="1289" y="1599"/>
                    <a:pt x="906" y="1599"/>
                  </a:cubicBezTo>
                  <a:cubicBezTo>
                    <a:pt x="525" y="1599"/>
                    <a:pt x="214" y="1288"/>
                    <a:pt x="214" y="907"/>
                  </a:cubicBezTo>
                  <a:cubicBezTo>
                    <a:pt x="214" y="524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6"/>
                    <a:pt x="407" y="1812"/>
                    <a:pt x="906" y="1812"/>
                  </a:cubicBezTo>
                  <a:cubicBezTo>
                    <a:pt x="1406" y="1812"/>
                    <a:pt x="1813" y="1406"/>
                    <a:pt x="1813" y="907"/>
                  </a:cubicBezTo>
                  <a:cubicBezTo>
                    <a:pt x="1813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>
              <a:extLst>
                <a:ext uri="{FF2B5EF4-FFF2-40B4-BE49-F238E27FC236}">
                  <a16:creationId xmlns:a16="http://schemas.microsoft.com/office/drawing/2014/main" id="{58B9985B-C356-6D1F-F1C9-696B5C221ADD}"/>
                </a:ext>
              </a:extLst>
            </p:cNvPr>
            <p:cNvSpPr/>
            <p:nvPr/>
          </p:nvSpPr>
          <p:spPr>
            <a:xfrm>
              <a:off x="4489200" y="5276500"/>
              <a:ext cx="136675" cy="5325"/>
            </a:xfrm>
            <a:custGeom>
              <a:avLst/>
              <a:gdLst/>
              <a:ahLst/>
              <a:cxnLst/>
              <a:rect l="l" t="t" r="r" b="b"/>
              <a:pathLst>
                <a:path w="5467" h="213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0">
              <a:extLst>
                <a:ext uri="{FF2B5EF4-FFF2-40B4-BE49-F238E27FC236}">
                  <a16:creationId xmlns:a16="http://schemas.microsoft.com/office/drawing/2014/main" id="{C9DE2799-F505-8C8A-7529-FF6D5F229654}"/>
                </a:ext>
              </a:extLst>
            </p:cNvPr>
            <p:cNvSpPr/>
            <p:nvPr/>
          </p:nvSpPr>
          <p:spPr>
            <a:xfrm>
              <a:off x="4489200" y="53081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0">
              <a:extLst>
                <a:ext uri="{FF2B5EF4-FFF2-40B4-BE49-F238E27FC236}">
                  <a16:creationId xmlns:a16="http://schemas.microsoft.com/office/drawing/2014/main" id="{19B50FCD-8F8A-25AA-A822-B439A4C21485}"/>
                </a:ext>
              </a:extLst>
            </p:cNvPr>
            <p:cNvSpPr/>
            <p:nvPr/>
          </p:nvSpPr>
          <p:spPr>
            <a:xfrm>
              <a:off x="4489200" y="5339800"/>
              <a:ext cx="136675" cy="5400"/>
            </a:xfrm>
            <a:custGeom>
              <a:avLst/>
              <a:gdLst/>
              <a:ahLst/>
              <a:cxnLst/>
              <a:rect l="l" t="t" r="r" b="b"/>
              <a:pathLst>
                <a:path w="5467" h="216" extrusionOk="0">
                  <a:moveTo>
                    <a:pt x="1" y="1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0">
              <a:extLst>
                <a:ext uri="{FF2B5EF4-FFF2-40B4-BE49-F238E27FC236}">
                  <a16:creationId xmlns:a16="http://schemas.microsoft.com/office/drawing/2014/main" id="{FD136FD1-C892-951B-D775-E2DE8E631E3D}"/>
                </a:ext>
              </a:extLst>
            </p:cNvPr>
            <p:cNvSpPr/>
            <p:nvPr/>
          </p:nvSpPr>
          <p:spPr>
            <a:xfrm>
              <a:off x="4489200" y="53714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0">
              <a:extLst>
                <a:ext uri="{FF2B5EF4-FFF2-40B4-BE49-F238E27FC236}">
                  <a16:creationId xmlns:a16="http://schemas.microsoft.com/office/drawing/2014/main" id="{0596F03F-7A3C-310B-8D9A-7126F8FBF181}"/>
                </a:ext>
              </a:extLst>
            </p:cNvPr>
            <p:cNvSpPr/>
            <p:nvPr/>
          </p:nvSpPr>
          <p:spPr>
            <a:xfrm>
              <a:off x="5542150" y="5109875"/>
              <a:ext cx="297875" cy="147425"/>
            </a:xfrm>
            <a:custGeom>
              <a:avLst/>
              <a:gdLst/>
              <a:ahLst/>
              <a:cxnLst/>
              <a:rect l="l" t="t" r="r" b="b"/>
              <a:pathLst>
                <a:path w="11915" h="5897" extrusionOk="0">
                  <a:moveTo>
                    <a:pt x="0" y="1"/>
                  </a:moveTo>
                  <a:lnTo>
                    <a:pt x="0" y="213"/>
                  </a:lnTo>
                  <a:lnTo>
                    <a:pt x="4308" y="213"/>
                  </a:lnTo>
                  <a:lnTo>
                    <a:pt x="4308" y="5791"/>
                  </a:lnTo>
                  <a:cubicBezTo>
                    <a:pt x="4308" y="5849"/>
                    <a:pt x="4355" y="5897"/>
                    <a:pt x="4415" y="5897"/>
                  </a:cubicBezTo>
                  <a:lnTo>
                    <a:pt x="11915" y="5897"/>
                  </a:lnTo>
                  <a:lnTo>
                    <a:pt x="11915" y="5684"/>
                  </a:lnTo>
                  <a:lnTo>
                    <a:pt x="4521" y="5684"/>
                  </a:lnTo>
                  <a:lnTo>
                    <a:pt x="4521" y="108"/>
                  </a:lnTo>
                  <a:cubicBezTo>
                    <a:pt x="4521" y="48"/>
                    <a:pt x="4473" y="1"/>
                    <a:pt x="44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>
              <a:extLst>
                <a:ext uri="{FF2B5EF4-FFF2-40B4-BE49-F238E27FC236}">
                  <a16:creationId xmlns:a16="http://schemas.microsoft.com/office/drawing/2014/main" id="{47DCB1B6-AB02-34CE-1C7D-19359A96C87E}"/>
                </a:ext>
              </a:extLst>
            </p:cNvPr>
            <p:cNvSpPr/>
            <p:nvPr/>
          </p:nvSpPr>
          <p:spPr>
            <a:xfrm>
              <a:off x="5824625" y="5234350"/>
              <a:ext cx="40000" cy="40050"/>
            </a:xfrm>
            <a:custGeom>
              <a:avLst/>
              <a:gdLst/>
              <a:ahLst/>
              <a:cxnLst/>
              <a:rect l="l" t="t" r="r" b="b"/>
              <a:pathLst>
                <a:path w="1600" h="1602" extrusionOk="0">
                  <a:moveTo>
                    <a:pt x="800" y="1"/>
                  </a:moveTo>
                  <a:cubicBezTo>
                    <a:pt x="359" y="1"/>
                    <a:pt x="1" y="359"/>
                    <a:pt x="1" y="800"/>
                  </a:cubicBezTo>
                  <a:cubicBezTo>
                    <a:pt x="1" y="1242"/>
                    <a:pt x="359" y="1601"/>
                    <a:pt x="800" y="1601"/>
                  </a:cubicBezTo>
                  <a:cubicBezTo>
                    <a:pt x="1242" y="1601"/>
                    <a:pt x="1600" y="1242"/>
                    <a:pt x="1600" y="800"/>
                  </a:cubicBezTo>
                  <a:cubicBezTo>
                    <a:pt x="1600" y="359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>
              <a:extLst>
                <a:ext uri="{FF2B5EF4-FFF2-40B4-BE49-F238E27FC236}">
                  <a16:creationId xmlns:a16="http://schemas.microsoft.com/office/drawing/2014/main" id="{20A14170-922D-CF29-0D59-56CF3B079A7B}"/>
                </a:ext>
              </a:extLst>
            </p:cNvPr>
            <p:cNvSpPr/>
            <p:nvPr/>
          </p:nvSpPr>
          <p:spPr>
            <a:xfrm>
              <a:off x="5821975" y="5231700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214"/>
                  </a:moveTo>
                  <a:cubicBezTo>
                    <a:pt x="1289" y="214"/>
                    <a:pt x="1600" y="525"/>
                    <a:pt x="1600" y="906"/>
                  </a:cubicBezTo>
                  <a:cubicBezTo>
                    <a:pt x="1600" y="1289"/>
                    <a:pt x="1289" y="1600"/>
                    <a:pt x="906" y="1600"/>
                  </a:cubicBezTo>
                  <a:cubicBezTo>
                    <a:pt x="525" y="1600"/>
                    <a:pt x="214" y="1289"/>
                    <a:pt x="214" y="906"/>
                  </a:cubicBezTo>
                  <a:cubicBezTo>
                    <a:pt x="214" y="525"/>
                    <a:pt x="525" y="214"/>
                    <a:pt x="906" y="214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6"/>
                  </a:cubicBezTo>
                  <a:cubicBezTo>
                    <a:pt x="1" y="1406"/>
                    <a:pt x="407" y="1813"/>
                    <a:pt x="906" y="1813"/>
                  </a:cubicBezTo>
                  <a:cubicBezTo>
                    <a:pt x="1406" y="1813"/>
                    <a:pt x="1813" y="1406"/>
                    <a:pt x="1813" y="906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>
              <a:extLst>
                <a:ext uri="{FF2B5EF4-FFF2-40B4-BE49-F238E27FC236}">
                  <a16:creationId xmlns:a16="http://schemas.microsoft.com/office/drawing/2014/main" id="{D96A1310-182C-5769-F761-7DEE68F3C5B1}"/>
                </a:ext>
              </a:extLst>
            </p:cNvPr>
            <p:cNvSpPr/>
            <p:nvPr/>
          </p:nvSpPr>
          <p:spPr>
            <a:xfrm>
              <a:off x="5896650" y="5201850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0">
              <a:extLst>
                <a:ext uri="{FF2B5EF4-FFF2-40B4-BE49-F238E27FC236}">
                  <a16:creationId xmlns:a16="http://schemas.microsoft.com/office/drawing/2014/main" id="{AD158C0A-0634-8599-5803-5CF21A5918F1}"/>
                </a:ext>
              </a:extLst>
            </p:cNvPr>
            <p:cNvSpPr/>
            <p:nvPr/>
          </p:nvSpPr>
          <p:spPr>
            <a:xfrm>
              <a:off x="5896650" y="5233500"/>
              <a:ext cx="136675" cy="5375"/>
            </a:xfrm>
            <a:custGeom>
              <a:avLst/>
              <a:gdLst/>
              <a:ahLst/>
              <a:cxnLst/>
              <a:rect l="l" t="t" r="r" b="b"/>
              <a:pathLst>
                <a:path w="5467" h="215" extrusionOk="0">
                  <a:moveTo>
                    <a:pt x="1" y="0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0">
              <a:extLst>
                <a:ext uri="{FF2B5EF4-FFF2-40B4-BE49-F238E27FC236}">
                  <a16:creationId xmlns:a16="http://schemas.microsoft.com/office/drawing/2014/main" id="{B63F56A3-F95C-2E4A-3620-BF3D132CBF36}"/>
                </a:ext>
              </a:extLst>
            </p:cNvPr>
            <p:cNvSpPr/>
            <p:nvPr/>
          </p:nvSpPr>
          <p:spPr>
            <a:xfrm>
              <a:off x="5896650" y="5265175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0">
              <a:extLst>
                <a:ext uri="{FF2B5EF4-FFF2-40B4-BE49-F238E27FC236}">
                  <a16:creationId xmlns:a16="http://schemas.microsoft.com/office/drawing/2014/main" id="{A5917840-99EB-B9CD-42C1-A7DE558E42BD}"/>
                </a:ext>
              </a:extLst>
            </p:cNvPr>
            <p:cNvSpPr/>
            <p:nvPr/>
          </p:nvSpPr>
          <p:spPr>
            <a:xfrm>
              <a:off x="5896650" y="5296850"/>
              <a:ext cx="136675" cy="5350"/>
            </a:xfrm>
            <a:custGeom>
              <a:avLst/>
              <a:gdLst/>
              <a:ahLst/>
              <a:cxnLst/>
              <a:rect l="l" t="t" r="r" b="b"/>
              <a:pathLst>
                <a:path w="5467" h="214" extrusionOk="0">
                  <a:moveTo>
                    <a:pt x="1" y="1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0">
              <a:extLst>
                <a:ext uri="{FF2B5EF4-FFF2-40B4-BE49-F238E27FC236}">
                  <a16:creationId xmlns:a16="http://schemas.microsoft.com/office/drawing/2014/main" id="{3C17CF09-460F-8C9F-4DBB-18D6BCA5FB90}"/>
                </a:ext>
              </a:extLst>
            </p:cNvPr>
            <p:cNvSpPr/>
            <p:nvPr/>
          </p:nvSpPr>
          <p:spPr>
            <a:xfrm>
              <a:off x="5975800" y="4961625"/>
              <a:ext cx="297700" cy="5350"/>
            </a:xfrm>
            <a:custGeom>
              <a:avLst/>
              <a:gdLst/>
              <a:ahLst/>
              <a:cxnLst/>
              <a:rect l="l" t="t" r="r" b="b"/>
              <a:pathLst>
                <a:path w="11908" h="214" extrusionOk="0">
                  <a:moveTo>
                    <a:pt x="0" y="0"/>
                  </a:moveTo>
                  <a:lnTo>
                    <a:pt x="0" y="213"/>
                  </a:lnTo>
                  <a:lnTo>
                    <a:pt x="11907" y="213"/>
                  </a:lnTo>
                  <a:lnTo>
                    <a:pt x="11907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0">
              <a:extLst>
                <a:ext uri="{FF2B5EF4-FFF2-40B4-BE49-F238E27FC236}">
                  <a16:creationId xmlns:a16="http://schemas.microsoft.com/office/drawing/2014/main" id="{75702E3F-AF4A-64F5-5734-44021D23345A}"/>
                </a:ext>
              </a:extLst>
            </p:cNvPr>
            <p:cNvSpPr/>
            <p:nvPr/>
          </p:nvSpPr>
          <p:spPr>
            <a:xfrm>
              <a:off x="6122200" y="4816450"/>
              <a:ext cx="5350" cy="147825"/>
            </a:xfrm>
            <a:custGeom>
              <a:avLst/>
              <a:gdLst/>
              <a:ahLst/>
              <a:cxnLst/>
              <a:rect l="l" t="t" r="r" b="b"/>
              <a:pathLst>
                <a:path w="214" h="5913" extrusionOk="0">
                  <a:moveTo>
                    <a:pt x="0" y="0"/>
                  </a:moveTo>
                  <a:lnTo>
                    <a:pt x="0" y="5913"/>
                  </a:lnTo>
                  <a:lnTo>
                    <a:pt x="213" y="591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0">
              <a:extLst>
                <a:ext uri="{FF2B5EF4-FFF2-40B4-BE49-F238E27FC236}">
                  <a16:creationId xmlns:a16="http://schemas.microsoft.com/office/drawing/2014/main" id="{3FADD768-AC25-91EF-52E6-7B273776B420}"/>
                </a:ext>
              </a:extLst>
            </p:cNvPr>
            <p:cNvSpPr/>
            <p:nvPr/>
          </p:nvSpPr>
          <p:spPr>
            <a:xfrm>
              <a:off x="5921100" y="4909775"/>
              <a:ext cx="109325" cy="109300"/>
            </a:xfrm>
            <a:custGeom>
              <a:avLst/>
              <a:gdLst/>
              <a:ahLst/>
              <a:cxnLst/>
              <a:rect l="l" t="t" r="r" b="b"/>
              <a:pathLst>
                <a:path w="4373" h="4372" extrusionOk="0">
                  <a:moveTo>
                    <a:pt x="2187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7" y="4372"/>
                  </a:cubicBezTo>
                  <a:cubicBezTo>
                    <a:pt x="3393" y="4372"/>
                    <a:pt x="4372" y="3393"/>
                    <a:pt x="4372" y="2186"/>
                  </a:cubicBezTo>
                  <a:cubicBezTo>
                    <a:pt x="4372" y="978"/>
                    <a:pt x="3393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0">
              <a:extLst>
                <a:ext uri="{FF2B5EF4-FFF2-40B4-BE49-F238E27FC236}">
                  <a16:creationId xmlns:a16="http://schemas.microsoft.com/office/drawing/2014/main" id="{23E5D5C7-B599-8809-0B55-6267CCF2A044}"/>
                </a:ext>
              </a:extLst>
            </p:cNvPr>
            <p:cNvSpPr/>
            <p:nvPr/>
          </p:nvSpPr>
          <p:spPr>
            <a:xfrm>
              <a:off x="5910725" y="4907075"/>
              <a:ext cx="123875" cy="114675"/>
            </a:xfrm>
            <a:custGeom>
              <a:avLst/>
              <a:gdLst/>
              <a:ahLst/>
              <a:cxnLst/>
              <a:rect l="l" t="t" r="r" b="b"/>
              <a:pathLst>
                <a:path w="4955" h="4587" extrusionOk="0">
                  <a:moveTo>
                    <a:pt x="2600" y="213"/>
                  </a:moveTo>
                  <a:cubicBezTo>
                    <a:pt x="2872" y="213"/>
                    <a:pt x="3143" y="267"/>
                    <a:pt x="3401" y="375"/>
                  </a:cubicBezTo>
                  <a:cubicBezTo>
                    <a:pt x="3915" y="589"/>
                    <a:pt x="4312" y="990"/>
                    <a:pt x="4524" y="1503"/>
                  </a:cubicBezTo>
                  <a:cubicBezTo>
                    <a:pt x="4735" y="2017"/>
                    <a:pt x="4734" y="2583"/>
                    <a:pt x="4519" y="3095"/>
                  </a:cubicBezTo>
                  <a:cubicBezTo>
                    <a:pt x="4307" y="3607"/>
                    <a:pt x="3906" y="4006"/>
                    <a:pt x="3392" y="4218"/>
                  </a:cubicBezTo>
                  <a:cubicBezTo>
                    <a:pt x="3135" y="4324"/>
                    <a:pt x="2868" y="4374"/>
                    <a:pt x="2605" y="4374"/>
                  </a:cubicBezTo>
                  <a:cubicBezTo>
                    <a:pt x="1786" y="4374"/>
                    <a:pt x="1008" y="3887"/>
                    <a:pt x="678" y="3084"/>
                  </a:cubicBezTo>
                  <a:cubicBezTo>
                    <a:pt x="242" y="2024"/>
                    <a:pt x="749" y="806"/>
                    <a:pt x="1811" y="372"/>
                  </a:cubicBezTo>
                  <a:lnTo>
                    <a:pt x="1810" y="372"/>
                  </a:lnTo>
                  <a:cubicBezTo>
                    <a:pt x="2065" y="266"/>
                    <a:pt x="2333" y="213"/>
                    <a:pt x="2600" y="213"/>
                  </a:cubicBezTo>
                  <a:close/>
                  <a:moveTo>
                    <a:pt x="2602" y="0"/>
                  </a:moveTo>
                  <a:cubicBezTo>
                    <a:pt x="2306" y="0"/>
                    <a:pt x="2011" y="58"/>
                    <a:pt x="1729" y="174"/>
                  </a:cubicBezTo>
                  <a:cubicBezTo>
                    <a:pt x="560" y="654"/>
                    <a:pt x="1" y="1996"/>
                    <a:pt x="480" y="3166"/>
                  </a:cubicBezTo>
                  <a:cubicBezTo>
                    <a:pt x="845" y="4051"/>
                    <a:pt x="1702" y="4587"/>
                    <a:pt x="2605" y="4587"/>
                  </a:cubicBezTo>
                  <a:cubicBezTo>
                    <a:pt x="2894" y="4587"/>
                    <a:pt x="3188" y="4532"/>
                    <a:pt x="3473" y="4414"/>
                  </a:cubicBezTo>
                  <a:cubicBezTo>
                    <a:pt x="4039" y="4182"/>
                    <a:pt x="4481" y="3743"/>
                    <a:pt x="4716" y="3177"/>
                  </a:cubicBezTo>
                  <a:cubicBezTo>
                    <a:pt x="4953" y="2611"/>
                    <a:pt x="4954" y="1989"/>
                    <a:pt x="4722" y="1423"/>
                  </a:cubicBezTo>
                  <a:cubicBezTo>
                    <a:pt x="4488" y="856"/>
                    <a:pt x="4049" y="415"/>
                    <a:pt x="3483" y="178"/>
                  </a:cubicBezTo>
                  <a:cubicBezTo>
                    <a:pt x="3199" y="60"/>
                    <a:pt x="2901" y="0"/>
                    <a:pt x="260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0">
              <a:extLst>
                <a:ext uri="{FF2B5EF4-FFF2-40B4-BE49-F238E27FC236}">
                  <a16:creationId xmlns:a16="http://schemas.microsoft.com/office/drawing/2014/main" id="{0FAAD383-B815-224C-E78E-F85732B049C3}"/>
                </a:ext>
              </a:extLst>
            </p:cNvPr>
            <p:cNvSpPr/>
            <p:nvPr/>
          </p:nvSpPr>
          <p:spPr>
            <a:xfrm>
              <a:off x="5920325" y="4909700"/>
              <a:ext cx="98900" cy="109275"/>
            </a:xfrm>
            <a:custGeom>
              <a:avLst/>
              <a:gdLst/>
              <a:ahLst/>
              <a:cxnLst/>
              <a:rect l="l" t="t" r="r" b="b"/>
              <a:pathLst>
                <a:path w="3956" h="4371" extrusionOk="0">
                  <a:moveTo>
                    <a:pt x="2161" y="0"/>
                  </a:moveTo>
                  <a:cubicBezTo>
                    <a:pt x="955" y="30"/>
                    <a:pt x="1" y="1032"/>
                    <a:pt x="29" y="2239"/>
                  </a:cubicBezTo>
                  <a:cubicBezTo>
                    <a:pt x="58" y="3427"/>
                    <a:pt x="1031" y="4371"/>
                    <a:pt x="2213" y="4371"/>
                  </a:cubicBezTo>
                  <a:cubicBezTo>
                    <a:pt x="2232" y="4371"/>
                    <a:pt x="2250" y="4371"/>
                    <a:pt x="2268" y="4370"/>
                  </a:cubicBezTo>
                  <a:cubicBezTo>
                    <a:pt x="2932" y="4354"/>
                    <a:pt x="3553" y="4037"/>
                    <a:pt x="3955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>
              <a:extLst>
                <a:ext uri="{FF2B5EF4-FFF2-40B4-BE49-F238E27FC236}">
                  <a16:creationId xmlns:a16="http://schemas.microsoft.com/office/drawing/2014/main" id="{B3361734-6821-725F-20C5-8A4E50F2892E}"/>
                </a:ext>
              </a:extLst>
            </p:cNvPr>
            <p:cNvSpPr/>
            <p:nvPr/>
          </p:nvSpPr>
          <p:spPr>
            <a:xfrm>
              <a:off x="5917975" y="4906925"/>
              <a:ext cx="105200" cy="114725"/>
            </a:xfrm>
            <a:custGeom>
              <a:avLst/>
              <a:gdLst/>
              <a:ahLst/>
              <a:cxnLst/>
              <a:rect l="l" t="t" r="r" b="b"/>
              <a:pathLst>
                <a:path w="4208" h="4589" extrusionOk="0">
                  <a:moveTo>
                    <a:pt x="2149" y="223"/>
                  </a:moveTo>
                  <a:lnTo>
                    <a:pt x="2149" y="2665"/>
                  </a:lnTo>
                  <a:lnTo>
                    <a:pt x="3887" y="3650"/>
                  </a:lnTo>
                  <a:cubicBezTo>
                    <a:pt x="3503" y="4098"/>
                    <a:pt x="2953" y="4361"/>
                    <a:pt x="2359" y="4375"/>
                  </a:cubicBezTo>
                  <a:cubicBezTo>
                    <a:pt x="2344" y="4376"/>
                    <a:pt x="2329" y="4376"/>
                    <a:pt x="2313" y="4376"/>
                  </a:cubicBezTo>
                  <a:cubicBezTo>
                    <a:pt x="1778" y="4376"/>
                    <a:pt x="1266" y="4174"/>
                    <a:pt x="875" y="3802"/>
                  </a:cubicBezTo>
                  <a:cubicBezTo>
                    <a:pt x="473" y="3419"/>
                    <a:pt x="244" y="2903"/>
                    <a:pt x="230" y="2347"/>
                  </a:cubicBezTo>
                  <a:cubicBezTo>
                    <a:pt x="217" y="1792"/>
                    <a:pt x="419" y="1265"/>
                    <a:pt x="803" y="863"/>
                  </a:cubicBezTo>
                  <a:cubicBezTo>
                    <a:pt x="1161" y="486"/>
                    <a:pt x="1636" y="261"/>
                    <a:pt x="2149" y="223"/>
                  </a:cubicBezTo>
                  <a:close/>
                  <a:moveTo>
                    <a:pt x="2362" y="1"/>
                  </a:moveTo>
                  <a:lnTo>
                    <a:pt x="2252" y="4"/>
                  </a:lnTo>
                  <a:cubicBezTo>
                    <a:pt x="1640" y="20"/>
                    <a:pt x="1070" y="272"/>
                    <a:pt x="649" y="716"/>
                  </a:cubicBezTo>
                  <a:cubicBezTo>
                    <a:pt x="226" y="1159"/>
                    <a:pt x="1" y="1740"/>
                    <a:pt x="17" y="2352"/>
                  </a:cubicBezTo>
                  <a:cubicBezTo>
                    <a:pt x="32" y="2964"/>
                    <a:pt x="284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4" y="4588"/>
                  </a:lnTo>
                  <a:cubicBezTo>
                    <a:pt x="3065" y="4570"/>
                    <a:pt x="3710" y="4241"/>
                    <a:pt x="4134" y="3683"/>
                  </a:cubicBezTo>
                  <a:lnTo>
                    <a:pt x="4207" y="3586"/>
                  </a:lnTo>
                  <a:lnTo>
                    <a:pt x="2362" y="2540"/>
                  </a:lnTo>
                  <a:lnTo>
                    <a:pt x="2362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0">
              <a:extLst>
                <a:ext uri="{FF2B5EF4-FFF2-40B4-BE49-F238E27FC236}">
                  <a16:creationId xmlns:a16="http://schemas.microsoft.com/office/drawing/2014/main" id="{D5023B6A-1495-FF73-2203-53E4ABD8380B}"/>
                </a:ext>
              </a:extLst>
            </p:cNvPr>
            <p:cNvSpPr/>
            <p:nvPr/>
          </p:nvSpPr>
          <p:spPr>
            <a:xfrm>
              <a:off x="5943850" y="4932275"/>
              <a:ext cx="64025" cy="64025"/>
            </a:xfrm>
            <a:custGeom>
              <a:avLst/>
              <a:gdLst/>
              <a:ahLst/>
              <a:cxnLst/>
              <a:rect l="l" t="t" r="r" b="b"/>
              <a:pathLst>
                <a:path w="2561" h="2561" extrusionOk="0">
                  <a:moveTo>
                    <a:pt x="1280" y="1"/>
                  </a:moveTo>
                  <a:cubicBezTo>
                    <a:pt x="574" y="1"/>
                    <a:pt x="1" y="574"/>
                    <a:pt x="1" y="1281"/>
                  </a:cubicBezTo>
                  <a:cubicBezTo>
                    <a:pt x="1" y="1987"/>
                    <a:pt x="574" y="2560"/>
                    <a:pt x="1280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0">
              <a:extLst>
                <a:ext uri="{FF2B5EF4-FFF2-40B4-BE49-F238E27FC236}">
                  <a16:creationId xmlns:a16="http://schemas.microsoft.com/office/drawing/2014/main" id="{6BBC0FB0-FA35-69BE-83AE-BC36F301221E}"/>
                </a:ext>
              </a:extLst>
            </p:cNvPr>
            <p:cNvSpPr/>
            <p:nvPr/>
          </p:nvSpPr>
          <p:spPr>
            <a:xfrm>
              <a:off x="5941175" y="4929650"/>
              <a:ext cx="69325" cy="69300"/>
            </a:xfrm>
            <a:custGeom>
              <a:avLst/>
              <a:gdLst/>
              <a:ahLst/>
              <a:cxnLst/>
              <a:rect l="l" t="t" r="r" b="b"/>
              <a:pathLst>
                <a:path w="2773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0" y="2558"/>
                    <a:pt x="213" y="2033"/>
                    <a:pt x="213" y="1386"/>
                  </a:cubicBezTo>
                  <a:cubicBezTo>
                    <a:pt x="213" y="739"/>
                    <a:pt x="740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0" y="621"/>
                    <a:pt x="0" y="1386"/>
                  </a:cubicBezTo>
                  <a:cubicBezTo>
                    <a:pt x="0" y="2150"/>
                    <a:pt x="623" y="2771"/>
                    <a:pt x="1387" y="2771"/>
                  </a:cubicBezTo>
                  <a:cubicBezTo>
                    <a:pt x="2152" y="2771"/>
                    <a:pt x="2773" y="2150"/>
                    <a:pt x="2773" y="1386"/>
                  </a:cubicBezTo>
                  <a:cubicBezTo>
                    <a:pt x="2773" y="621"/>
                    <a:pt x="2152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0">
              <a:extLst>
                <a:ext uri="{FF2B5EF4-FFF2-40B4-BE49-F238E27FC236}">
                  <a16:creationId xmlns:a16="http://schemas.microsoft.com/office/drawing/2014/main" id="{DFC3F1A2-7631-B61A-8AAE-032020A08EB9}"/>
                </a:ext>
              </a:extLst>
            </p:cNvPr>
            <p:cNvSpPr/>
            <p:nvPr/>
          </p:nvSpPr>
          <p:spPr>
            <a:xfrm>
              <a:off x="6070150" y="4909775"/>
              <a:ext cx="109325" cy="109300"/>
            </a:xfrm>
            <a:custGeom>
              <a:avLst/>
              <a:gdLst/>
              <a:ahLst/>
              <a:cxnLst/>
              <a:rect l="l" t="t" r="r" b="b"/>
              <a:pathLst>
                <a:path w="4373" h="4372" extrusionOk="0">
                  <a:moveTo>
                    <a:pt x="2186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6" y="4372"/>
                  </a:cubicBezTo>
                  <a:cubicBezTo>
                    <a:pt x="3394" y="4372"/>
                    <a:pt x="4372" y="3393"/>
                    <a:pt x="4372" y="2186"/>
                  </a:cubicBezTo>
                  <a:cubicBezTo>
                    <a:pt x="4372" y="978"/>
                    <a:pt x="3394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0">
              <a:extLst>
                <a:ext uri="{FF2B5EF4-FFF2-40B4-BE49-F238E27FC236}">
                  <a16:creationId xmlns:a16="http://schemas.microsoft.com/office/drawing/2014/main" id="{062FF18F-A9C9-F390-8D5E-BEB1014CFEF6}"/>
                </a:ext>
              </a:extLst>
            </p:cNvPr>
            <p:cNvSpPr/>
            <p:nvPr/>
          </p:nvSpPr>
          <p:spPr>
            <a:xfrm>
              <a:off x="6065975" y="4907100"/>
              <a:ext cx="123875" cy="114650"/>
            </a:xfrm>
            <a:custGeom>
              <a:avLst/>
              <a:gdLst/>
              <a:ahLst/>
              <a:cxnLst/>
              <a:rect l="l" t="t" r="r" b="b"/>
              <a:pathLst>
                <a:path w="4955" h="4586" extrusionOk="0">
                  <a:moveTo>
                    <a:pt x="2351" y="213"/>
                  </a:moveTo>
                  <a:cubicBezTo>
                    <a:pt x="3170" y="213"/>
                    <a:pt x="3947" y="700"/>
                    <a:pt x="4277" y="1502"/>
                  </a:cubicBezTo>
                  <a:cubicBezTo>
                    <a:pt x="4713" y="2562"/>
                    <a:pt x="4204" y="3779"/>
                    <a:pt x="3144" y="4215"/>
                  </a:cubicBezTo>
                  <a:cubicBezTo>
                    <a:pt x="2889" y="4320"/>
                    <a:pt x="2621" y="4373"/>
                    <a:pt x="2352" y="4373"/>
                  </a:cubicBezTo>
                  <a:cubicBezTo>
                    <a:pt x="2082" y="4373"/>
                    <a:pt x="1811" y="4319"/>
                    <a:pt x="1552" y="4212"/>
                  </a:cubicBezTo>
                  <a:cubicBezTo>
                    <a:pt x="1040" y="3998"/>
                    <a:pt x="643" y="3597"/>
                    <a:pt x="431" y="3083"/>
                  </a:cubicBezTo>
                  <a:cubicBezTo>
                    <a:pt x="220" y="2570"/>
                    <a:pt x="221" y="2004"/>
                    <a:pt x="434" y="1492"/>
                  </a:cubicBezTo>
                  <a:cubicBezTo>
                    <a:pt x="649" y="980"/>
                    <a:pt x="1049" y="581"/>
                    <a:pt x="1563" y="369"/>
                  </a:cubicBezTo>
                  <a:cubicBezTo>
                    <a:pt x="1821" y="263"/>
                    <a:pt x="2088" y="213"/>
                    <a:pt x="2351" y="213"/>
                  </a:cubicBezTo>
                  <a:close/>
                  <a:moveTo>
                    <a:pt x="2351" y="0"/>
                  </a:moveTo>
                  <a:cubicBezTo>
                    <a:pt x="2061" y="0"/>
                    <a:pt x="1767" y="56"/>
                    <a:pt x="1482" y="173"/>
                  </a:cubicBezTo>
                  <a:cubicBezTo>
                    <a:pt x="915" y="405"/>
                    <a:pt x="474" y="844"/>
                    <a:pt x="238" y="1410"/>
                  </a:cubicBezTo>
                  <a:cubicBezTo>
                    <a:pt x="2" y="1976"/>
                    <a:pt x="1" y="2598"/>
                    <a:pt x="233" y="3164"/>
                  </a:cubicBezTo>
                  <a:cubicBezTo>
                    <a:pt x="465" y="3731"/>
                    <a:pt x="906" y="4172"/>
                    <a:pt x="1470" y="4409"/>
                  </a:cubicBezTo>
                  <a:cubicBezTo>
                    <a:pt x="1755" y="4526"/>
                    <a:pt x="2054" y="4586"/>
                    <a:pt x="2353" y="4586"/>
                  </a:cubicBezTo>
                  <a:cubicBezTo>
                    <a:pt x="2648" y="4586"/>
                    <a:pt x="2944" y="4528"/>
                    <a:pt x="3226" y="4413"/>
                  </a:cubicBezTo>
                  <a:cubicBezTo>
                    <a:pt x="4395" y="3932"/>
                    <a:pt x="4955" y="2591"/>
                    <a:pt x="4474" y="1420"/>
                  </a:cubicBezTo>
                  <a:cubicBezTo>
                    <a:pt x="4110" y="536"/>
                    <a:pt x="3253" y="0"/>
                    <a:pt x="23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0">
              <a:extLst>
                <a:ext uri="{FF2B5EF4-FFF2-40B4-BE49-F238E27FC236}">
                  <a16:creationId xmlns:a16="http://schemas.microsoft.com/office/drawing/2014/main" id="{D91636C4-4DD0-667F-3313-2CD2055BE840}"/>
                </a:ext>
              </a:extLst>
            </p:cNvPr>
            <p:cNvSpPr/>
            <p:nvPr/>
          </p:nvSpPr>
          <p:spPr>
            <a:xfrm>
              <a:off x="6069325" y="4909700"/>
              <a:ext cx="98925" cy="109275"/>
            </a:xfrm>
            <a:custGeom>
              <a:avLst/>
              <a:gdLst/>
              <a:ahLst/>
              <a:cxnLst/>
              <a:rect l="l" t="t" r="r" b="b"/>
              <a:pathLst>
                <a:path w="3957" h="4371" extrusionOk="0">
                  <a:moveTo>
                    <a:pt x="2161" y="0"/>
                  </a:moveTo>
                  <a:cubicBezTo>
                    <a:pt x="955" y="31"/>
                    <a:pt x="1" y="1033"/>
                    <a:pt x="32" y="2241"/>
                  </a:cubicBezTo>
                  <a:cubicBezTo>
                    <a:pt x="63" y="3428"/>
                    <a:pt x="1034" y="4371"/>
                    <a:pt x="2215" y="4371"/>
                  </a:cubicBezTo>
                  <a:cubicBezTo>
                    <a:pt x="2235" y="4371"/>
                    <a:pt x="2254" y="4371"/>
                    <a:pt x="2273" y="4370"/>
                  </a:cubicBezTo>
                  <a:cubicBezTo>
                    <a:pt x="2936" y="4354"/>
                    <a:pt x="3556" y="4037"/>
                    <a:pt x="3957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>
              <a:extLst>
                <a:ext uri="{FF2B5EF4-FFF2-40B4-BE49-F238E27FC236}">
                  <a16:creationId xmlns:a16="http://schemas.microsoft.com/office/drawing/2014/main" id="{6C9EE39B-9B71-EE27-25F4-72527CD3EE4F}"/>
                </a:ext>
              </a:extLst>
            </p:cNvPr>
            <p:cNvSpPr/>
            <p:nvPr/>
          </p:nvSpPr>
          <p:spPr>
            <a:xfrm>
              <a:off x="6067075" y="4906925"/>
              <a:ext cx="105175" cy="114725"/>
            </a:xfrm>
            <a:custGeom>
              <a:avLst/>
              <a:gdLst/>
              <a:ahLst/>
              <a:cxnLst/>
              <a:rect l="l" t="t" r="r" b="b"/>
              <a:pathLst>
                <a:path w="4207" h="4589" extrusionOk="0">
                  <a:moveTo>
                    <a:pt x="2146" y="223"/>
                  </a:moveTo>
                  <a:lnTo>
                    <a:pt x="2144" y="2663"/>
                  </a:lnTo>
                  <a:lnTo>
                    <a:pt x="3885" y="3650"/>
                  </a:lnTo>
                  <a:cubicBezTo>
                    <a:pt x="3502" y="4097"/>
                    <a:pt x="2953" y="4359"/>
                    <a:pt x="2360" y="4374"/>
                  </a:cubicBezTo>
                  <a:cubicBezTo>
                    <a:pt x="2342" y="4375"/>
                    <a:pt x="2324" y="4375"/>
                    <a:pt x="2306" y="4375"/>
                  </a:cubicBezTo>
                  <a:cubicBezTo>
                    <a:pt x="1184" y="4375"/>
                    <a:pt x="258" y="3478"/>
                    <a:pt x="228" y="2349"/>
                  </a:cubicBezTo>
                  <a:cubicBezTo>
                    <a:pt x="201" y="1240"/>
                    <a:pt x="1051" y="308"/>
                    <a:pt x="2146" y="223"/>
                  </a:cubicBezTo>
                  <a:close/>
                  <a:moveTo>
                    <a:pt x="2359" y="1"/>
                  </a:moveTo>
                  <a:lnTo>
                    <a:pt x="2248" y="4"/>
                  </a:lnTo>
                  <a:cubicBezTo>
                    <a:pt x="1636" y="20"/>
                    <a:pt x="1068" y="273"/>
                    <a:pt x="645" y="717"/>
                  </a:cubicBezTo>
                  <a:cubicBezTo>
                    <a:pt x="223" y="1161"/>
                    <a:pt x="0" y="1741"/>
                    <a:pt x="15" y="2355"/>
                  </a:cubicBezTo>
                  <a:cubicBezTo>
                    <a:pt x="46" y="3598"/>
                    <a:pt x="1069" y="4588"/>
                    <a:pt x="2306" y="4588"/>
                  </a:cubicBezTo>
                  <a:lnTo>
                    <a:pt x="2364" y="4588"/>
                  </a:lnTo>
                  <a:cubicBezTo>
                    <a:pt x="3064" y="4570"/>
                    <a:pt x="3709" y="4240"/>
                    <a:pt x="4132" y="3683"/>
                  </a:cubicBezTo>
                  <a:lnTo>
                    <a:pt x="4206" y="3586"/>
                  </a:lnTo>
                  <a:lnTo>
                    <a:pt x="2359" y="2540"/>
                  </a:lnTo>
                  <a:lnTo>
                    <a:pt x="2359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>
              <a:extLst>
                <a:ext uri="{FF2B5EF4-FFF2-40B4-BE49-F238E27FC236}">
                  <a16:creationId xmlns:a16="http://schemas.microsoft.com/office/drawing/2014/main" id="{E475F27A-BF7C-11DA-6DC9-A0271D2EA14D}"/>
                </a:ext>
              </a:extLst>
            </p:cNvPr>
            <p:cNvSpPr/>
            <p:nvPr/>
          </p:nvSpPr>
          <p:spPr>
            <a:xfrm>
              <a:off x="6092900" y="4932275"/>
              <a:ext cx="64000" cy="64025"/>
            </a:xfrm>
            <a:custGeom>
              <a:avLst/>
              <a:gdLst/>
              <a:ahLst/>
              <a:cxnLst/>
              <a:rect l="l" t="t" r="r" b="b"/>
              <a:pathLst>
                <a:path w="2560" h="2561" extrusionOk="0">
                  <a:moveTo>
                    <a:pt x="1281" y="1"/>
                  </a:moveTo>
                  <a:cubicBezTo>
                    <a:pt x="574" y="1"/>
                    <a:pt x="0" y="574"/>
                    <a:pt x="0" y="1281"/>
                  </a:cubicBezTo>
                  <a:cubicBezTo>
                    <a:pt x="0" y="1987"/>
                    <a:pt x="574" y="2560"/>
                    <a:pt x="1281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0">
              <a:extLst>
                <a:ext uri="{FF2B5EF4-FFF2-40B4-BE49-F238E27FC236}">
                  <a16:creationId xmlns:a16="http://schemas.microsoft.com/office/drawing/2014/main" id="{B36D6099-521D-424A-A671-E88E4CD9C1B6}"/>
                </a:ext>
              </a:extLst>
            </p:cNvPr>
            <p:cNvSpPr/>
            <p:nvPr/>
          </p:nvSpPr>
          <p:spPr>
            <a:xfrm>
              <a:off x="6090250" y="4929650"/>
              <a:ext cx="69350" cy="69300"/>
            </a:xfrm>
            <a:custGeom>
              <a:avLst/>
              <a:gdLst/>
              <a:ahLst/>
              <a:cxnLst/>
              <a:rect l="l" t="t" r="r" b="b"/>
              <a:pathLst>
                <a:path w="2774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2" y="0"/>
                    <a:pt x="1" y="621"/>
                    <a:pt x="1" y="1386"/>
                  </a:cubicBezTo>
                  <a:cubicBezTo>
                    <a:pt x="1" y="2150"/>
                    <a:pt x="622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0">
              <a:extLst>
                <a:ext uri="{FF2B5EF4-FFF2-40B4-BE49-F238E27FC236}">
                  <a16:creationId xmlns:a16="http://schemas.microsoft.com/office/drawing/2014/main" id="{41F2CE20-62AB-A717-445F-1A7D8E255F90}"/>
                </a:ext>
              </a:extLst>
            </p:cNvPr>
            <p:cNvSpPr/>
            <p:nvPr/>
          </p:nvSpPr>
          <p:spPr>
            <a:xfrm>
              <a:off x="6219075" y="4909475"/>
              <a:ext cx="109325" cy="109350"/>
            </a:xfrm>
            <a:custGeom>
              <a:avLst/>
              <a:gdLst/>
              <a:ahLst/>
              <a:cxnLst/>
              <a:rect l="l" t="t" r="r" b="b"/>
              <a:pathLst>
                <a:path w="4373" h="4374" extrusionOk="0">
                  <a:moveTo>
                    <a:pt x="2187" y="0"/>
                  </a:moveTo>
                  <a:cubicBezTo>
                    <a:pt x="979" y="0"/>
                    <a:pt x="1" y="980"/>
                    <a:pt x="1" y="2187"/>
                  </a:cubicBezTo>
                  <a:cubicBezTo>
                    <a:pt x="1" y="3393"/>
                    <a:pt x="979" y="4373"/>
                    <a:pt x="2187" y="4373"/>
                  </a:cubicBezTo>
                  <a:cubicBezTo>
                    <a:pt x="3394" y="4373"/>
                    <a:pt x="4372" y="3393"/>
                    <a:pt x="4372" y="2187"/>
                  </a:cubicBezTo>
                  <a:cubicBezTo>
                    <a:pt x="4372" y="980"/>
                    <a:pt x="3394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0">
              <a:extLst>
                <a:ext uri="{FF2B5EF4-FFF2-40B4-BE49-F238E27FC236}">
                  <a16:creationId xmlns:a16="http://schemas.microsoft.com/office/drawing/2014/main" id="{3140C025-A7DD-AEC2-A3C4-9B199C548256}"/>
                </a:ext>
              </a:extLst>
            </p:cNvPr>
            <p:cNvSpPr/>
            <p:nvPr/>
          </p:nvSpPr>
          <p:spPr>
            <a:xfrm>
              <a:off x="6211050" y="4906800"/>
              <a:ext cx="125375" cy="114700"/>
            </a:xfrm>
            <a:custGeom>
              <a:avLst/>
              <a:gdLst/>
              <a:ahLst/>
              <a:cxnLst/>
              <a:rect l="l" t="t" r="r" b="b"/>
              <a:pathLst>
                <a:path w="5015" h="4588" extrusionOk="0">
                  <a:moveTo>
                    <a:pt x="2505" y="214"/>
                  </a:moveTo>
                  <a:cubicBezTo>
                    <a:pt x="2651" y="214"/>
                    <a:pt x="2798" y="229"/>
                    <a:pt x="2945" y="261"/>
                  </a:cubicBezTo>
                  <a:cubicBezTo>
                    <a:pt x="4067" y="502"/>
                    <a:pt x="4781" y="1609"/>
                    <a:pt x="4540" y="2731"/>
                  </a:cubicBezTo>
                  <a:cubicBezTo>
                    <a:pt x="4424" y="3274"/>
                    <a:pt x="4102" y="3739"/>
                    <a:pt x="3636" y="4041"/>
                  </a:cubicBezTo>
                  <a:cubicBezTo>
                    <a:pt x="3296" y="4260"/>
                    <a:pt x="2908" y="4374"/>
                    <a:pt x="2512" y="4374"/>
                  </a:cubicBezTo>
                  <a:cubicBezTo>
                    <a:pt x="2365" y="4374"/>
                    <a:pt x="2218" y="4358"/>
                    <a:pt x="2071" y="4327"/>
                  </a:cubicBezTo>
                  <a:cubicBezTo>
                    <a:pt x="950" y="4086"/>
                    <a:pt x="234" y="2976"/>
                    <a:pt x="475" y="1857"/>
                  </a:cubicBezTo>
                  <a:cubicBezTo>
                    <a:pt x="591" y="1313"/>
                    <a:pt x="913" y="849"/>
                    <a:pt x="1380" y="546"/>
                  </a:cubicBezTo>
                  <a:cubicBezTo>
                    <a:pt x="1720" y="328"/>
                    <a:pt x="2109" y="214"/>
                    <a:pt x="2505" y="214"/>
                  </a:cubicBezTo>
                  <a:close/>
                  <a:moveTo>
                    <a:pt x="2504" y="0"/>
                  </a:moveTo>
                  <a:cubicBezTo>
                    <a:pt x="2068" y="0"/>
                    <a:pt x="1640" y="125"/>
                    <a:pt x="1264" y="368"/>
                  </a:cubicBezTo>
                  <a:cubicBezTo>
                    <a:pt x="749" y="700"/>
                    <a:pt x="396" y="1213"/>
                    <a:pt x="267" y="1812"/>
                  </a:cubicBezTo>
                  <a:cubicBezTo>
                    <a:pt x="0" y="3048"/>
                    <a:pt x="789" y="4269"/>
                    <a:pt x="2025" y="4535"/>
                  </a:cubicBezTo>
                  <a:cubicBezTo>
                    <a:pt x="2187" y="4569"/>
                    <a:pt x="2351" y="4587"/>
                    <a:pt x="2512" y="4587"/>
                  </a:cubicBezTo>
                  <a:cubicBezTo>
                    <a:pt x="2948" y="4587"/>
                    <a:pt x="3377" y="4462"/>
                    <a:pt x="3752" y="4220"/>
                  </a:cubicBezTo>
                  <a:cubicBezTo>
                    <a:pt x="4266" y="3888"/>
                    <a:pt x="4620" y="3374"/>
                    <a:pt x="4750" y="2775"/>
                  </a:cubicBezTo>
                  <a:cubicBezTo>
                    <a:pt x="5015" y="1540"/>
                    <a:pt x="4226" y="319"/>
                    <a:pt x="2990" y="52"/>
                  </a:cubicBezTo>
                  <a:cubicBezTo>
                    <a:pt x="2828" y="17"/>
                    <a:pt x="2666" y="0"/>
                    <a:pt x="250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>
              <a:extLst>
                <a:ext uri="{FF2B5EF4-FFF2-40B4-BE49-F238E27FC236}">
                  <a16:creationId xmlns:a16="http://schemas.microsoft.com/office/drawing/2014/main" id="{4FDB6893-9913-12C2-2D47-D8B9EF3E0944}"/>
                </a:ext>
              </a:extLst>
            </p:cNvPr>
            <p:cNvSpPr/>
            <p:nvPr/>
          </p:nvSpPr>
          <p:spPr>
            <a:xfrm>
              <a:off x="6218375" y="4909700"/>
              <a:ext cx="98900" cy="109275"/>
            </a:xfrm>
            <a:custGeom>
              <a:avLst/>
              <a:gdLst/>
              <a:ahLst/>
              <a:cxnLst/>
              <a:rect l="l" t="t" r="r" b="b"/>
              <a:pathLst>
                <a:path w="3956" h="4371" extrusionOk="0">
                  <a:moveTo>
                    <a:pt x="2162" y="0"/>
                  </a:moveTo>
                  <a:cubicBezTo>
                    <a:pt x="955" y="30"/>
                    <a:pt x="1" y="1032"/>
                    <a:pt x="30" y="2239"/>
                  </a:cubicBezTo>
                  <a:cubicBezTo>
                    <a:pt x="60" y="3427"/>
                    <a:pt x="1032" y="4371"/>
                    <a:pt x="2215" y="4371"/>
                  </a:cubicBezTo>
                  <a:cubicBezTo>
                    <a:pt x="2233" y="4371"/>
                    <a:pt x="2251" y="4371"/>
                    <a:pt x="2270" y="4370"/>
                  </a:cubicBezTo>
                  <a:cubicBezTo>
                    <a:pt x="2934" y="4354"/>
                    <a:pt x="3555" y="4037"/>
                    <a:pt x="3955" y="3508"/>
                  </a:cubicBezTo>
                  <a:lnTo>
                    <a:pt x="2162" y="249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>
              <a:extLst>
                <a:ext uri="{FF2B5EF4-FFF2-40B4-BE49-F238E27FC236}">
                  <a16:creationId xmlns:a16="http://schemas.microsoft.com/office/drawing/2014/main" id="{C249466F-EC13-691F-BA68-BE1FC5F9D09C}"/>
                </a:ext>
              </a:extLst>
            </p:cNvPr>
            <p:cNvSpPr/>
            <p:nvPr/>
          </p:nvSpPr>
          <p:spPr>
            <a:xfrm>
              <a:off x="6216075" y="4906925"/>
              <a:ext cx="105175" cy="114725"/>
            </a:xfrm>
            <a:custGeom>
              <a:avLst/>
              <a:gdLst/>
              <a:ahLst/>
              <a:cxnLst/>
              <a:rect l="l" t="t" r="r" b="b"/>
              <a:pathLst>
                <a:path w="4207" h="4589" extrusionOk="0">
                  <a:moveTo>
                    <a:pt x="2147" y="223"/>
                  </a:moveTo>
                  <a:lnTo>
                    <a:pt x="2147" y="2665"/>
                  </a:lnTo>
                  <a:lnTo>
                    <a:pt x="3886" y="3650"/>
                  </a:lnTo>
                  <a:cubicBezTo>
                    <a:pt x="3502" y="4098"/>
                    <a:pt x="2953" y="4361"/>
                    <a:pt x="2359" y="4375"/>
                  </a:cubicBezTo>
                  <a:cubicBezTo>
                    <a:pt x="2343" y="4376"/>
                    <a:pt x="2328" y="4376"/>
                    <a:pt x="2313" y="4376"/>
                  </a:cubicBezTo>
                  <a:cubicBezTo>
                    <a:pt x="1777" y="4376"/>
                    <a:pt x="1265" y="4174"/>
                    <a:pt x="874" y="3802"/>
                  </a:cubicBezTo>
                  <a:cubicBezTo>
                    <a:pt x="471" y="3419"/>
                    <a:pt x="243" y="2903"/>
                    <a:pt x="230" y="2347"/>
                  </a:cubicBezTo>
                  <a:cubicBezTo>
                    <a:pt x="216" y="1792"/>
                    <a:pt x="419" y="1265"/>
                    <a:pt x="801" y="863"/>
                  </a:cubicBezTo>
                  <a:cubicBezTo>
                    <a:pt x="1160" y="486"/>
                    <a:pt x="1634" y="261"/>
                    <a:pt x="2147" y="223"/>
                  </a:cubicBezTo>
                  <a:close/>
                  <a:moveTo>
                    <a:pt x="2360" y="1"/>
                  </a:moveTo>
                  <a:lnTo>
                    <a:pt x="2252" y="4"/>
                  </a:lnTo>
                  <a:cubicBezTo>
                    <a:pt x="1640" y="20"/>
                    <a:pt x="1069" y="272"/>
                    <a:pt x="648" y="716"/>
                  </a:cubicBezTo>
                  <a:cubicBezTo>
                    <a:pt x="225" y="1159"/>
                    <a:pt x="0" y="1740"/>
                    <a:pt x="17" y="2352"/>
                  </a:cubicBezTo>
                  <a:cubicBezTo>
                    <a:pt x="32" y="2964"/>
                    <a:pt x="283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3" y="4588"/>
                  </a:lnTo>
                  <a:cubicBezTo>
                    <a:pt x="3064" y="4570"/>
                    <a:pt x="3709" y="4241"/>
                    <a:pt x="4132" y="3683"/>
                  </a:cubicBezTo>
                  <a:lnTo>
                    <a:pt x="4206" y="3586"/>
                  </a:lnTo>
                  <a:lnTo>
                    <a:pt x="2360" y="2540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>
              <a:extLst>
                <a:ext uri="{FF2B5EF4-FFF2-40B4-BE49-F238E27FC236}">
                  <a16:creationId xmlns:a16="http://schemas.microsoft.com/office/drawing/2014/main" id="{171EFCA7-4DEC-4AA9-E989-1A2A4BCCB4D4}"/>
                </a:ext>
              </a:extLst>
            </p:cNvPr>
            <p:cNvSpPr/>
            <p:nvPr/>
          </p:nvSpPr>
          <p:spPr>
            <a:xfrm>
              <a:off x="6241950" y="4932275"/>
              <a:ext cx="63975" cy="64025"/>
            </a:xfrm>
            <a:custGeom>
              <a:avLst/>
              <a:gdLst/>
              <a:ahLst/>
              <a:cxnLst/>
              <a:rect l="l" t="t" r="r" b="b"/>
              <a:pathLst>
                <a:path w="2559" h="2561" extrusionOk="0">
                  <a:moveTo>
                    <a:pt x="1279" y="1"/>
                  </a:moveTo>
                  <a:cubicBezTo>
                    <a:pt x="572" y="1"/>
                    <a:pt x="0" y="574"/>
                    <a:pt x="0" y="1281"/>
                  </a:cubicBezTo>
                  <a:cubicBezTo>
                    <a:pt x="0" y="1987"/>
                    <a:pt x="572" y="2560"/>
                    <a:pt x="1279" y="2560"/>
                  </a:cubicBezTo>
                  <a:cubicBezTo>
                    <a:pt x="1986" y="2560"/>
                    <a:pt x="2558" y="1987"/>
                    <a:pt x="2558" y="1281"/>
                  </a:cubicBezTo>
                  <a:cubicBezTo>
                    <a:pt x="2558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>
              <a:extLst>
                <a:ext uri="{FF2B5EF4-FFF2-40B4-BE49-F238E27FC236}">
                  <a16:creationId xmlns:a16="http://schemas.microsoft.com/office/drawing/2014/main" id="{38290DB0-D664-4041-C195-997749F740B8}"/>
                </a:ext>
              </a:extLst>
            </p:cNvPr>
            <p:cNvSpPr/>
            <p:nvPr/>
          </p:nvSpPr>
          <p:spPr>
            <a:xfrm>
              <a:off x="6239250" y="4929650"/>
              <a:ext cx="69350" cy="69300"/>
            </a:xfrm>
            <a:custGeom>
              <a:avLst/>
              <a:gdLst/>
              <a:ahLst/>
              <a:cxnLst/>
              <a:rect l="l" t="t" r="r" b="b"/>
              <a:pathLst>
                <a:path w="2774" h="2772" extrusionOk="0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>
              <a:extLst>
                <a:ext uri="{FF2B5EF4-FFF2-40B4-BE49-F238E27FC236}">
                  <a16:creationId xmlns:a16="http://schemas.microsoft.com/office/drawing/2014/main" id="{E8DEFF22-08B8-2C22-49CB-B616459A4C03}"/>
                </a:ext>
              </a:extLst>
            </p:cNvPr>
            <p:cNvSpPr/>
            <p:nvPr/>
          </p:nvSpPr>
          <p:spPr>
            <a:xfrm>
              <a:off x="5965775" y="4680325"/>
              <a:ext cx="95425" cy="133650"/>
            </a:xfrm>
            <a:custGeom>
              <a:avLst/>
              <a:gdLst/>
              <a:ahLst/>
              <a:cxnLst/>
              <a:rect l="l" t="t" r="r" b="b"/>
              <a:pathLst>
                <a:path w="3817" h="5346" extrusionOk="0">
                  <a:moveTo>
                    <a:pt x="1004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7" y="5346"/>
                  </a:lnTo>
                  <a:lnTo>
                    <a:pt x="3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>
              <a:extLst>
                <a:ext uri="{FF2B5EF4-FFF2-40B4-BE49-F238E27FC236}">
                  <a16:creationId xmlns:a16="http://schemas.microsoft.com/office/drawing/2014/main" id="{E61EBE25-C9D5-AD28-5E7A-582F32BB2E49}"/>
                </a:ext>
              </a:extLst>
            </p:cNvPr>
            <p:cNvSpPr/>
            <p:nvPr/>
          </p:nvSpPr>
          <p:spPr>
            <a:xfrm>
              <a:off x="5963100" y="4677675"/>
              <a:ext cx="100775" cy="138950"/>
            </a:xfrm>
            <a:custGeom>
              <a:avLst/>
              <a:gdLst/>
              <a:ahLst/>
              <a:cxnLst/>
              <a:rect l="l" t="t" r="r" b="b"/>
              <a:pathLst>
                <a:path w="4031" h="5558" extrusionOk="0">
                  <a:moveTo>
                    <a:pt x="3818" y="213"/>
                  </a:moveTo>
                  <a:lnTo>
                    <a:pt x="3818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8" y="11"/>
                    <a:pt x="1038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8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>
              <a:extLst>
                <a:ext uri="{FF2B5EF4-FFF2-40B4-BE49-F238E27FC236}">
                  <a16:creationId xmlns:a16="http://schemas.microsoft.com/office/drawing/2014/main" id="{2B6BC75D-2F15-C292-CFF4-FF70881F5B0C}"/>
                </a:ext>
              </a:extLst>
            </p:cNvPr>
            <p:cNvSpPr/>
            <p:nvPr/>
          </p:nvSpPr>
          <p:spPr>
            <a:xfrm>
              <a:off x="5965775" y="4680325"/>
              <a:ext cx="25925" cy="24175"/>
            </a:xfrm>
            <a:custGeom>
              <a:avLst/>
              <a:gdLst/>
              <a:ahLst/>
              <a:cxnLst/>
              <a:rect l="l" t="t" r="r" b="b"/>
              <a:pathLst>
                <a:path w="1037" h="967" extrusionOk="0">
                  <a:moveTo>
                    <a:pt x="1037" y="0"/>
                  </a:moveTo>
                  <a:lnTo>
                    <a:pt x="1" y="967"/>
                  </a:lnTo>
                  <a:lnTo>
                    <a:pt x="1037" y="96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>
              <a:extLst>
                <a:ext uri="{FF2B5EF4-FFF2-40B4-BE49-F238E27FC236}">
                  <a16:creationId xmlns:a16="http://schemas.microsoft.com/office/drawing/2014/main" id="{2640281E-F5FD-4223-928E-8075B0344597}"/>
                </a:ext>
              </a:extLst>
            </p:cNvPr>
            <p:cNvSpPr/>
            <p:nvPr/>
          </p:nvSpPr>
          <p:spPr>
            <a:xfrm>
              <a:off x="5962875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4" y="996"/>
                  </a:lnTo>
                  <a:cubicBezTo>
                    <a:pt x="11" y="1026"/>
                    <a:pt x="1" y="1072"/>
                    <a:pt x="17" y="1112"/>
                  </a:cubicBezTo>
                  <a:cubicBezTo>
                    <a:pt x="33" y="1154"/>
                    <a:pt x="72" y="1181"/>
                    <a:pt x="117" y="1181"/>
                  </a:cubicBezTo>
                  <a:lnTo>
                    <a:pt x="1153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>
              <a:extLst>
                <a:ext uri="{FF2B5EF4-FFF2-40B4-BE49-F238E27FC236}">
                  <a16:creationId xmlns:a16="http://schemas.microsoft.com/office/drawing/2014/main" id="{D5ADAB05-0CC6-DA85-14E2-F4631FD182F8}"/>
                </a:ext>
              </a:extLst>
            </p:cNvPr>
            <p:cNvSpPr/>
            <p:nvPr/>
          </p:nvSpPr>
          <p:spPr>
            <a:xfrm>
              <a:off x="6070075" y="4680325"/>
              <a:ext cx="95475" cy="133650"/>
            </a:xfrm>
            <a:custGeom>
              <a:avLst/>
              <a:gdLst/>
              <a:ahLst/>
              <a:cxnLst/>
              <a:rect l="l" t="t" r="r" b="b"/>
              <a:pathLst>
                <a:path w="3819" h="5346" extrusionOk="0">
                  <a:moveTo>
                    <a:pt x="1006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>
              <a:extLst>
                <a:ext uri="{FF2B5EF4-FFF2-40B4-BE49-F238E27FC236}">
                  <a16:creationId xmlns:a16="http://schemas.microsoft.com/office/drawing/2014/main" id="{D823C277-48F4-726D-DD10-1B8C59407E06}"/>
                </a:ext>
              </a:extLst>
            </p:cNvPr>
            <p:cNvSpPr/>
            <p:nvPr/>
          </p:nvSpPr>
          <p:spPr>
            <a:xfrm>
              <a:off x="6067425" y="4677675"/>
              <a:ext cx="100800" cy="138950"/>
            </a:xfrm>
            <a:custGeom>
              <a:avLst/>
              <a:gdLst/>
              <a:ahLst/>
              <a:cxnLst/>
              <a:rect l="l" t="t" r="r" b="b"/>
              <a:pathLst>
                <a:path w="4032" h="5558" extrusionOk="0">
                  <a:moveTo>
                    <a:pt x="3817" y="213"/>
                  </a:moveTo>
                  <a:lnTo>
                    <a:pt x="3817" y="5344"/>
                  </a:lnTo>
                  <a:lnTo>
                    <a:pt x="214" y="5344"/>
                  </a:lnTo>
                  <a:lnTo>
                    <a:pt x="214" y="1119"/>
                  </a:lnTo>
                  <a:lnTo>
                    <a:pt x="1155" y="213"/>
                  </a:lnTo>
                  <a:close/>
                  <a:moveTo>
                    <a:pt x="1112" y="1"/>
                  </a:moveTo>
                  <a:cubicBezTo>
                    <a:pt x="1085" y="1"/>
                    <a:pt x="1058" y="11"/>
                    <a:pt x="1039" y="30"/>
                  </a:cubicBezTo>
                  <a:lnTo>
                    <a:pt x="34" y="997"/>
                  </a:lnTo>
                  <a:cubicBezTo>
                    <a:pt x="13" y="1016"/>
                    <a:pt x="1" y="1044"/>
                    <a:pt x="1" y="1073"/>
                  </a:cubicBezTo>
                  <a:lnTo>
                    <a:pt x="1" y="5452"/>
                  </a:lnTo>
                  <a:cubicBezTo>
                    <a:pt x="1" y="5510"/>
                    <a:pt x="49" y="5557"/>
                    <a:pt x="108" y="5557"/>
                  </a:cubicBezTo>
                  <a:lnTo>
                    <a:pt x="3924" y="5557"/>
                  </a:lnTo>
                  <a:cubicBezTo>
                    <a:pt x="3984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4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>
              <a:extLst>
                <a:ext uri="{FF2B5EF4-FFF2-40B4-BE49-F238E27FC236}">
                  <a16:creationId xmlns:a16="http://schemas.microsoft.com/office/drawing/2014/main" id="{30727501-B5B4-0122-32FC-97FF4492974E}"/>
                </a:ext>
              </a:extLst>
            </p:cNvPr>
            <p:cNvSpPr/>
            <p:nvPr/>
          </p:nvSpPr>
          <p:spPr>
            <a:xfrm>
              <a:off x="6070075" y="4680325"/>
              <a:ext cx="25975" cy="24175"/>
            </a:xfrm>
            <a:custGeom>
              <a:avLst/>
              <a:gdLst/>
              <a:ahLst/>
              <a:cxnLst/>
              <a:rect l="l" t="t" r="r" b="b"/>
              <a:pathLst>
                <a:path w="1039" h="967" extrusionOk="0">
                  <a:moveTo>
                    <a:pt x="1038" y="0"/>
                  </a:moveTo>
                  <a:lnTo>
                    <a:pt x="1" y="967"/>
                  </a:lnTo>
                  <a:lnTo>
                    <a:pt x="1038" y="967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>
              <a:extLst>
                <a:ext uri="{FF2B5EF4-FFF2-40B4-BE49-F238E27FC236}">
                  <a16:creationId xmlns:a16="http://schemas.microsoft.com/office/drawing/2014/main" id="{50FFE863-228C-D7C4-A796-94EDB6CA9969}"/>
                </a:ext>
              </a:extLst>
            </p:cNvPr>
            <p:cNvSpPr/>
            <p:nvPr/>
          </p:nvSpPr>
          <p:spPr>
            <a:xfrm>
              <a:off x="6067225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5" y="353"/>
                  </a:moveTo>
                  <a:lnTo>
                    <a:pt x="1045" y="968"/>
                  </a:lnTo>
                  <a:lnTo>
                    <a:pt x="386" y="968"/>
                  </a:lnTo>
                  <a:lnTo>
                    <a:pt x="1045" y="353"/>
                  </a:lnTo>
                  <a:close/>
                  <a:moveTo>
                    <a:pt x="1151" y="1"/>
                  </a:moveTo>
                  <a:cubicBezTo>
                    <a:pt x="1125" y="1"/>
                    <a:pt x="1099" y="11"/>
                    <a:pt x="1079" y="30"/>
                  </a:cubicBezTo>
                  <a:lnTo>
                    <a:pt x="43" y="996"/>
                  </a:lnTo>
                  <a:cubicBezTo>
                    <a:pt x="10" y="1026"/>
                    <a:pt x="0" y="1072"/>
                    <a:pt x="16" y="1112"/>
                  </a:cubicBezTo>
                  <a:cubicBezTo>
                    <a:pt x="33" y="1154"/>
                    <a:pt x="71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8" y="1133"/>
                    <a:pt x="1258" y="1074"/>
                  </a:cubicBezTo>
                  <a:lnTo>
                    <a:pt x="1258" y="107"/>
                  </a:lnTo>
                  <a:cubicBezTo>
                    <a:pt x="1258" y="66"/>
                    <a:pt x="1233" y="27"/>
                    <a:pt x="1194" y="10"/>
                  </a:cubicBezTo>
                  <a:cubicBezTo>
                    <a:pt x="1180" y="4"/>
                    <a:pt x="1165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>
              <a:extLst>
                <a:ext uri="{FF2B5EF4-FFF2-40B4-BE49-F238E27FC236}">
                  <a16:creationId xmlns:a16="http://schemas.microsoft.com/office/drawing/2014/main" id="{1B3A9DA8-4352-26CF-912D-2EC7EB263A94}"/>
                </a:ext>
              </a:extLst>
            </p:cNvPr>
            <p:cNvSpPr/>
            <p:nvPr/>
          </p:nvSpPr>
          <p:spPr>
            <a:xfrm>
              <a:off x="6174425" y="4680325"/>
              <a:ext cx="95450" cy="133650"/>
            </a:xfrm>
            <a:custGeom>
              <a:avLst/>
              <a:gdLst/>
              <a:ahLst/>
              <a:cxnLst/>
              <a:rect l="l" t="t" r="r" b="b"/>
              <a:pathLst>
                <a:path w="3818" h="5346" extrusionOk="0">
                  <a:moveTo>
                    <a:pt x="1005" y="0"/>
                  </a:moveTo>
                  <a:lnTo>
                    <a:pt x="0" y="967"/>
                  </a:lnTo>
                  <a:lnTo>
                    <a:pt x="0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>
              <a:extLst>
                <a:ext uri="{FF2B5EF4-FFF2-40B4-BE49-F238E27FC236}">
                  <a16:creationId xmlns:a16="http://schemas.microsoft.com/office/drawing/2014/main" id="{9BBE6FCB-B248-35D3-A189-BC119A4C762E}"/>
                </a:ext>
              </a:extLst>
            </p:cNvPr>
            <p:cNvSpPr/>
            <p:nvPr/>
          </p:nvSpPr>
          <p:spPr>
            <a:xfrm>
              <a:off x="6171775" y="4677675"/>
              <a:ext cx="100775" cy="138950"/>
            </a:xfrm>
            <a:custGeom>
              <a:avLst/>
              <a:gdLst/>
              <a:ahLst/>
              <a:cxnLst/>
              <a:rect l="l" t="t" r="r" b="b"/>
              <a:pathLst>
                <a:path w="4031" h="5558" extrusionOk="0">
                  <a:moveTo>
                    <a:pt x="3817" y="213"/>
                  </a:moveTo>
                  <a:lnTo>
                    <a:pt x="3817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6" y="11"/>
                    <a:pt x="1037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6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>
              <a:extLst>
                <a:ext uri="{FF2B5EF4-FFF2-40B4-BE49-F238E27FC236}">
                  <a16:creationId xmlns:a16="http://schemas.microsoft.com/office/drawing/2014/main" id="{CD4711B5-AAE1-96B7-EAD1-34580E2A92C0}"/>
                </a:ext>
              </a:extLst>
            </p:cNvPr>
            <p:cNvSpPr/>
            <p:nvPr/>
          </p:nvSpPr>
          <p:spPr>
            <a:xfrm>
              <a:off x="6174425" y="4680325"/>
              <a:ext cx="25925" cy="24175"/>
            </a:xfrm>
            <a:custGeom>
              <a:avLst/>
              <a:gdLst/>
              <a:ahLst/>
              <a:cxnLst/>
              <a:rect l="l" t="t" r="r" b="b"/>
              <a:pathLst>
                <a:path w="1037" h="967" extrusionOk="0">
                  <a:moveTo>
                    <a:pt x="1036" y="0"/>
                  </a:moveTo>
                  <a:lnTo>
                    <a:pt x="0" y="967"/>
                  </a:lnTo>
                  <a:lnTo>
                    <a:pt x="1036" y="967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>
              <a:extLst>
                <a:ext uri="{FF2B5EF4-FFF2-40B4-BE49-F238E27FC236}">
                  <a16:creationId xmlns:a16="http://schemas.microsoft.com/office/drawing/2014/main" id="{D4A69E4A-8432-C5EC-E171-0D856519D4EB}"/>
                </a:ext>
              </a:extLst>
            </p:cNvPr>
            <p:cNvSpPr/>
            <p:nvPr/>
          </p:nvSpPr>
          <p:spPr>
            <a:xfrm>
              <a:off x="6171550" y="4677650"/>
              <a:ext cx="31475" cy="29525"/>
            </a:xfrm>
            <a:custGeom>
              <a:avLst/>
              <a:gdLst/>
              <a:ahLst/>
              <a:cxnLst/>
              <a:rect l="l" t="t" r="r" b="b"/>
              <a:pathLst>
                <a:path w="1259" h="1181" extrusionOk="0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2" y="996"/>
                  </a:lnTo>
                  <a:cubicBezTo>
                    <a:pt x="11" y="1026"/>
                    <a:pt x="0" y="1072"/>
                    <a:pt x="17" y="1112"/>
                  </a:cubicBezTo>
                  <a:cubicBezTo>
                    <a:pt x="33" y="1154"/>
                    <a:pt x="72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>
              <a:extLst>
                <a:ext uri="{FF2B5EF4-FFF2-40B4-BE49-F238E27FC236}">
                  <a16:creationId xmlns:a16="http://schemas.microsoft.com/office/drawing/2014/main" id="{A8C1F1ED-CE76-AE84-0585-25F7C8E949E7}"/>
                </a:ext>
              </a:extLst>
            </p:cNvPr>
            <p:cNvSpPr/>
            <p:nvPr/>
          </p:nvSpPr>
          <p:spPr>
            <a:xfrm>
              <a:off x="6120900" y="4362800"/>
              <a:ext cx="5325" cy="246975"/>
            </a:xfrm>
            <a:custGeom>
              <a:avLst/>
              <a:gdLst/>
              <a:ahLst/>
              <a:cxnLst/>
              <a:rect l="l" t="t" r="r" b="b"/>
              <a:pathLst>
                <a:path w="213" h="9879" extrusionOk="0">
                  <a:moveTo>
                    <a:pt x="0" y="1"/>
                  </a:moveTo>
                  <a:lnTo>
                    <a:pt x="0" y="9878"/>
                  </a:lnTo>
                  <a:lnTo>
                    <a:pt x="213" y="987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>
              <a:extLst>
                <a:ext uri="{FF2B5EF4-FFF2-40B4-BE49-F238E27FC236}">
                  <a16:creationId xmlns:a16="http://schemas.microsoft.com/office/drawing/2014/main" id="{5EE191FC-9F98-DE79-3430-2C2A39453EF7}"/>
                </a:ext>
              </a:extLst>
            </p:cNvPr>
            <p:cNvSpPr/>
            <p:nvPr/>
          </p:nvSpPr>
          <p:spPr>
            <a:xfrm>
              <a:off x="6102025" y="4588000"/>
              <a:ext cx="40025" cy="40000"/>
            </a:xfrm>
            <a:custGeom>
              <a:avLst/>
              <a:gdLst/>
              <a:ahLst/>
              <a:cxnLst/>
              <a:rect l="l" t="t" r="r" b="b"/>
              <a:pathLst>
                <a:path w="1601" h="1600" extrusionOk="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601" y="1241"/>
                    <a:pt x="1601" y="800"/>
                  </a:cubicBezTo>
                  <a:cubicBezTo>
                    <a:pt x="1601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>
              <a:extLst>
                <a:ext uri="{FF2B5EF4-FFF2-40B4-BE49-F238E27FC236}">
                  <a16:creationId xmlns:a16="http://schemas.microsoft.com/office/drawing/2014/main" id="{C5017DE8-9268-BA87-EE61-6ECE18E76E9B}"/>
                </a:ext>
              </a:extLst>
            </p:cNvPr>
            <p:cNvSpPr/>
            <p:nvPr/>
          </p:nvSpPr>
          <p:spPr>
            <a:xfrm>
              <a:off x="6099375" y="4585325"/>
              <a:ext cx="45325" cy="45350"/>
            </a:xfrm>
            <a:custGeom>
              <a:avLst/>
              <a:gdLst/>
              <a:ahLst/>
              <a:cxnLst/>
              <a:rect l="l" t="t" r="r" b="b"/>
              <a:pathLst>
                <a:path w="1813" h="1814" extrusionOk="0">
                  <a:moveTo>
                    <a:pt x="906" y="213"/>
                  </a:moveTo>
                  <a:cubicBezTo>
                    <a:pt x="1288" y="213"/>
                    <a:pt x="1600" y="525"/>
                    <a:pt x="1600" y="907"/>
                  </a:cubicBezTo>
                  <a:cubicBezTo>
                    <a:pt x="1600" y="1288"/>
                    <a:pt x="1288" y="1600"/>
                    <a:pt x="906" y="1600"/>
                  </a:cubicBezTo>
                  <a:cubicBezTo>
                    <a:pt x="525" y="1600"/>
                    <a:pt x="213" y="1288"/>
                    <a:pt x="213" y="907"/>
                  </a:cubicBezTo>
                  <a:cubicBezTo>
                    <a:pt x="213" y="525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7"/>
                    <a:pt x="0" y="907"/>
                  </a:cubicBezTo>
                  <a:cubicBezTo>
                    <a:pt x="0" y="1408"/>
                    <a:pt x="407" y="1814"/>
                    <a:pt x="906" y="1814"/>
                  </a:cubicBezTo>
                  <a:cubicBezTo>
                    <a:pt x="1406" y="1814"/>
                    <a:pt x="1812" y="1408"/>
                    <a:pt x="1812" y="907"/>
                  </a:cubicBezTo>
                  <a:cubicBezTo>
                    <a:pt x="1812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>
              <a:extLst>
                <a:ext uri="{FF2B5EF4-FFF2-40B4-BE49-F238E27FC236}">
                  <a16:creationId xmlns:a16="http://schemas.microsoft.com/office/drawing/2014/main" id="{3DA44AA1-3DC6-BE43-3327-DBB8863D82F5}"/>
                </a:ext>
              </a:extLst>
            </p:cNvPr>
            <p:cNvSpPr/>
            <p:nvPr/>
          </p:nvSpPr>
          <p:spPr>
            <a:xfrm>
              <a:off x="4179400" y="3196150"/>
              <a:ext cx="311575" cy="195400"/>
            </a:xfrm>
            <a:custGeom>
              <a:avLst/>
              <a:gdLst/>
              <a:ahLst/>
              <a:cxnLst/>
              <a:rect l="l" t="t" r="r" b="b"/>
              <a:pathLst>
                <a:path w="12463" h="7816" extrusionOk="0">
                  <a:moveTo>
                    <a:pt x="1168" y="38"/>
                  </a:moveTo>
                  <a:cubicBezTo>
                    <a:pt x="1160" y="38"/>
                    <a:pt x="1152" y="38"/>
                    <a:pt x="1144" y="39"/>
                  </a:cubicBezTo>
                  <a:lnTo>
                    <a:pt x="227" y="39"/>
                  </a:lnTo>
                  <a:cubicBezTo>
                    <a:pt x="118" y="48"/>
                    <a:pt x="33" y="134"/>
                    <a:pt x="23" y="242"/>
                  </a:cubicBezTo>
                  <a:cubicBezTo>
                    <a:pt x="11" y="365"/>
                    <a:pt x="102" y="477"/>
                    <a:pt x="227" y="489"/>
                  </a:cubicBezTo>
                  <a:lnTo>
                    <a:pt x="1144" y="489"/>
                  </a:lnTo>
                  <a:cubicBezTo>
                    <a:pt x="1151" y="489"/>
                    <a:pt x="1158" y="490"/>
                    <a:pt x="1165" y="490"/>
                  </a:cubicBezTo>
                  <a:cubicBezTo>
                    <a:pt x="1172" y="490"/>
                    <a:pt x="1180" y="489"/>
                    <a:pt x="1187" y="489"/>
                  </a:cubicBezTo>
                  <a:cubicBezTo>
                    <a:pt x="1312" y="477"/>
                    <a:pt x="1403" y="365"/>
                    <a:pt x="1390" y="242"/>
                  </a:cubicBezTo>
                  <a:cubicBezTo>
                    <a:pt x="1378" y="125"/>
                    <a:pt x="1282" y="38"/>
                    <a:pt x="1168" y="38"/>
                  </a:cubicBezTo>
                  <a:close/>
                  <a:moveTo>
                    <a:pt x="2143" y="48"/>
                  </a:moveTo>
                  <a:cubicBezTo>
                    <a:pt x="2028" y="48"/>
                    <a:pt x="1929" y="136"/>
                    <a:pt x="1918" y="252"/>
                  </a:cubicBezTo>
                  <a:cubicBezTo>
                    <a:pt x="1906" y="377"/>
                    <a:pt x="1997" y="487"/>
                    <a:pt x="2121" y="499"/>
                  </a:cubicBezTo>
                  <a:cubicBezTo>
                    <a:pt x="2128" y="500"/>
                    <a:pt x="2136" y="500"/>
                    <a:pt x="2143" y="500"/>
                  </a:cubicBezTo>
                  <a:cubicBezTo>
                    <a:pt x="2150" y="500"/>
                    <a:pt x="2158" y="500"/>
                    <a:pt x="2165" y="499"/>
                  </a:cubicBezTo>
                  <a:lnTo>
                    <a:pt x="4568" y="499"/>
                  </a:lnTo>
                  <a:cubicBezTo>
                    <a:pt x="4569" y="499"/>
                    <a:pt x="4570" y="499"/>
                    <a:pt x="4571" y="499"/>
                  </a:cubicBezTo>
                  <a:cubicBezTo>
                    <a:pt x="4694" y="499"/>
                    <a:pt x="4793" y="400"/>
                    <a:pt x="4795" y="277"/>
                  </a:cubicBezTo>
                  <a:cubicBezTo>
                    <a:pt x="4795" y="273"/>
                    <a:pt x="4795" y="267"/>
                    <a:pt x="4793" y="262"/>
                  </a:cubicBezTo>
                  <a:lnTo>
                    <a:pt x="4795" y="262"/>
                  </a:lnTo>
                  <a:cubicBezTo>
                    <a:pt x="4789" y="143"/>
                    <a:pt x="4691" y="49"/>
                    <a:pt x="4571" y="49"/>
                  </a:cubicBezTo>
                  <a:cubicBezTo>
                    <a:pt x="4570" y="49"/>
                    <a:pt x="4569" y="49"/>
                    <a:pt x="4568" y="49"/>
                  </a:cubicBezTo>
                  <a:lnTo>
                    <a:pt x="2165" y="49"/>
                  </a:lnTo>
                  <a:cubicBezTo>
                    <a:pt x="2158" y="49"/>
                    <a:pt x="2151" y="48"/>
                    <a:pt x="2143" y="48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7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8"/>
                    <a:pt x="5852" y="264"/>
                  </a:cubicBezTo>
                  <a:lnTo>
                    <a:pt x="5852" y="262"/>
                  </a:ln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7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4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7"/>
                    <a:pt x="7016" y="524"/>
                    <a:pt x="7162" y="524"/>
                  </a:cubicBezTo>
                  <a:cubicBezTo>
                    <a:pt x="7307" y="524"/>
                    <a:pt x="7424" y="407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7"/>
                    <a:pt x="7801" y="524"/>
                    <a:pt x="7947" y="524"/>
                  </a:cubicBezTo>
                  <a:cubicBezTo>
                    <a:pt x="8091" y="524"/>
                    <a:pt x="8209" y="407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7"/>
                    <a:pt x="8587" y="524"/>
                    <a:pt x="8731" y="524"/>
                  </a:cubicBezTo>
                  <a:cubicBezTo>
                    <a:pt x="8876" y="524"/>
                    <a:pt x="8994" y="407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7"/>
                    <a:pt x="9372" y="524"/>
                    <a:pt x="9516" y="524"/>
                  </a:cubicBezTo>
                  <a:cubicBezTo>
                    <a:pt x="9661" y="524"/>
                    <a:pt x="9778" y="407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3"/>
                  </a:moveTo>
                  <a:cubicBezTo>
                    <a:pt x="102" y="1083"/>
                    <a:pt x="0" y="1184"/>
                    <a:pt x="0" y="1309"/>
                  </a:cubicBezTo>
                  <a:cubicBezTo>
                    <a:pt x="0" y="1434"/>
                    <a:pt x="102" y="1535"/>
                    <a:pt x="227" y="1535"/>
                  </a:cubicBezTo>
                  <a:lnTo>
                    <a:pt x="1144" y="1535"/>
                  </a:lnTo>
                  <a:cubicBezTo>
                    <a:pt x="1267" y="1535"/>
                    <a:pt x="1369" y="1434"/>
                    <a:pt x="1369" y="1309"/>
                  </a:cubicBezTo>
                  <a:cubicBezTo>
                    <a:pt x="1369" y="1186"/>
                    <a:pt x="1267" y="1084"/>
                    <a:pt x="1144" y="1083"/>
                  </a:cubicBezTo>
                  <a:close/>
                  <a:moveTo>
                    <a:pt x="2165" y="1083"/>
                  </a:moveTo>
                  <a:cubicBezTo>
                    <a:pt x="2040" y="1083"/>
                    <a:pt x="1939" y="1184"/>
                    <a:pt x="1939" y="1309"/>
                  </a:cubicBezTo>
                  <a:cubicBezTo>
                    <a:pt x="1939" y="1434"/>
                    <a:pt x="2040" y="1535"/>
                    <a:pt x="2164" y="1535"/>
                  </a:cubicBezTo>
                  <a:lnTo>
                    <a:pt x="4568" y="1535"/>
                  </a:lnTo>
                  <a:cubicBezTo>
                    <a:pt x="4569" y="1535"/>
                    <a:pt x="4570" y="1535"/>
                    <a:pt x="4571" y="1535"/>
                  </a:cubicBezTo>
                  <a:cubicBezTo>
                    <a:pt x="4694" y="1535"/>
                    <a:pt x="4793" y="1436"/>
                    <a:pt x="4795" y="1314"/>
                  </a:cubicBezTo>
                  <a:lnTo>
                    <a:pt x="4795" y="1309"/>
                  </a:lnTo>
                  <a:cubicBezTo>
                    <a:pt x="4795" y="1184"/>
                    <a:pt x="4694" y="1083"/>
                    <a:pt x="4568" y="1083"/>
                  </a:cubicBezTo>
                  <a:close/>
                  <a:moveTo>
                    <a:pt x="227" y="2131"/>
                  </a:moveTo>
                  <a:cubicBezTo>
                    <a:pt x="102" y="2131"/>
                    <a:pt x="0" y="2232"/>
                    <a:pt x="0" y="2356"/>
                  </a:cubicBezTo>
                  <a:cubicBezTo>
                    <a:pt x="0" y="2481"/>
                    <a:pt x="102" y="2582"/>
                    <a:pt x="227" y="2582"/>
                  </a:cubicBezTo>
                  <a:lnTo>
                    <a:pt x="1144" y="2582"/>
                  </a:lnTo>
                  <a:cubicBezTo>
                    <a:pt x="1267" y="2582"/>
                    <a:pt x="1369" y="2481"/>
                    <a:pt x="1369" y="2356"/>
                  </a:cubicBezTo>
                  <a:cubicBezTo>
                    <a:pt x="1369" y="2232"/>
                    <a:pt x="1267" y="2131"/>
                    <a:pt x="1144" y="2131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6"/>
                  </a:cubicBezTo>
                  <a:cubicBezTo>
                    <a:pt x="1939" y="2481"/>
                    <a:pt x="2040" y="2582"/>
                    <a:pt x="2165" y="2582"/>
                  </a:cubicBezTo>
                  <a:lnTo>
                    <a:pt x="4568" y="2582"/>
                  </a:lnTo>
                  <a:cubicBezTo>
                    <a:pt x="4569" y="2582"/>
                    <a:pt x="4570" y="2582"/>
                    <a:pt x="4571" y="2582"/>
                  </a:cubicBezTo>
                  <a:cubicBezTo>
                    <a:pt x="4694" y="2582"/>
                    <a:pt x="4793" y="2483"/>
                    <a:pt x="4795" y="2360"/>
                  </a:cubicBezTo>
                  <a:lnTo>
                    <a:pt x="4795" y="2356"/>
                  </a:lnTo>
                  <a:cubicBezTo>
                    <a:pt x="4795" y="2232"/>
                    <a:pt x="4696" y="2131"/>
                    <a:pt x="4573" y="2131"/>
                  </a:cubicBezTo>
                  <a:close/>
                  <a:moveTo>
                    <a:pt x="5590" y="2094"/>
                  </a:moveTo>
                  <a:cubicBezTo>
                    <a:pt x="5445" y="2094"/>
                    <a:pt x="5328" y="2211"/>
                    <a:pt x="5328" y="2356"/>
                  </a:cubicBezTo>
                  <a:cubicBezTo>
                    <a:pt x="5328" y="2502"/>
                    <a:pt x="5445" y="2619"/>
                    <a:pt x="5590" y="2619"/>
                  </a:cubicBezTo>
                  <a:lnTo>
                    <a:pt x="5593" y="2619"/>
                  </a:lnTo>
                  <a:cubicBezTo>
                    <a:pt x="5736" y="2618"/>
                    <a:pt x="5852" y="2500"/>
                    <a:pt x="5852" y="2356"/>
                  </a:cubicBezTo>
                  <a:cubicBezTo>
                    <a:pt x="5852" y="2211"/>
                    <a:pt x="5734" y="2094"/>
                    <a:pt x="5590" y="2094"/>
                  </a:cubicBezTo>
                  <a:close/>
                  <a:moveTo>
                    <a:pt x="6375" y="2094"/>
                  </a:moveTo>
                  <a:cubicBezTo>
                    <a:pt x="6230" y="2094"/>
                    <a:pt x="6112" y="2211"/>
                    <a:pt x="6112" y="2356"/>
                  </a:cubicBezTo>
                  <a:cubicBezTo>
                    <a:pt x="6112" y="2502"/>
                    <a:pt x="6230" y="2619"/>
                    <a:pt x="6375" y="2619"/>
                  </a:cubicBezTo>
                  <a:lnTo>
                    <a:pt x="6377" y="2619"/>
                  </a:lnTo>
                  <a:cubicBezTo>
                    <a:pt x="6520" y="2619"/>
                    <a:pt x="6637" y="2502"/>
                    <a:pt x="6637" y="2359"/>
                  </a:cubicBezTo>
                  <a:lnTo>
                    <a:pt x="6637" y="2356"/>
                  </a:lnTo>
                  <a:cubicBezTo>
                    <a:pt x="6637" y="2211"/>
                    <a:pt x="6520" y="2094"/>
                    <a:pt x="6375" y="2094"/>
                  </a:cubicBezTo>
                  <a:close/>
                  <a:moveTo>
                    <a:pt x="7162" y="2094"/>
                  </a:moveTo>
                  <a:cubicBezTo>
                    <a:pt x="7018" y="2094"/>
                    <a:pt x="6900" y="2211"/>
                    <a:pt x="6900" y="2356"/>
                  </a:cubicBezTo>
                  <a:cubicBezTo>
                    <a:pt x="6900" y="2502"/>
                    <a:pt x="7018" y="2619"/>
                    <a:pt x="7162" y="2619"/>
                  </a:cubicBezTo>
                  <a:cubicBezTo>
                    <a:pt x="7307" y="2619"/>
                    <a:pt x="7424" y="2502"/>
                    <a:pt x="7424" y="2356"/>
                  </a:cubicBezTo>
                  <a:cubicBezTo>
                    <a:pt x="7424" y="2211"/>
                    <a:pt x="7307" y="2094"/>
                    <a:pt x="7162" y="2094"/>
                  </a:cubicBezTo>
                  <a:close/>
                  <a:moveTo>
                    <a:pt x="7947" y="2094"/>
                  </a:moveTo>
                  <a:cubicBezTo>
                    <a:pt x="7802" y="2094"/>
                    <a:pt x="7685" y="2211"/>
                    <a:pt x="7685" y="2356"/>
                  </a:cubicBezTo>
                  <a:cubicBezTo>
                    <a:pt x="7685" y="2502"/>
                    <a:pt x="7802" y="2619"/>
                    <a:pt x="7947" y="2619"/>
                  </a:cubicBezTo>
                  <a:cubicBezTo>
                    <a:pt x="8091" y="2619"/>
                    <a:pt x="8209" y="2502"/>
                    <a:pt x="8209" y="2356"/>
                  </a:cubicBezTo>
                  <a:cubicBezTo>
                    <a:pt x="8209" y="2211"/>
                    <a:pt x="8091" y="2094"/>
                    <a:pt x="7947" y="2094"/>
                  </a:cubicBezTo>
                  <a:close/>
                  <a:moveTo>
                    <a:pt x="8731" y="2094"/>
                  </a:moveTo>
                  <a:cubicBezTo>
                    <a:pt x="8587" y="2094"/>
                    <a:pt x="8469" y="2211"/>
                    <a:pt x="8469" y="2356"/>
                  </a:cubicBezTo>
                  <a:cubicBezTo>
                    <a:pt x="8469" y="2502"/>
                    <a:pt x="8587" y="2619"/>
                    <a:pt x="8731" y="2619"/>
                  </a:cubicBezTo>
                  <a:cubicBezTo>
                    <a:pt x="8876" y="2619"/>
                    <a:pt x="8994" y="2502"/>
                    <a:pt x="8994" y="2356"/>
                  </a:cubicBezTo>
                  <a:cubicBezTo>
                    <a:pt x="8994" y="2211"/>
                    <a:pt x="8876" y="2094"/>
                    <a:pt x="8731" y="2094"/>
                  </a:cubicBezTo>
                  <a:close/>
                  <a:moveTo>
                    <a:pt x="9516" y="2094"/>
                  </a:moveTo>
                  <a:cubicBezTo>
                    <a:pt x="9372" y="2094"/>
                    <a:pt x="9254" y="2211"/>
                    <a:pt x="9254" y="2356"/>
                  </a:cubicBezTo>
                  <a:cubicBezTo>
                    <a:pt x="9254" y="2502"/>
                    <a:pt x="9372" y="2619"/>
                    <a:pt x="9516" y="2619"/>
                  </a:cubicBezTo>
                  <a:cubicBezTo>
                    <a:pt x="9661" y="2619"/>
                    <a:pt x="9778" y="2502"/>
                    <a:pt x="9778" y="2356"/>
                  </a:cubicBezTo>
                  <a:cubicBezTo>
                    <a:pt x="9778" y="2211"/>
                    <a:pt x="9661" y="2094"/>
                    <a:pt x="9516" y="2094"/>
                  </a:cubicBezTo>
                  <a:close/>
                  <a:moveTo>
                    <a:pt x="227" y="3178"/>
                  </a:moveTo>
                  <a:cubicBezTo>
                    <a:pt x="102" y="3178"/>
                    <a:pt x="0" y="3279"/>
                    <a:pt x="0" y="3404"/>
                  </a:cubicBezTo>
                  <a:cubicBezTo>
                    <a:pt x="0" y="3529"/>
                    <a:pt x="102" y="3630"/>
                    <a:pt x="227" y="3630"/>
                  </a:cubicBezTo>
                  <a:lnTo>
                    <a:pt x="1144" y="3630"/>
                  </a:lnTo>
                  <a:cubicBezTo>
                    <a:pt x="1267" y="3629"/>
                    <a:pt x="1369" y="3528"/>
                    <a:pt x="1369" y="3404"/>
                  </a:cubicBezTo>
                  <a:cubicBezTo>
                    <a:pt x="1369" y="3279"/>
                    <a:pt x="1267" y="3178"/>
                    <a:pt x="1144" y="3178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694" y="3630"/>
                    <a:pt x="4795" y="3529"/>
                    <a:pt x="4795" y="3404"/>
                  </a:cubicBez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4224"/>
                  </a:moveTo>
                  <a:cubicBezTo>
                    <a:pt x="102" y="4236"/>
                    <a:pt x="11" y="4347"/>
                    <a:pt x="23" y="4472"/>
                  </a:cubicBezTo>
                  <a:cubicBezTo>
                    <a:pt x="33" y="4579"/>
                    <a:pt x="118" y="4664"/>
                    <a:pt x="227" y="4674"/>
                  </a:cubicBezTo>
                  <a:lnTo>
                    <a:pt x="1144" y="4674"/>
                  </a:lnTo>
                  <a:cubicBezTo>
                    <a:pt x="1267" y="4674"/>
                    <a:pt x="1369" y="4574"/>
                    <a:pt x="1369" y="4451"/>
                  </a:cubicBezTo>
                  <a:cubicBezTo>
                    <a:pt x="1369" y="4326"/>
                    <a:pt x="1267" y="4224"/>
                    <a:pt x="1144" y="4224"/>
                  </a:cubicBezTo>
                  <a:close/>
                  <a:moveTo>
                    <a:pt x="2143" y="4223"/>
                  </a:moveTo>
                  <a:cubicBezTo>
                    <a:pt x="2028" y="4223"/>
                    <a:pt x="1929" y="4311"/>
                    <a:pt x="1918" y="4427"/>
                  </a:cubicBezTo>
                  <a:cubicBezTo>
                    <a:pt x="1906" y="4552"/>
                    <a:pt x="1997" y="4662"/>
                    <a:pt x="2121" y="4674"/>
                  </a:cubicBezTo>
                  <a:cubicBezTo>
                    <a:pt x="2128" y="4675"/>
                    <a:pt x="2136" y="4675"/>
                    <a:pt x="2143" y="4675"/>
                  </a:cubicBezTo>
                  <a:cubicBezTo>
                    <a:pt x="2150" y="4675"/>
                    <a:pt x="2158" y="4675"/>
                    <a:pt x="2165" y="4674"/>
                  </a:cubicBezTo>
                  <a:lnTo>
                    <a:pt x="4568" y="4674"/>
                  </a:lnTo>
                  <a:cubicBezTo>
                    <a:pt x="4569" y="4674"/>
                    <a:pt x="4570" y="4674"/>
                    <a:pt x="4571" y="4674"/>
                  </a:cubicBezTo>
                  <a:cubicBezTo>
                    <a:pt x="4694" y="4674"/>
                    <a:pt x="4793" y="4575"/>
                    <a:pt x="4795" y="4452"/>
                  </a:cubicBezTo>
                  <a:lnTo>
                    <a:pt x="4795" y="4451"/>
                  </a:lnTo>
                  <a:cubicBezTo>
                    <a:pt x="4795" y="4327"/>
                    <a:pt x="4696" y="4226"/>
                    <a:pt x="4573" y="4224"/>
                  </a:cubicBezTo>
                  <a:lnTo>
                    <a:pt x="2165" y="4224"/>
                  </a:lnTo>
                  <a:cubicBezTo>
                    <a:pt x="2158" y="4224"/>
                    <a:pt x="2151" y="4223"/>
                    <a:pt x="2143" y="4223"/>
                  </a:cubicBezTo>
                  <a:close/>
                  <a:moveTo>
                    <a:pt x="8273" y="5103"/>
                  </a:moveTo>
                  <a:cubicBezTo>
                    <a:pt x="8128" y="5103"/>
                    <a:pt x="8011" y="5221"/>
                    <a:pt x="8011" y="5365"/>
                  </a:cubicBezTo>
                  <a:cubicBezTo>
                    <a:pt x="8011" y="5511"/>
                    <a:pt x="8128" y="5627"/>
                    <a:pt x="8273" y="5627"/>
                  </a:cubicBezTo>
                  <a:cubicBezTo>
                    <a:pt x="8417" y="5627"/>
                    <a:pt x="8535" y="5511"/>
                    <a:pt x="8535" y="5365"/>
                  </a:cubicBezTo>
                  <a:cubicBezTo>
                    <a:pt x="8535" y="5221"/>
                    <a:pt x="8417" y="5103"/>
                    <a:pt x="8273" y="5103"/>
                  </a:cubicBezTo>
                  <a:close/>
                  <a:moveTo>
                    <a:pt x="9842" y="5103"/>
                  </a:moveTo>
                  <a:cubicBezTo>
                    <a:pt x="9698" y="5103"/>
                    <a:pt x="9580" y="5221"/>
                    <a:pt x="9580" y="5365"/>
                  </a:cubicBezTo>
                  <a:cubicBezTo>
                    <a:pt x="9580" y="5511"/>
                    <a:pt x="9698" y="5627"/>
                    <a:pt x="9842" y="5627"/>
                  </a:cubicBezTo>
                  <a:lnTo>
                    <a:pt x="9845" y="5627"/>
                  </a:lnTo>
                  <a:cubicBezTo>
                    <a:pt x="9990" y="5627"/>
                    <a:pt x="10106" y="5509"/>
                    <a:pt x="10106" y="5365"/>
                  </a:cubicBezTo>
                  <a:cubicBezTo>
                    <a:pt x="10106" y="5221"/>
                    <a:pt x="9988" y="5103"/>
                    <a:pt x="9842" y="5103"/>
                  </a:cubicBezTo>
                  <a:close/>
                  <a:moveTo>
                    <a:pt x="10628" y="5103"/>
                  </a:moveTo>
                  <a:cubicBezTo>
                    <a:pt x="10482" y="5103"/>
                    <a:pt x="10365" y="5221"/>
                    <a:pt x="10365" y="5365"/>
                  </a:cubicBezTo>
                  <a:cubicBezTo>
                    <a:pt x="10365" y="5511"/>
                    <a:pt x="10482" y="5627"/>
                    <a:pt x="10628" y="5627"/>
                  </a:cubicBezTo>
                  <a:lnTo>
                    <a:pt x="10630" y="5627"/>
                  </a:lnTo>
                  <a:cubicBezTo>
                    <a:pt x="10774" y="5627"/>
                    <a:pt x="10890" y="5509"/>
                    <a:pt x="10890" y="5365"/>
                  </a:cubicBezTo>
                  <a:cubicBezTo>
                    <a:pt x="10890" y="5221"/>
                    <a:pt x="10773" y="5103"/>
                    <a:pt x="10628" y="5103"/>
                  </a:cubicBezTo>
                  <a:close/>
                  <a:moveTo>
                    <a:pt x="11413" y="5103"/>
                  </a:moveTo>
                  <a:cubicBezTo>
                    <a:pt x="11267" y="5103"/>
                    <a:pt x="11151" y="5221"/>
                    <a:pt x="11151" y="5365"/>
                  </a:cubicBezTo>
                  <a:cubicBezTo>
                    <a:pt x="11151" y="5511"/>
                    <a:pt x="11267" y="5627"/>
                    <a:pt x="11413" y="5627"/>
                  </a:cubicBezTo>
                  <a:lnTo>
                    <a:pt x="11415" y="5627"/>
                  </a:lnTo>
                  <a:cubicBezTo>
                    <a:pt x="11559" y="5627"/>
                    <a:pt x="11675" y="5509"/>
                    <a:pt x="11675" y="5365"/>
                  </a:cubicBezTo>
                  <a:cubicBezTo>
                    <a:pt x="11675" y="5221"/>
                    <a:pt x="11557" y="5103"/>
                    <a:pt x="11413" y="5103"/>
                  </a:cubicBezTo>
                  <a:close/>
                  <a:moveTo>
                    <a:pt x="12199" y="5103"/>
                  </a:moveTo>
                  <a:cubicBezTo>
                    <a:pt x="12055" y="5103"/>
                    <a:pt x="11937" y="5221"/>
                    <a:pt x="11937" y="5365"/>
                  </a:cubicBezTo>
                  <a:cubicBezTo>
                    <a:pt x="11937" y="5511"/>
                    <a:pt x="12055" y="5627"/>
                    <a:pt x="12199" y="5627"/>
                  </a:cubicBezTo>
                  <a:cubicBezTo>
                    <a:pt x="12344" y="5627"/>
                    <a:pt x="12461" y="5511"/>
                    <a:pt x="12461" y="5365"/>
                  </a:cubicBezTo>
                  <a:cubicBezTo>
                    <a:pt x="12461" y="5221"/>
                    <a:pt x="12344" y="5103"/>
                    <a:pt x="12199" y="5103"/>
                  </a:cubicBezTo>
                  <a:close/>
                  <a:moveTo>
                    <a:pt x="9058" y="5103"/>
                  </a:moveTo>
                  <a:cubicBezTo>
                    <a:pt x="8913" y="5103"/>
                    <a:pt x="8796" y="5221"/>
                    <a:pt x="8796" y="5365"/>
                  </a:cubicBezTo>
                  <a:cubicBezTo>
                    <a:pt x="8796" y="5511"/>
                    <a:pt x="8913" y="5627"/>
                    <a:pt x="9058" y="5627"/>
                  </a:cubicBezTo>
                  <a:cubicBezTo>
                    <a:pt x="9061" y="5627"/>
                    <a:pt x="9065" y="5627"/>
                    <a:pt x="9068" y="5627"/>
                  </a:cubicBezTo>
                  <a:cubicBezTo>
                    <a:pt x="9209" y="5627"/>
                    <a:pt x="9324" y="5515"/>
                    <a:pt x="9329" y="5374"/>
                  </a:cubicBezTo>
                  <a:lnTo>
                    <a:pt x="9329" y="5365"/>
                  </a:lnTo>
                  <a:lnTo>
                    <a:pt x="9320" y="5365"/>
                  </a:lnTo>
                  <a:cubicBezTo>
                    <a:pt x="9320" y="5221"/>
                    <a:pt x="9203" y="5103"/>
                    <a:pt x="9058" y="5103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2"/>
                    <a:pt x="1369" y="5621"/>
                    <a:pt x="1369" y="5496"/>
                  </a:cubicBezTo>
                  <a:cubicBezTo>
                    <a:pt x="1369" y="5371"/>
                    <a:pt x="1267" y="5271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7" y="5371"/>
                    <a:pt x="4817" y="5496"/>
                  </a:cubicBezTo>
                  <a:cubicBezTo>
                    <a:pt x="4817" y="5621"/>
                    <a:pt x="4918" y="5722"/>
                    <a:pt x="5043" y="5722"/>
                  </a:cubicBezTo>
                  <a:lnTo>
                    <a:pt x="7447" y="5722"/>
                  </a:lnTo>
                  <a:cubicBezTo>
                    <a:pt x="7570" y="5722"/>
                    <a:pt x="7671" y="5624"/>
                    <a:pt x="7673" y="5500"/>
                  </a:cubicBezTo>
                  <a:lnTo>
                    <a:pt x="7673" y="5496"/>
                  </a:lnTo>
                  <a:cubicBezTo>
                    <a:pt x="7673" y="5371"/>
                    <a:pt x="7572" y="5270"/>
                    <a:pt x="7447" y="5270"/>
                  </a:cubicBezTo>
                  <a:close/>
                  <a:moveTo>
                    <a:pt x="227" y="6310"/>
                  </a:moveTo>
                  <a:cubicBezTo>
                    <a:pt x="102" y="6310"/>
                    <a:pt x="0" y="6412"/>
                    <a:pt x="0" y="6537"/>
                  </a:cubicBezTo>
                  <a:cubicBezTo>
                    <a:pt x="0" y="6662"/>
                    <a:pt x="102" y="6763"/>
                    <a:pt x="227" y="6763"/>
                  </a:cubicBezTo>
                  <a:lnTo>
                    <a:pt x="1144" y="6763"/>
                  </a:lnTo>
                  <a:cubicBezTo>
                    <a:pt x="1266" y="6763"/>
                    <a:pt x="1366" y="6665"/>
                    <a:pt x="1369" y="6543"/>
                  </a:cubicBezTo>
                  <a:cubicBezTo>
                    <a:pt x="1372" y="6416"/>
                    <a:pt x="1272" y="6312"/>
                    <a:pt x="1145" y="6310"/>
                  </a:cubicBezTo>
                  <a:close/>
                  <a:moveTo>
                    <a:pt x="5043" y="6310"/>
                  </a:moveTo>
                  <a:cubicBezTo>
                    <a:pt x="4918" y="6310"/>
                    <a:pt x="4817" y="6412"/>
                    <a:pt x="4817" y="6537"/>
                  </a:cubicBezTo>
                  <a:cubicBezTo>
                    <a:pt x="4817" y="6662"/>
                    <a:pt x="4918" y="6763"/>
                    <a:pt x="5043" y="6763"/>
                  </a:cubicBezTo>
                  <a:lnTo>
                    <a:pt x="7447" y="6763"/>
                  </a:lnTo>
                  <a:cubicBezTo>
                    <a:pt x="7570" y="6763"/>
                    <a:pt x="7671" y="6666"/>
                    <a:pt x="7673" y="6543"/>
                  </a:cubicBezTo>
                  <a:cubicBezTo>
                    <a:pt x="7677" y="6418"/>
                    <a:pt x="7579" y="6313"/>
                    <a:pt x="7454" y="6310"/>
                  </a:cubicBezTo>
                  <a:close/>
                  <a:moveTo>
                    <a:pt x="9844" y="7262"/>
                  </a:moveTo>
                  <a:cubicBezTo>
                    <a:pt x="9698" y="7262"/>
                    <a:pt x="9582" y="7380"/>
                    <a:pt x="9582" y="7524"/>
                  </a:cubicBezTo>
                  <a:cubicBezTo>
                    <a:pt x="9582" y="7668"/>
                    <a:pt x="9698" y="7786"/>
                    <a:pt x="9844" y="7786"/>
                  </a:cubicBezTo>
                  <a:lnTo>
                    <a:pt x="9845" y="7786"/>
                  </a:lnTo>
                  <a:cubicBezTo>
                    <a:pt x="9990" y="7786"/>
                    <a:pt x="10106" y="7670"/>
                    <a:pt x="10106" y="7525"/>
                  </a:cubicBezTo>
                  <a:lnTo>
                    <a:pt x="10106" y="7524"/>
                  </a:lnTo>
                  <a:cubicBezTo>
                    <a:pt x="10106" y="7380"/>
                    <a:pt x="9988" y="7262"/>
                    <a:pt x="9844" y="7262"/>
                  </a:cubicBezTo>
                  <a:close/>
                  <a:moveTo>
                    <a:pt x="10628" y="7262"/>
                  </a:moveTo>
                  <a:cubicBezTo>
                    <a:pt x="10484" y="7262"/>
                    <a:pt x="10366" y="7380"/>
                    <a:pt x="10366" y="7524"/>
                  </a:cubicBezTo>
                  <a:cubicBezTo>
                    <a:pt x="10366" y="7668"/>
                    <a:pt x="10484" y="7786"/>
                    <a:pt x="10628" y="7786"/>
                  </a:cubicBezTo>
                  <a:lnTo>
                    <a:pt x="10630" y="7786"/>
                  </a:lnTo>
                  <a:cubicBezTo>
                    <a:pt x="10774" y="7786"/>
                    <a:pt x="10890" y="7670"/>
                    <a:pt x="10890" y="7525"/>
                  </a:cubicBezTo>
                  <a:lnTo>
                    <a:pt x="10890" y="7524"/>
                  </a:lnTo>
                  <a:cubicBezTo>
                    <a:pt x="10890" y="7380"/>
                    <a:pt x="10773" y="7262"/>
                    <a:pt x="10628" y="7262"/>
                  </a:cubicBezTo>
                  <a:close/>
                  <a:moveTo>
                    <a:pt x="11413" y="7262"/>
                  </a:moveTo>
                  <a:cubicBezTo>
                    <a:pt x="11269" y="7262"/>
                    <a:pt x="11151" y="7380"/>
                    <a:pt x="11151" y="7524"/>
                  </a:cubicBezTo>
                  <a:cubicBezTo>
                    <a:pt x="11151" y="7668"/>
                    <a:pt x="11269" y="7786"/>
                    <a:pt x="11413" y="7786"/>
                  </a:cubicBezTo>
                  <a:lnTo>
                    <a:pt x="11415" y="7786"/>
                  </a:lnTo>
                  <a:cubicBezTo>
                    <a:pt x="11559" y="7786"/>
                    <a:pt x="11675" y="7670"/>
                    <a:pt x="11675" y="7525"/>
                  </a:cubicBezTo>
                  <a:lnTo>
                    <a:pt x="11675" y="7524"/>
                  </a:lnTo>
                  <a:cubicBezTo>
                    <a:pt x="11675" y="7380"/>
                    <a:pt x="11557" y="7262"/>
                    <a:pt x="11413" y="7262"/>
                  </a:cubicBezTo>
                  <a:close/>
                  <a:moveTo>
                    <a:pt x="8273" y="7262"/>
                  </a:moveTo>
                  <a:cubicBezTo>
                    <a:pt x="8128" y="7262"/>
                    <a:pt x="8011" y="7380"/>
                    <a:pt x="8011" y="7524"/>
                  </a:cubicBezTo>
                  <a:cubicBezTo>
                    <a:pt x="8011" y="7668"/>
                    <a:pt x="8128" y="7786"/>
                    <a:pt x="8273" y="7786"/>
                  </a:cubicBezTo>
                  <a:cubicBezTo>
                    <a:pt x="8274" y="7786"/>
                    <a:pt x="8275" y="7786"/>
                    <a:pt x="8276" y="7786"/>
                  </a:cubicBezTo>
                  <a:cubicBezTo>
                    <a:pt x="8419" y="7786"/>
                    <a:pt x="8535" y="7670"/>
                    <a:pt x="8536" y="7528"/>
                  </a:cubicBezTo>
                  <a:lnTo>
                    <a:pt x="8536" y="7524"/>
                  </a:lnTo>
                  <a:cubicBezTo>
                    <a:pt x="8536" y="7380"/>
                    <a:pt x="8419" y="7262"/>
                    <a:pt x="8273" y="7262"/>
                  </a:cubicBezTo>
                  <a:close/>
                  <a:moveTo>
                    <a:pt x="12199" y="7262"/>
                  </a:moveTo>
                  <a:cubicBezTo>
                    <a:pt x="12055" y="7262"/>
                    <a:pt x="11937" y="7380"/>
                    <a:pt x="11937" y="7524"/>
                  </a:cubicBezTo>
                  <a:cubicBezTo>
                    <a:pt x="11937" y="7668"/>
                    <a:pt x="12055" y="7786"/>
                    <a:pt x="12199" y="7786"/>
                  </a:cubicBezTo>
                  <a:cubicBezTo>
                    <a:pt x="12200" y="7786"/>
                    <a:pt x="12201" y="7786"/>
                    <a:pt x="12202" y="7786"/>
                  </a:cubicBezTo>
                  <a:cubicBezTo>
                    <a:pt x="12345" y="7786"/>
                    <a:pt x="12461" y="7670"/>
                    <a:pt x="12463" y="7528"/>
                  </a:cubicBezTo>
                  <a:lnTo>
                    <a:pt x="12463" y="7524"/>
                  </a:lnTo>
                  <a:cubicBezTo>
                    <a:pt x="12463" y="7380"/>
                    <a:pt x="12345" y="7262"/>
                    <a:pt x="12199" y="7262"/>
                  </a:cubicBezTo>
                  <a:close/>
                  <a:moveTo>
                    <a:pt x="9059" y="7262"/>
                  </a:moveTo>
                  <a:cubicBezTo>
                    <a:pt x="8913" y="7262"/>
                    <a:pt x="8796" y="7380"/>
                    <a:pt x="8796" y="7524"/>
                  </a:cubicBezTo>
                  <a:cubicBezTo>
                    <a:pt x="8796" y="7668"/>
                    <a:pt x="8913" y="7786"/>
                    <a:pt x="9059" y="7786"/>
                  </a:cubicBezTo>
                  <a:cubicBezTo>
                    <a:pt x="9063" y="7786"/>
                    <a:pt x="9066" y="7786"/>
                    <a:pt x="9070" y="7786"/>
                  </a:cubicBezTo>
                  <a:cubicBezTo>
                    <a:pt x="9208" y="7786"/>
                    <a:pt x="9323" y="7677"/>
                    <a:pt x="9329" y="7537"/>
                  </a:cubicBezTo>
                  <a:cubicBezTo>
                    <a:pt x="9329" y="7533"/>
                    <a:pt x="9329" y="7528"/>
                    <a:pt x="9329" y="7524"/>
                  </a:cubicBezTo>
                  <a:lnTo>
                    <a:pt x="9321" y="7524"/>
                  </a:lnTo>
                  <a:cubicBezTo>
                    <a:pt x="9321" y="7380"/>
                    <a:pt x="9203" y="7262"/>
                    <a:pt x="9059" y="7262"/>
                  </a:cubicBezTo>
                  <a:close/>
                  <a:moveTo>
                    <a:pt x="227" y="7363"/>
                  </a:moveTo>
                  <a:cubicBezTo>
                    <a:pt x="102" y="7363"/>
                    <a:pt x="0" y="7464"/>
                    <a:pt x="0" y="7589"/>
                  </a:cubicBezTo>
                  <a:cubicBezTo>
                    <a:pt x="0" y="7715"/>
                    <a:pt x="102" y="7816"/>
                    <a:pt x="227" y="7816"/>
                  </a:cubicBezTo>
                  <a:lnTo>
                    <a:pt x="1144" y="7816"/>
                  </a:lnTo>
                  <a:cubicBezTo>
                    <a:pt x="1267" y="7814"/>
                    <a:pt x="1369" y="7715"/>
                    <a:pt x="1369" y="7589"/>
                  </a:cubicBezTo>
                  <a:cubicBezTo>
                    <a:pt x="1369" y="7464"/>
                    <a:pt x="1267" y="7363"/>
                    <a:pt x="1144" y="7363"/>
                  </a:cubicBezTo>
                  <a:close/>
                  <a:moveTo>
                    <a:pt x="5043" y="7363"/>
                  </a:moveTo>
                  <a:cubicBezTo>
                    <a:pt x="4918" y="7363"/>
                    <a:pt x="4817" y="7464"/>
                    <a:pt x="4817" y="7589"/>
                  </a:cubicBezTo>
                  <a:cubicBezTo>
                    <a:pt x="4817" y="7715"/>
                    <a:pt x="4918" y="7816"/>
                    <a:pt x="5043" y="7816"/>
                  </a:cubicBezTo>
                  <a:lnTo>
                    <a:pt x="7447" y="7816"/>
                  </a:lnTo>
                  <a:cubicBezTo>
                    <a:pt x="7572" y="7816"/>
                    <a:pt x="7673" y="7715"/>
                    <a:pt x="7673" y="7589"/>
                  </a:cubicBezTo>
                  <a:cubicBezTo>
                    <a:pt x="7674" y="7466"/>
                    <a:pt x="7575" y="7365"/>
                    <a:pt x="7451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>
              <a:extLst>
                <a:ext uri="{FF2B5EF4-FFF2-40B4-BE49-F238E27FC236}">
                  <a16:creationId xmlns:a16="http://schemas.microsoft.com/office/drawing/2014/main" id="{C779D2B2-E29D-6F13-92A6-B8800E74DE1B}"/>
                </a:ext>
              </a:extLst>
            </p:cNvPr>
            <p:cNvSpPr/>
            <p:nvPr/>
          </p:nvSpPr>
          <p:spPr>
            <a:xfrm>
              <a:off x="4179400" y="3405500"/>
              <a:ext cx="311800" cy="195525"/>
            </a:xfrm>
            <a:custGeom>
              <a:avLst/>
              <a:gdLst/>
              <a:ahLst/>
              <a:cxnLst/>
              <a:rect l="l" t="t" r="r" b="b"/>
              <a:pathLst>
                <a:path w="12472" h="7821" extrusionOk="0">
                  <a:moveTo>
                    <a:pt x="2165" y="39"/>
                  </a:moveTo>
                  <a:cubicBezTo>
                    <a:pt x="2040" y="39"/>
                    <a:pt x="1939" y="140"/>
                    <a:pt x="1939" y="265"/>
                  </a:cubicBezTo>
                  <a:cubicBezTo>
                    <a:pt x="1939" y="390"/>
                    <a:pt x="2040" y="491"/>
                    <a:pt x="2165" y="491"/>
                  </a:cubicBezTo>
                  <a:lnTo>
                    <a:pt x="4568" y="491"/>
                  </a:lnTo>
                  <a:cubicBezTo>
                    <a:pt x="4694" y="491"/>
                    <a:pt x="4795" y="390"/>
                    <a:pt x="4795" y="265"/>
                  </a:cubicBezTo>
                  <a:cubicBezTo>
                    <a:pt x="4795" y="142"/>
                    <a:pt x="4696" y="40"/>
                    <a:pt x="4573" y="39"/>
                  </a:cubicBezTo>
                  <a:close/>
                  <a:moveTo>
                    <a:pt x="227" y="43"/>
                  </a:moveTo>
                  <a:cubicBezTo>
                    <a:pt x="102" y="43"/>
                    <a:pt x="0" y="145"/>
                    <a:pt x="0" y="270"/>
                  </a:cubicBezTo>
                  <a:cubicBezTo>
                    <a:pt x="0" y="395"/>
                    <a:pt x="102" y="496"/>
                    <a:pt x="227" y="496"/>
                  </a:cubicBezTo>
                  <a:lnTo>
                    <a:pt x="1144" y="496"/>
                  </a:lnTo>
                  <a:cubicBezTo>
                    <a:pt x="1267" y="496"/>
                    <a:pt x="1369" y="395"/>
                    <a:pt x="1369" y="270"/>
                  </a:cubicBezTo>
                  <a:cubicBezTo>
                    <a:pt x="1369" y="145"/>
                    <a:pt x="1267" y="43"/>
                    <a:pt x="1144" y="43"/>
                  </a:cubicBezTo>
                  <a:close/>
                  <a:moveTo>
                    <a:pt x="5591" y="0"/>
                  </a:moveTo>
                  <a:cubicBezTo>
                    <a:pt x="5447" y="0"/>
                    <a:pt x="5329" y="116"/>
                    <a:pt x="5328" y="261"/>
                  </a:cubicBezTo>
                  <a:cubicBezTo>
                    <a:pt x="5326" y="405"/>
                    <a:pt x="5442" y="524"/>
                    <a:pt x="5587" y="526"/>
                  </a:cubicBezTo>
                  <a:lnTo>
                    <a:pt x="5591" y="526"/>
                  </a:lnTo>
                  <a:cubicBezTo>
                    <a:pt x="5734" y="524"/>
                    <a:pt x="5850" y="408"/>
                    <a:pt x="5852" y="265"/>
                  </a:cubicBezTo>
                  <a:cubicBezTo>
                    <a:pt x="5853" y="121"/>
                    <a:pt x="5737" y="2"/>
                    <a:pt x="5591" y="0"/>
                  </a:cubicBezTo>
                  <a:close/>
                  <a:moveTo>
                    <a:pt x="6376" y="0"/>
                  </a:moveTo>
                  <a:cubicBezTo>
                    <a:pt x="6232" y="0"/>
                    <a:pt x="6114" y="116"/>
                    <a:pt x="6112" y="261"/>
                  </a:cubicBezTo>
                  <a:cubicBezTo>
                    <a:pt x="6111" y="405"/>
                    <a:pt x="6227" y="524"/>
                    <a:pt x="6373" y="526"/>
                  </a:cubicBezTo>
                  <a:lnTo>
                    <a:pt x="6376" y="526"/>
                  </a:lnTo>
                  <a:cubicBezTo>
                    <a:pt x="6520" y="526"/>
                    <a:pt x="6637" y="408"/>
                    <a:pt x="6637" y="265"/>
                  </a:cubicBezTo>
                  <a:cubicBezTo>
                    <a:pt x="6638" y="121"/>
                    <a:pt x="6522" y="2"/>
                    <a:pt x="6376" y="0"/>
                  </a:cubicBezTo>
                  <a:close/>
                  <a:moveTo>
                    <a:pt x="7164" y="0"/>
                  </a:moveTo>
                  <a:cubicBezTo>
                    <a:pt x="7019" y="0"/>
                    <a:pt x="6900" y="116"/>
                    <a:pt x="6899" y="261"/>
                  </a:cubicBezTo>
                  <a:cubicBezTo>
                    <a:pt x="6899" y="405"/>
                    <a:pt x="7015" y="524"/>
                    <a:pt x="7159" y="526"/>
                  </a:cubicBezTo>
                  <a:lnTo>
                    <a:pt x="7161" y="526"/>
                  </a:lnTo>
                  <a:cubicBezTo>
                    <a:pt x="7305" y="526"/>
                    <a:pt x="7423" y="410"/>
                    <a:pt x="7424" y="265"/>
                  </a:cubicBezTo>
                  <a:cubicBezTo>
                    <a:pt x="7424" y="121"/>
                    <a:pt x="7308" y="2"/>
                    <a:pt x="7164" y="0"/>
                  </a:cubicBezTo>
                  <a:close/>
                  <a:moveTo>
                    <a:pt x="7948" y="0"/>
                  </a:moveTo>
                  <a:cubicBezTo>
                    <a:pt x="7804" y="0"/>
                    <a:pt x="7685" y="116"/>
                    <a:pt x="7683" y="261"/>
                  </a:cubicBezTo>
                  <a:cubicBezTo>
                    <a:pt x="7683" y="405"/>
                    <a:pt x="7799" y="524"/>
                    <a:pt x="7944" y="526"/>
                  </a:cubicBezTo>
                  <a:lnTo>
                    <a:pt x="7947" y="526"/>
                  </a:lnTo>
                  <a:cubicBezTo>
                    <a:pt x="8090" y="526"/>
                    <a:pt x="8207" y="410"/>
                    <a:pt x="8209" y="265"/>
                  </a:cubicBezTo>
                  <a:cubicBezTo>
                    <a:pt x="8210" y="121"/>
                    <a:pt x="8093" y="2"/>
                    <a:pt x="7948" y="0"/>
                  </a:cubicBezTo>
                  <a:close/>
                  <a:moveTo>
                    <a:pt x="8733" y="0"/>
                  </a:moveTo>
                  <a:cubicBezTo>
                    <a:pt x="8589" y="0"/>
                    <a:pt x="8469" y="116"/>
                    <a:pt x="8469" y="261"/>
                  </a:cubicBezTo>
                  <a:cubicBezTo>
                    <a:pt x="8468" y="405"/>
                    <a:pt x="8584" y="524"/>
                    <a:pt x="8729" y="526"/>
                  </a:cubicBezTo>
                  <a:lnTo>
                    <a:pt x="8731" y="526"/>
                  </a:lnTo>
                  <a:cubicBezTo>
                    <a:pt x="8874" y="526"/>
                    <a:pt x="8992" y="410"/>
                    <a:pt x="8994" y="265"/>
                  </a:cubicBezTo>
                  <a:cubicBezTo>
                    <a:pt x="8995" y="121"/>
                    <a:pt x="8877" y="2"/>
                    <a:pt x="8733" y="0"/>
                  </a:cubicBezTo>
                  <a:close/>
                  <a:moveTo>
                    <a:pt x="9518" y="0"/>
                  </a:moveTo>
                  <a:cubicBezTo>
                    <a:pt x="9373" y="0"/>
                    <a:pt x="9256" y="116"/>
                    <a:pt x="9254" y="261"/>
                  </a:cubicBezTo>
                  <a:cubicBezTo>
                    <a:pt x="9253" y="405"/>
                    <a:pt x="9369" y="524"/>
                    <a:pt x="9513" y="526"/>
                  </a:cubicBezTo>
                  <a:lnTo>
                    <a:pt x="9516" y="526"/>
                  </a:lnTo>
                  <a:cubicBezTo>
                    <a:pt x="9659" y="526"/>
                    <a:pt x="9777" y="410"/>
                    <a:pt x="9778" y="265"/>
                  </a:cubicBezTo>
                  <a:cubicBezTo>
                    <a:pt x="9780" y="121"/>
                    <a:pt x="9664" y="2"/>
                    <a:pt x="9518" y="0"/>
                  </a:cubicBezTo>
                  <a:close/>
                  <a:moveTo>
                    <a:pt x="2143" y="1095"/>
                  </a:moveTo>
                  <a:cubicBezTo>
                    <a:pt x="2028" y="1095"/>
                    <a:pt x="1929" y="1182"/>
                    <a:pt x="1918" y="1300"/>
                  </a:cubicBezTo>
                  <a:cubicBezTo>
                    <a:pt x="1906" y="1424"/>
                    <a:pt x="1997" y="1535"/>
                    <a:pt x="2121" y="1547"/>
                  </a:cubicBezTo>
                  <a:cubicBezTo>
                    <a:pt x="2128" y="1548"/>
                    <a:pt x="2136" y="1548"/>
                    <a:pt x="2143" y="1548"/>
                  </a:cubicBezTo>
                  <a:cubicBezTo>
                    <a:pt x="2150" y="1548"/>
                    <a:pt x="2158" y="1548"/>
                    <a:pt x="2165" y="1547"/>
                  </a:cubicBezTo>
                  <a:lnTo>
                    <a:pt x="4568" y="1547"/>
                  </a:lnTo>
                  <a:cubicBezTo>
                    <a:pt x="4569" y="1547"/>
                    <a:pt x="4570" y="1547"/>
                    <a:pt x="4571" y="1547"/>
                  </a:cubicBezTo>
                  <a:cubicBezTo>
                    <a:pt x="4694" y="1547"/>
                    <a:pt x="4793" y="1448"/>
                    <a:pt x="4795" y="1325"/>
                  </a:cubicBezTo>
                  <a:cubicBezTo>
                    <a:pt x="4795" y="1321"/>
                    <a:pt x="4795" y="1315"/>
                    <a:pt x="4793" y="1310"/>
                  </a:cubicBezTo>
                  <a:lnTo>
                    <a:pt x="4795" y="1310"/>
                  </a:lnTo>
                  <a:cubicBezTo>
                    <a:pt x="4789" y="1190"/>
                    <a:pt x="4689" y="1096"/>
                    <a:pt x="4568" y="1096"/>
                  </a:cubicBezTo>
                  <a:lnTo>
                    <a:pt x="2165" y="1096"/>
                  </a:lnTo>
                  <a:cubicBezTo>
                    <a:pt x="2158" y="1095"/>
                    <a:pt x="2151" y="1095"/>
                    <a:pt x="2143" y="1095"/>
                  </a:cubicBezTo>
                  <a:close/>
                  <a:moveTo>
                    <a:pt x="227" y="1100"/>
                  </a:moveTo>
                  <a:cubicBezTo>
                    <a:pt x="102" y="1112"/>
                    <a:pt x="11" y="1224"/>
                    <a:pt x="23" y="1348"/>
                  </a:cubicBezTo>
                  <a:cubicBezTo>
                    <a:pt x="33" y="1455"/>
                    <a:pt x="118" y="1541"/>
                    <a:pt x="227" y="1552"/>
                  </a:cubicBezTo>
                  <a:lnTo>
                    <a:pt x="1144" y="1552"/>
                  </a:lnTo>
                  <a:cubicBezTo>
                    <a:pt x="1267" y="1552"/>
                    <a:pt x="1370" y="1450"/>
                    <a:pt x="1370" y="1325"/>
                  </a:cubicBezTo>
                  <a:cubicBezTo>
                    <a:pt x="1370" y="1321"/>
                    <a:pt x="1370" y="1315"/>
                    <a:pt x="1369" y="1310"/>
                  </a:cubicBezTo>
                  <a:lnTo>
                    <a:pt x="1369" y="1315"/>
                  </a:lnTo>
                  <a:cubicBezTo>
                    <a:pt x="1363" y="1194"/>
                    <a:pt x="1263" y="1100"/>
                    <a:pt x="1144" y="1100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7"/>
                  </a:cubicBezTo>
                  <a:cubicBezTo>
                    <a:pt x="1939" y="2482"/>
                    <a:pt x="2040" y="2583"/>
                    <a:pt x="2165" y="2583"/>
                  </a:cubicBezTo>
                  <a:lnTo>
                    <a:pt x="4568" y="2583"/>
                  </a:lnTo>
                  <a:cubicBezTo>
                    <a:pt x="4569" y="2583"/>
                    <a:pt x="4570" y="2583"/>
                    <a:pt x="4571" y="2583"/>
                  </a:cubicBezTo>
                  <a:cubicBezTo>
                    <a:pt x="4694" y="2583"/>
                    <a:pt x="4793" y="2484"/>
                    <a:pt x="4795" y="2362"/>
                  </a:cubicBezTo>
                  <a:lnTo>
                    <a:pt x="4795" y="2357"/>
                  </a:lnTo>
                  <a:cubicBezTo>
                    <a:pt x="4795" y="2232"/>
                    <a:pt x="4694" y="2131"/>
                    <a:pt x="4568" y="2131"/>
                  </a:cubicBezTo>
                  <a:close/>
                  <a:moveTo>
                    <a:pt x="227" y="2135"/>
                  </a:moveTo>
                  <a:cubicBezTo>
                    <a:pt x="102" y="2135"/>
                    <a:pt x="0" y="2237"/>
                    <a:pt x="0" y="2362"/>
                  </a:cubicBezTo>
                  <a:cubicBezTo>
                    <a:pt x="0" y="2487"/>
                    <a:pt x="102" y="2588"/>
                    <a:pt x="227" y="2588"/>
                  </a:cubicBezTo>
                  <a:lnTo>
                    <a:pt x="1144" y="2588"/>
                  </a:lnTo>
                  <a:cubicBezTo>
                    <a:pt x="1267" y="2588"/>
                    <a:pt x="1369" y="2487"/>
                    <a:pt x="1369" y="2362"/>
                  </a:cubicBezTo>
                  <a:cubicBezTo>
                    <a:pt x="1369" y="2237"/>
                    <a:pt x="1267" y="2137"/>
                    <a:pt x="1144" y="2135"/>
                  </a:cubicBezTo>
                  <a:close/>
                  <a:moveTo>
                    <a:pt x="5593" y="2104"/>
                  </a:moveTo>
                  <a:cubicBezTo>
                    <a:pt x="5590" y="2104"/>
                    <a:pt x="5586" y="2104"/>
                    <a:pt x="5582" y="2104"/>
                  </a:cubicBezTo>
                  <a:cubicBezTo>
                    <a:pt x="5436" y="2108"/>
                    <a:pt x="5323" y="2229"/>
                    <a:pt x="5328" y="2374"/>
                  </a:cubicBezTo>
                  <a:cubicBezTo>
                    <a:pt x="5332" y="2516"/>
                    <a:pt x="5450" y="2628"/>
                    <a:pt x="5593" y="2628"/>
                  </a:cubicBezTo>
                  <a:cubicBezTo>
                    <a:pt x="5736" y="2628"/>
                    <a:pt x="5852" y="2512"/>
                    <a:pt x="5852" y="2368"/>
                  </a:cubicBezTo>
                  <a:cubicBezTo>
                    <a:pt x="5852" y="2365"/>
                    <a:pt x="5852" y="2360"/>
                    <a:pt x="5852" y="2357"/>
                  </a:cubicBezTo>
                  <a:cubicBezTo>
                    <a:pt x="5848" y="2216"/>
                    <a:pt x="5733" y="2104"/>
                    <a:pt x="5593" y="2104"/>
                  </a:cubicBezTo>
                  <a:close/>
                  <a:moveTo>
                    <a:pt x="6378" y="2104"/>
                  </a:moveTo>
                  <a:cubicBezTo>
                    <a:pt x="6374" y="2104"/>
                    <a:pt x="6371" y="2104"/>
                    <a:pt x="6367" y="2104"/>
                  </a:cubicBezTo>
                  <a:cubicBezTo>
                    <a:pt x="6221" y="2108"/>
                    <a:pt x="6108" y="2229"/>
                    <a:pt x="6112" y="2374"/>
                  </a:cubicBezTo>
                  <a:cubicBezTo>
                    <a:pt x="6117" y="2516"/>
                    <a:pt x="6235" y="2628"/>
                    <a:pt x="6377" y="2628"/>
                  </a:cubicBezTo>
                  <a:cubicBezTo>
                    <a:pt x="6520" y="2628"/>
                    <a:pt x="6637" y="2512"/>
                    <a:pt x="6638" y="2368"/>
                  </a:cubicBezTo>
                  <a:cubicBezTo>
                    <a:pt x="6638" y="2365"/>
                    <a:pt x="6638" y="2360"/>
                    <a:pt x="6637" y="2357"/>
                  </a:cubicBezTo>
                  <a:cubicBezTo>
                    <a:pt x="6632" y="2216"/>
                    <a:pt x="6517" y="2104"/>
                    <a:pt x="6378" y="2104"/>
                  </a:cubicBezTo>
                  <a:close/>
                  <a:moveTo>
                    <a:pt x="7164" y="2104"/>
                  </a:moveTo>
                  <a:cubicBezTo>
                    <a:pt x="7160" y="2104"/>
                    <a:pt x="7157" y="2104"/>
                    <a:pt x="7153" y="2104"/>
                  </a:cubicBezTo>
                  <a:cubicBezTo>
                    <a:pt x="7009" y="2108"/>
                    <a:pt x="6896" y="2229"/>
                    <a:pt x="6900" y="2374"/>
                  </a:cubicBezTo>
                  <a:cubicBezTo>
                    <a:pt x="6905" y="2515"/>
                    <a:pt x="7021" y="2628"/>
                    <a:pt x="7162" y="2628"/>
                  </a:cubicBezTo>
                  <a:cubicBezTo>
                    <a:pt x="7307" y="2628"/>
                    <a:pt x="7424" y="2510"/>
                    <a:pt x="7424" y="2366"/>
                  </a:cubicBezTo>
                  <a:lnTo>
                    <a:pt x="7424" y="2357"/>
                  </a:lnTo>
                  <a:cubicBezTo>
                    <a:pt x="7420" y="2216"/>
                    <a:pt x="7304" y="2104"/>
                    <a:pt x="7164" y="2104"/>
                  </a:cubicBezTo>
                  <a:close/>
                  <a:moveTo>
                    <a:pt x="7949" y="2104"/>
                  </a:moveTo>
                  <a:cubicBezTo>
                    <a:pt x="7945" y="2104"/>
                    <a:pt x="7942" y="2104"/>
                    <a:pt x="7938" y="2104"/>
                  </a:cubicBezTo>
                  <a:cubicBezTo>
                    <a:pt x="7793" y="2108"/>
                    <a:pt x="7680" y="2229"/>
                    <a:pt x="7685" y="2374"/>
                  </a:cubicBezTo>
                  <a:cubicBezTo>
                    <a:pt x="7689" y="2515"/>
                    <a:pt x="7805" y="2628"/>
                    <a:pt x="7947" y="2628"/>
                  </a:cubicBezTo>
                  <a:cubicBezTo>
                    <a:pt x="8091" y="2628"/>
                    <a:pt x="8209" y="2510"/>
                    <a:pt x="8209" y="2366"/>
                  </a:cubicBezTo>
                  <a:lnTo>
                    <a:pt x="8209" y="2357"/>
                  </a:lnTo>
                  <a:cubicBezTo>
                    <a:pt x="8205" y="2216"/>
                    <a:pt x="8090" y="2104"/>
                    <a:pt x="7949" y="2104"/>
                  </a:cubicBezTo>
                  <a:close/>
                  <a:moveTo>
                    <a:pt x="8733" y="2104"/>
                  </a:moveTo>
                  <a:cubicBezTo>
                    <a:pt x="8730" y="2104"/>
                    <a:pt x="8726" y="2104"/>
                    <a:pt x="8723" y="2104"/>
                  </a:cubicBezTo>
                  <a:cubicBezTo>
                    <a:pt x="8578" y="2108"/>
                    <a:pt x="8465" y="2229"/>
                    <a:pt x="8469" y="2374"/>
                  </a:cubicBezTo>
                  <a:cubicBezTo>
                    <a:pt x="8474" y="2515"/>
                    <a:pt x="8590" y="2628"/>
                    <a:pt x="8731" y="2628"/>
                  </a:cubicBezTo>
                  <a:cubicBezTo>
                    <a:pt x="8876" y="2628"/>
                    <a:pt x="8994" y="2510"/>
                    <a:pt x="8994" y="2366"/>
                  </a:cubicBezTo>
                  <a:lnTo>
                    <a:pt x="8994" y="2357"/>
                  </a:lnTo>
                  <a:cubicBezTo>
                    <a:pt x="8989" y="2216"/>
                    <a:pt x="8874" y="2104"/>
                    <a:pt x="8733" y="2104"/>
                  </a:cubicBezTo>
                  <a:close/>
                  <a:moveTo>
                    <a:pt x="9519" y="2104"/>
                  </a:moveTo>
                  <a:cubicBezTo>
                    <a:pt x="9516" y="2104"/>
                    <a:pt x="9512" y="2104"/>
                    <a:pt x="9509" y="2104"/>
                  </a:cubicBezTo>
                  <a:cubicBezTo>
                    <a:pt x="9363" y="2108"/>
                    <a:pt x="9250" y="2229"/>
                    <a:pt x="9254" y="2374"/>
                  </a:cubicBezTo>
                  <a:cubicBezTo>
                    <a:pt x="9259" y="2515"/>
                    <a:pt x="9375" y="2628"/>
                    <a:pt x="9516" y="2628"/>
                  </a:cubicBezTo>
                  <a:cubicBezTo>
                    <a:pt x="9661" y="2628"/>
                    <a:pt x="9778" y="2510"/>
                    <a:pt x="9778" y="2366"/>
                  </a:cubicBezTo>
                  <a:lnTo>
                    <a:pt x="9778" y="2357"/>
                  </a:lnTo>
                  <a:cubicBezTo>
                    <a:pt x="9774" y="2216"/>
                    <a:pt x="9659" y="2104"/>
                    <a:pt x="9519" y="2104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569" y="3630"/>
                    <a:pt x="4570" y="3630"/>
                    <a:pt x="4571" y="3630"/>
                  </a:cubicBezTo>
                  <a:cubicBezTo>
                    <a:pt x="4694" y="3630"/>
                    <a:pt x="4793" y="3531"/>
                    <a:pt x="4795" y="3408"/>
                  </a:cubicBezTo>
                  <a:lnTo>
                    <a:pt x="4795" y="3404"/>
                  </a:ln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3182"/>
                  </a:moveTo>
                  <a:cubicBezTo>
                    <a:pt x="102" y="3182"/>
                    <a:pt x="0" y="3283"/>
                    <a:pt x="0" y="3408"/>
                  </a:cubicBezTo>
                  <a:cubicBezTo>
                    <a:pt x="0" y="3533"/>
                    <a:pt x="102" y="3635"/>
                    <a:pt x="227" y="3635"/>
                  </a:cubicBezTo>
                  <a:lnTo>
                    <a:pt x="1144" y="3635"/>
                  </a:lnTo>
                  <a:cubicBezTo>
                    <a:pt x="1267" y="3635"/>
                    <a:pt x="1369" y="3533"/>
                    <a:pt x="1369" y="3408"/>
                  </a:cubicBezTo>
                  <a:cubicBezTo>
                    <a:pt x="1369" y="3283"/>
                    <a:pt x="1267" y="3182"/>
                    <a:pt x="1144" y="3182"/>
                  </a:cubicBezTo>
                  <a:close/>
                  <a:moveTo>
                    <a:pt x="2165" y="4226"/>
                  </a:moveTo>
                  <a:cubicBezTo>
                    <a:pt x="2040" y="4226"/>
                    <a:pt x="1939" y="4327"/>
                    <a:pt x="1939" y="4451"/>
                  </a:cubicBezTo>
                  <a:cubicBezTo>
                    <a:pt x="1939" y="4576"/>
                    <a:pt x="2040" y="4677"/>
                    <a:pt x="2165" y="4677"/>
                  </a:cubicBezTo>
                  <a:lnTo>
                    <a:pt x="4568" y="4677"/>
                  </a:lnTo>
                  <a:cubicBezTo>
                    <a:pt x="4694" y="4677"/>
                    <a:pt x="4795" y="4576"/>
                    <a:pt x="4795" y="4451"/>
                  </a:cubicBezTo>
                  <a:cubicBezTo>
                    <a:pt x="4795" y="4327"/>
                    <a:pt x="4696" y="4226"/>
                    <a:pt x="4573" y="4226"/>
                  </a:cubicBezTo>
                  <a:close/>
                  <a:moveTo>
                    <a:pt x="227" y="4229"/>
                  </a:moveTo>
                  <a:cubicBezTo>
                    <a:pt x="102" y="4229"/>
                    <a:pt x="0" y="4330"/>
                    <a:pt x="0" y="4455"/>
                  </a:cubicBezTo>
                  <a:cubicBezTo>
                    <a:pt x="0" y="4580"/>
                    <a:pt x="102" y="4681"/>
                    <a:pt x="227" y="4681"/>
                  </a:cubicBezTo>
                  <a:lnTo>
                    <a:pt x="1144" y="4681"/>
                  </a:lnTo>
                  <a:cubicBezTo>
                    <a:pt x="1269" y="4680"/>
                    <a:pt x="1370" y="4577"/>
                    <a:pt x="1369" y="4452"/>
                  </a:cubicBezTo>
                  <a:lnTo>
                    <a:pt x="1369" y="4452"/>
                  </a:lnTo>
                  <a:lnTo>
                    <a:pt x="1369" y="4455"/>
                  </a:lnTo>
                  <a:cubicBezTo>
                    <a:pt x="1369" y="4330"/>
                    <a:pt x="1267" y="4229"/>
                    <a:pt x="1144" y="4229"/>
                  </a:cubicBezTo>
                  <a:close/>
                  <a:moveTo>
                    <a:pt x="8273" y="5104"/>
                  </a:moveTo>
                  <a:cubicBezTo>
                    <a:pt x="8128" y="5104"/>
                    <a:pt x="8011" y="5222"/>
                    <a:pt x="8011" y="5366"/>
                  </a:cubicBezTo>
                  <a:cubicBezTo>
                    <a:pt x="8011" y="5511"/>
                    <a:pt x="8128" y="5628"/>
                    <a:pt x="8273" y="5628"/>
                  </a:cubicBezTo>
                  <a:cubicBezTo>
                    <a:pt x="8417" y="5628"/>
                    <a:pt x="8535" y="5511"/>
                    <a:pt x="8535" y="5366"/>
                  </a:cubicBezTo>
                  <a:cubicBezTo>
                    <a:pt x="8535" y="5222"/>
                    <a:pt x="8417" y="5104"/>
                    <a:pt x="8273" y="5104"/>
                  </a:cubicBezTo>
                  <a:close/>
                  <a:moveTo>
                    <a:pt x="9842" y="5104"/>
                  </a:moveTo>
                  <a:cubicBezTo>
                    <a:pt x="9698" y="5104"/>
                    <a:pt x="9580" y="5222"/>
                    <a:pt x="9580" y="5366"/>
                  </a:cubicBezTo>
                  <a:cubicBezTo>
                    <a:pt x="9580" y="5511"/>
                    <a:pt x="9698" y="5628"/>
                    <a:pt x="9842" y="5628"/>
                  </a:cubicBezTo>
                  <a:lnTo>
                    <a:pt x="9845" y="5628"/>
                  </a:lnTo>
                  <a:cubicBezTo>
                    <a:pt x="9988" y="5628"/>
                    <a:pt x="10106" y="5512"/>
                    <a:pt x="10106" y="5368"/>
                  </a:cubicBezTo>
                  <a:lnTo>
                    <a:pt x="10106" y="5366"/>
                  </a:lnTo>
                  <a:cubicBezTo>
                    <a:pt x="10106" y="5222"/>
                    <a:pt x="9988" y="5104"/>
                    <a:pt x="9842" y="5104"/>
                  </a:cubicBezTo>
                  <a:close/>
                  <a:moveTo>
                    <a:pt x="10628" y="5104"/>
                  </a:moveTo>
                  <a:cubicBezTo>
                    <a:pt x="10482" y="5104"/>
                    <a:pt x="10365" y="5222"/>
                    <a:pt x="10365" y="5366"/>
                  </a:cubicBezTo>
                  <a:cubicBezTo>
                    <a:pt x="10365" y="5511"/>
                    <a:pt x="10482" y="5628"/>
                    <a:pt x="10628" y="5628"/>
                  </a:cubicBezTo>
                  <a:lnTo>
                    <a:pt x="10630" y="5628"/>
                  </a:lnTo>
                  <a:cubicBezTo>
                    <a:pt x="10773" y="5628"/>
                    <a:pt x="10890" y="5512"/>
                    <a:pt x="10890" y="5368"/>
                  </a:cubicBezTo>
                  <a:lnTo>
                    <a:pt x="10890" y="5366"/>
                  </a:lnTo>
                  <a:cubicBezTo>
                    <a:pt x="10890" y="5222"/>
                    <a:pt x="10773" y="5104"/>
                    <a:pt x="10628" y="5104"/>
                  </a:cubicBezTo>
                  <a:close/>
                  <a:moveTo>
                    <a:pt x="11413" y="5104"/>
                  </a:moveTo>
                  <a:cubicBezTo>
                    <a:pt x="11267" y="5104"/>
                    <a:pt x="11151" y="5222"/>
                    <a:pt x="11151" y="5366"/>
                  </a:cubicBezTo>
                  <a:cubicBezTo>
                    <a:pt x="11151" y="5511"/>
                    <a:pt x="11267" y="5628"/>
                    <a:pt x="11413" y="5628"/>
                  </a:cubicBezTo>
                  <a:lnTo>
                    <a:pt x="11415" y="5628"/>
                  </a:lnTo>
                  <a:cubicBezTo>
                    <a:pt x="11559" y="5628"/>
                    <a:pt x="11675" y="5512"/>
                    <a:pt x="11675" y="5368"/>
                  </a:cubicBezTo>
                  <a:lnTo>
                    <a:pt x="11675" y="5366"/>
                  </a:lnTo>
                  <a:cubicBezTo>
                    <a:pt x="11675" y="5222"/>
                    <a:pt x="11557" y="5104"/>
                    <a:pt x="11413" y="5104"/>
                  </a:cubicBezTo>
                  <a:close/>
                  <a:moveTo>
                    <a:pt x="12199" y="5104"/>
                  </a:moveTo>
                  <a:cubicBezTo>
                    <a:pt x="12055" y="5104"/>
                    <a:pt x="11937" y="5222"/>
                    <a:pt x="11937" y="5366"/>
                  </a:cubicBezTo>
                  <a:cubicBezTo>
                    <a:pt x="11937" y="5511"/>
                    <a:pt x="12055" y="5628"/>
                    <a:pt x="12199" y="5628"/>
                  </a:cubicBezTo>
                  <a:cubicBezTo>
                    <a:pt x="12344" y="5628"/>
                    <a:pt x="12461" y="5511"/>
                    <a:pt x="12461" y="5366"/>
                  </a:cubicBezTo>
                  <a:cubicBezTo>
                    <a:pt x="12461" y="5222"/>
                    <a:pt x="12344" y="5104"/>
                    <a:pt x="12199" y="5104"/>
                  </a:cubicBezTo>
                  <a:close/>
                  <a:moveTo>
                    <a:pt x="9058" y="5104"/>
                  </a:moveTo>
                  <a:cubicBezTo>
                    <a:pt x="8913" y="5104"/>
                    <a:pt x="8796" y="5222"/>
                    <a:pt x="8796" y="5366"/>
                  </a:cubicBezTo>
                  <a:cubicBezTo>
                    <a:pt x="8796" y="5511"/>
                    <a:pt x="8913" y="5628"/>
                    <a:pt x="9058" y="5628"/>
                  </a:cubicBezTo>
                  <a:cubicBezTo>
                    <a:pt x="9060" y="5628"/>
                    <a:pt x="9063" y="5628"/>
                    <a:pt x="9066" y="5628"/>
                  </a:cubicBezTo>
                  <a:cubicBezTo>
                    <a:pt x="9208" y="5628"/>
                    <a:pt x="9324" y="5517"/>
                    <a:pt x="9329" y="5375"/>
                  </a:cubicBezTo>
                  <a:lnTo>
                    <a:pt x="9329" y="5366"/>
                  </a:lnTo>
                  <a:lnTo>
                    <a:pt x="9320" y="5366"/>
                  </a:lnTo>
                  <a:cubicBezTo>
                    <a:pt x="9320" y="5222"/>
                    <a:pt x="9203" y="5104"/>
                    <a:pt x="9058" y="5104"/>
                  </a:cubicBezTo>
                  <a:close/>
                  <a:moveTo>
                    <a:pt x="5043" y="5272"/>
                  </a:moveTo>
                  <a:cubicBezTo>
                    <a:pt x="4918" y="5272"/>
                    <a:pt x="4817" y="5374"/>
                    <a:pt x="4817" y="5499"/>
                  </a:cubicBezTo>
                  <a:cubicBezTo>
                    <a:pt x="4817" y="5624"/>
                    <a:pt x="4918" y="5725"/>
                    <a:pt x="5043" y="5725"/>
                  </a:cubicBezTo>
                  <a:lnTo>
                    <a:pt x="7447" y="5725"/>
                  </a:lnTo>
                  <a:cubicBezTo>
                    <a:pt x="7572" y="5725"/>
                    <a:pt x="7673" y="5624"/>
                    <a:pt x="7673" y="5499"/>
                  </a:cubicBezTo>
                  <a:cubicBezTo>
                    <a:pt x="7674" y="5375"/>
                    <a:pt x="7575" y="5274"/>
                    <a:pt x="7451" y="5272"/>
                  </a:cubicBezTo>
                  <a:close/>
                  <a:moveTo>
                    <a:pt x="227" y="5277"/>
                  </a:moveTo>
                  <a:cubicBezTo>
                    <a:pt x="102" y="5277"/>
                    <a:pt x="0" y="5378"/>
                    <a:pt x="0" y="5503"/>
                  </a:cubicBezTo>
                  <a:cubicBezTo>
                    <a:pt x="0" y="5627"/>
                    <a:pt x="102" y="5728"/>
                    <a:pt x="227" y="5728"/>
                  </a:cubicBezTo>
                  <a:lnTo>
                    <a:pt x="1144" y="5728"/>
                  </a:lnTo>
                  <a:cubicBezTo>
                    <a:pt x="1269" y="5728"/>
                    <a:pt x="1370" y="5624"/>
                    <a:pt x="1369" y="5499"/>
                  </a:cubicBezTo>
                  <a:lnTo>
                    <a:pt x="1369" y="5499"/>
                  </a:lnTo>
                  <a:lnTo>
                    <a:pt x="1369" y="5503"/>
                  </a:lnTo>
                  <a:cubicBezTo>
                    <a:pt x="1369" y="5378"/>
                    <a:pt x="1267" y="5277"/>
                    <a:pt x="1144" y="5277"/>
                  </a:cubicBezTo>
                  <a:close/>
                  <a:moveTo>
                    <a:pt x="5022" y="6318"/>
                  </a:moveTo>
                  <a:cubicBezTo>
                    <a:pt x="4907" y="6318"/>
                    <a:pt x="4807" y="6405"/>
                    <a:pt x="4796" y="6522"/>
                  </a:cubicBezTo>
                  <a:cubicBezTo>
                    <a:pt x="4784" y="6647"/>
                    <a:pt x="4875" y="6757"/>
                    <a:pt x="5000" y="6769"/>
                  </a:cubicBezTo>
                  <a:cubicBezTo>
                    <a:pt x="5007" y="6770"/>
                    <a:pt x="5014" y="6770"/>
                    <a:pt x="5021" y="6770"/>
                  </a:cubicBezTo>
                  <a:cubicBezTo>
                    <a:pt x="5029" y="6770"/>
                    <a:pt x="5036" y="6770"/>
                    <a:pt x="5043" y="6769"/>
                  </a:cubicBezTo>
                  <a:lnTo>
                    <a:pt x="7447" y="6769"/>
                  </a:lnTo>
                  <a:cubicBezTo>
                    <a:pt x="7447" y="6769"/>
                    <a:pt x="7448" y="6769"/>
                    <a:pt x="7449" y="6769"/>
                  </a:cubicBezTo>
                  <a:cubicBezTo>
                    <a:pt x="7572" y="6769"/>
                    <a:pt x="7671" y="6670"/>
                    <a:pt x="7673" y="6547"/>
                  </a:cubicBezTo>
                  <a:lnTo>
                    <a:pt x="7673" y="6543"/>
                  </a:lnTo>
                  <a:cubicBezTo>
                    <a:pt x="7673" y="6419"/>
                    <a:pt x="7573" y="6319"/>
                    <a:pt x="7450" y="6319"/>
                  </a:cubicBezTo>
                  <a:lnTo>
                    <a:pt x="5043" y="6319"/>
                  </a:lnTo>
                  <a:cubicBezTo>
                    <a:pt x="5036" y="6318"/>
                    <a:pt x="5029" y="6318"/>
                    <a:pt x="5022" y="6318"/>
                  </a:cubicBezTo>
                  <a:close/>
                  <a:moveTo>
                    <a:pt x="227" y="6324"/>
                  </a:moveTo>
                  <a:cubicBezTo>
                    <a:pt x="102" y="6336"/>
                    <a:pt x="11" y="6446"/>
                    <a:pt x="23" y="6571"/>
                  </a:cubicBezTo>
                  <a:cubicBezTo>
                    <a:pt x="33" y="6678"/>
                    <a:pt x="118" y="6763"/>
                    <a:pt x="227" y="6773"/>
                  </a:cubicBezTo>
                  <a:lnTo>
                    <a:pt x="1144" y="6773"/>
                  </a:lnTo>
                  <a:cubicBezTo>
                    <a:pt x="1267" y="6773"/>
                    <a:pt x="1369" y="6672"/>
                    <a:pt x="1369" y="6547"/>
                  </a:cubicBezTo>
                  <a:cubicBezTo>
                    <a:pt x="1369" y="6423"/>
                    <a:pt x="1267" y="6324"/>
                    <a:pt x="1144" y="6324"/>
                  </a:cubicBezTo>
                  <a:close/>
                  <a:moveTo>
                    <a:pt x="8276" y="7268"/>
                  </a:moveTo>
                  <a:cubicBezTo>
                    <a:pt x="8131" y="7268"/>
                    <a:pt x="8012" y="7384"/>
                    <a:pt x="8011" y="7528"/>
                  </a:cubicBezTo>
                  <a:cubicBezTo>
                    <a:pt x="8009" y="7673"/>
                    <a:pt x="8127" y="7792"/>
                    <a:pt x="8271" y="7793"/>
                  </a:cubicBezTo>
                  <a:lnTo>
                    <a:pt x="8273" y="7793"/>
                  </a:lnTo>
                  <a:cubicBezTo>
                    <a:pt x="8417" y="7793"/>
                    <a:pt x="8535" y="7677"/>
                    <a:pt x="8535" y="7533"/>
                  </a:cubicBezTo>
                  <a:lnTo>
                    <a:pt x="8536" y="7533"/>
                  </a:lnTo>
                  <a:cubicBezTo>
                    <a:pt x="8536" y="7388"/>
                    <a:pt x="8420" y="7269"/>
                    <a:pt x="8276" y="7268"/>
                  </a:cubicBezTo>
                  <a:close/>
                  <a:moveTo>
                    <a:pt x="9069" y="7268"/>
                  </a:moveTo>
                  <a:cubicBezTo>
                    <a:pt x="8924" y="7268"/>
                    <a:pt x="8806" y="7384"/>
                    <a:pt x="8804" y="7528"/>
                  </a:cubicBezTo>
                  <a:cubicBezTo>
                    <a:pt x="8803" y="7673"/>
                    <a:pt x="8919" y="7792"/>
                    <a:pt x="9065" y="7793"/>
                  </a:cubicBezTo>
                  <a:lnTo>
                    <a:pt x="9067" y="7793"/>
                  </a:lnTo>
                  <a:cubicBezTo>
                    <a:pt x="9211" y="7793"/>
                    <a:pt x="9327" y="7677"/>
                    <a:pt x="9329" y="7533"/>
                  </a:cubicBezTo>
                  <a:cubicBezTo>
                    <a:pt x="9330" y="7388"/>
                    <a:pt x="9214" y="7269"/>
                    <a:pt x="9069" y="7268"/>
                  </a:cubicBezTo>
                  <a:close/>
                  <a:moveTo>
                    <a:pt x="9854" y="7268"/>
                  </a:moveTo>
                  <a:cubicBezTo>
                    <a:pt x="9708" y="7268"/>
                    <a:pt x="9591" y="7384"/>
                    <a:pt x="9589" y="7528"/>
                  </a:cubicBezTo>
                  <a:cubicBezTo>
                    <a:pt x="9588" y="7673"/>
                    <a:pt x="9705" y="7792"/>
                    <a:pt x="9850" y="7793"/>
                  </a:cubicBezTo>
                  <a:lnTo>
                    <a:pt x="9854" y="7793"/>
                  </a:lnTo>
                  <a:cubicBezTo>
                    <a:pt x="9994" y="7787"/>
                    <a:pt x="10104" y="7673"/>
                    <a:pt x="10106" y="7533"/>
                  </a:cubicBezTo>
                  <a:lnTo>
                    <a:pt x="10113" y="7533"/>
                  </a:lnTo>
                  <a:cubicBezTo>
                    <a:pt x="10115" y="7388"/>
                    <a:pt x="9999" y="7269"/>
                    <a:pt x="9854" y="7268"/>
                  </a:cubicBezTo>
                  <a:close/>
                  <a:moveTo>
                    <a:pt x="10639" y="7268"/>
                  </a:moveTo>
                  <a:cubicBezTo>
                    <a:pt x="10494" y="7268"/>
                    <a:pt x="10375" y="7384"/>
                    <a:pt x="10374" y="7528"/>
                  </a:cubicBezTo>
                  <a:cubicBezTo>
                    <a:pt x="10372" y="7673"/>
                    <a:pt x="10490" y="7792"/>
                    <a:pt x="10634" y="7793"/>
                  </a:cubicBezTo>
                  <a:lnTo>
                    <a:pt x="10639" y="7793"/>
                  </a:lnTo>
                  <a:cubicBezTo>
                    <a:pt x="10779" y="7787"/>
                    <a:pt x="10889" y="7673"/>
                    <a:pt x="10890" y="7533"/>
                  </a:cubicBezTo>
                  <a:lnTo>
                    <a:pt x="10899" y="7533"/>
                  </a:lnTo>
                  <a:cubicBezTo>
                    <a:pt x="10899" y="7388"/>
                    <a:pt x="10783" y="7269"/>
                    <a:pt x="10639" y="7268"/>
                  </a:cubicBezTo>
                  <a:close/>
                  <a:moveTo>
                    <a:pt x="11423" y="7268"/>
                  </a:moveTo>
                  <a:cubicBezTo>
                    <a:pt x="11279" y="7268"/>
                    <a:pt x="11160" y="7384"/>
                    <a:pt x="11158" y="7528"/>
                  </a:cubicBezTo>
                  <a:cubicBezTo>
                    <a:pt x="11158" y="7673"/>
                    <a:pt x="11275" y="7792"/>
                    <a:pt x="11419" y="7793"/>
                  </a:cubicBezTo>
                  <a:lnTo>
                    <a:pt x="11423" y="7793"/>
                  </a:lnTo>
                  <a:cubicBezTo>
                    <a:pt x="11563" y="7787"/>
                    <a:pt x="11674" y="7673"/>
                    <a:pt x="11675" y="7533"/>
                  </a:cubicBezTo>
                  <a:lnTo>
                    <a:pt x="11684" y="7533"/>
                  </a:lnTo>
                  <a:cubicBezTo>
                    <a:pt x="11684" y="7388"/>
                    <a:pt x="11568" y="7269"/>
                    <a:pt x="11423" y="7268"/>
                  </a:cubicBezTo>
                  <a:close/>
                  <a:moveTo>
                    <a:pt x="12210" y="7268"/>
                  </a:moveTo>
                  <a:cubicBezTo>
                    <a:pt x="12065" y="7268"/>
                    <a:pt x="11948" y="7384"/>
                    <a:pt x="11946" y="7528"/>
                  </a:cubicBezTo>
                  <a:cubicBezTo>
                    <a:pt x="11945" y="7673"/>
                    <a:pt x="12061" y="7792"/>
                    <a:pt x="12207" y="7793"/>
                  </a:cubicBezTo>
                  <a:lnTo>
                    <a:pt x="12208" y="7793"/>
                  </a:lnTo>
                  <a:cubicBezTo>
                    <a:pt x="12348" y="7789"/>
                    <a:pt x="12461" y="7673"/>
                    <a:pt x="12461" y="7533"/>
                  </a:cubicBezTo>
                  <a:lnTo>
                    <a:pt x="12470" y="7533"/>
                  </a:lnTo>
                  <a:cubicBezTo>
                    <a:pt x="12472" y="7388"/>
                    <a:pt x="12356" y="7269"/>
                    <a:pt x="12210" y="7268"/>
                  </a:cubicBezTo>
                  <a:close/>
                  <a:moveTo>
                    <a:pt x="5043" y="7364"/>
                  </a:moveTo>
                  <a:cubicBezTo>
                    <a:pt x="4918" y="7364"/>
                    <a:pt x="4819" y="7466"/>
                    <a:pt x="4819" y="7591"/>
                  </a:cubicBezTo>
                  <a:cubicBezTo>
                    <a:pt x="4819" y="7716"/>
                    <a:pt x="4920" y="7816"/>
                    <a:pt x="5043" y="7816"/>
                  </a:cubicBezTo>
                  <a:lnTo>
                    <a:pt x="7447" y="7816"/>
                  </a:lnTo>
                  <a:cubicBezTo>
                    <a:pt x="7447" y="7816"/>
                    <a:pt x="7448" y="7816"/>
                    <a:pt x="7449" y="7816"/>
                  </a:cubicBezTo>
                  <a:cubicBezTo>
                    <a:pt x="7572" y="7816"/>
                    <a:pt x="7671" y="7718"/>
                    <a:pt x="7673" y="7594"/>
                  </a:cubicBezTo>
                  <a:lnTo>
                    <a:pt x="7673" y="7591"/>
                  </a:lnTo>
                  <a:cubicBezTo>
                    <a:pt x="7673" y="7466"/>
                    <a:pt x="7572" y="7364"/>
                    <a:pt x="7447" y="7364"/>
                  </a:cubicBezTo>
                  <a:close/>
                  <a:moveTo>
                    <a:pt x="227" y="7369"/>
                  </a:moveTo>
                  <a:cubicBezTo>
                    <a:pt x="102" y="7369"/>
                    <a:pt x="0" y="7470"/>
                    <a:pt x="0" y="7595"/>
                  </a:cubicBezTo>
                  <a:cubicBezTo>
                    <a:pt x="0" y="7719"/>
                    <a:pt x="102" y="7820"/>
                    <a:pt x="227" y="7820"/>
                  </a:cubicBezTo>
                  <a:lnTo>
                    <a:pt x="1144" y="7820"/>
                  </a:lnTo>
                  <a:cubicBezTo>
                    <a:pt x="1267" y="7820"/>
                    <a:pt x="1369" y="7719"/>
                    <a:pt x="1369" y="7595"/>
                  </a:cubicBezTo>
                  <a:cubicBezTo>
                    <a:pt x="1369" y="7470"/>
                    <a:pt x="1267" y="7370"/>
                    <a:pt x="1144" y="7369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0">
              <a:extLst>
                <a:ext uri="{FF2B5EF4-FFF2-40B4-BE49-F238E27FC236}">
                  <a16:creationId xmlns:a16="http://schemas.microsoft.com/office/drawing/2014/main" id="{FD1D049F-967B-FBA4-1EBA-668E7A2A82FD}"/>
                </a:ext>
              </a:extLst>
            </p:cNvPr>
            <p:cNvSpPr/>
            <p:nvPr/>
          </p:nvSpPr>
          <p:spPr>
            <a:xfrm>
              <a:off x="4179400" y="3619975"/>
              <a:ext cx="311575" cy="195375"/>
            </a:xfrm>
            <a:custGeom>
              <a:avLst/>
              <a:gdLst/>
              <a:ahLst/>
              <a:cxnLst/>
              <a:rect l="l" t="t" r="r" b="b"/>
              <a:pathLst>
                <a:path w="12463" h="7815" extrusionOk="0">
                  <a:moveTo>
                    <a:pt x="227" y="38"/>
                  </a:moveTo>
                  <a:cubicBezTo>
                    <a:pt x="102" y="38"/>
                    <a:pt x="0" y="137"/>
                    <a:pt x="0" y="262"/>
                  </a:cubicBezTo>
                  <a:cubicBezTo>
                    <a:pt x="0" y="388"/>
                    <a:pt x="102" y="489"/>
                    <a:pt x="227" y="489"/>
                  </a:cubicBezTo>
                  <a:lnTo>
                    <a:pt x="1144" y="489"/>
                  </a:lnTo>
                  <a:cubicBezTo>
                    <a:pt x="1267" y="489"/>
                    <a:pt x="1369" y="388"/>
                    <a:pt x="1369" y="264"/>
                  </a:cubicBezTo>
                  <a:cubicBezTo>
                    <a:pt x="1369" y="139"/>
                    <a:pt x="1267" y="38"/>
                    <a:pt x="1144" y="38"/>
                  </a:cubicBezTo>
                  <a:close/>
                  <a:moveTo>
                    <a:pt x="2165" y="36"/>
                  </a:moveTo>
                  <a:cubicBezTo>
                    <a:pt x="2040" y="36"/>
                    <a:pt x="1939" y="137"/>
                    <a:pt x="1939" y="262"/>
                  </a:cubicBezTo>
                  <a:cubicBezTo>
                    <a:pt x="1938" y="388"/>
                    <a:pt x="2039" y="489"/>
                    <a:pt x="2164" y="489"/>
                  </a:cubicBezTo>
                  <a:lnTo>
                    <a:pt x="4568" y="489"/>
                  </a:lnTo>
                  <a:cubicBezTo>
                    <a:pt x="4694" y="489"/>
                    <a:pt x="4795" y="388"/>
                    <a:pt x="4795" y="262"/>
                  </a:cubicBezTo>
                  <a:cubicBezTo>
                    <a:pt x="4795" y="139"/>
                    <a:pt x="4696" y="38"/>
                    <a:pt x="4573" y="36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8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7"/>
                    <a:pt x="5852" y="262"/>
                  </a:cubicBez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8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5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8"/>
                    <a:pt x="7016" y="524"/>
                    <a:pt x="7162" y="524"/>
                  </a:cubicBezTo>
                  <a:cubicBezTo>
                    <a:pt x="7307" y="524"/>
                    <a:pt x="7424" y="408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8"/>
                    <a:pt x="7801" y="524"/>
                    <a:pt x="7947" y="524"/>
                  </a:cubicBezTo>
                  <a:cubicBezTo>
                    <a:pt x="8091" y="524"/>
                    <a:pt x="8209" y="408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8"/>
                    <a:pt x="8587" y="524"/>
                    <a:pt x="8731" y="524"/>
                  </a:cubicBezTo>
                  <a:cubicBezTo>
                    <a:pt x="8876" y="524"/>
                    <a:pt x="8994" y="408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8"/>
                    <a:pt x="9372" y="524"/>
                    <a:pt x="9516" y="524"/>
                  </a:cubicBezTo>
                  <a:cubicBezTo>
                    <a:pt x="9661" y="524"/>
                    <a:pt x="9778" y="408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6"/>
                  </a:moveTo>
                  <a:cubicBezTo>
                    <a:pt x="102" y="1086"/>
                    <a:pt x="0" y="1187"/>
                    <a:pt x="0" y="1312"/>
                  </a:cubicBezTo>
                  <a:cubicBezTo>
                    <a:pt x="0" y="1437"/>
                    <a:pt x="102" y="1538"/>
                    <a:pt x="227" y="1538"/>
                  </a:cubicBezTo>
                  <a:lnTo>
                    <a:pt x="1144" y="1538"/>
                  </a:lnTo>
                  <a:cubicBezTo>
                    <a:pt x="1269" y="1537"/>
                    <a:pt x="1369" y="1436"/>
                    <a:pt x="1369" y="1311"/>
                  </a:cubicBezTo>
                  <a:cubicBezTo>
                    <a:pt x="1369" y="1186"/>
                    <a:pt x="1267" y="1086"/>
                    <a:pt x="1144" y="1086"/>
                  </a:cubicBezTo>
                  <a:close/>
                  <a:moveTo>
                    <a:pt x="2165" y="1086"/>
                  </a:moveTo>
                  <a:cubicBezTo>
                    <a:pt x="2040" y="1086"/>
                    <a:pt x="1939" y="1187"/>
                    <a:pt x="1939" y="1312"/>
                  </a:cubicBezTo>
                  <a:cubicBezTo>
                    <a:pt x="1939" y="1437"/>
                    <a:pt x="2040" y="1538"/>
                    <a:pt x="2165" y="1538"/>
                  </a:cubicBezTo>
                  <a:lnTo>
                    <a:pt x="4568" y="1538"/>
                  </a:lnTo>
                  <a:cubicBezTo>
                    <a:pt x="4694" y="1538"/>
                    <a:pt x="4795" y="1437"/>
                    <a:pt x="4795" y="1312"/>
                  </a:cubicBezTo>
                  <a:lnTo>
                    <a:pt x="4795" y="1311"/>
                  </a:lnTo>
                  <a:cubicBezTo>
                    <a:pt x="4795" y="1187"/>
                    <a:pt x="4694" y="1086"/>
                    <a:pt x="4570" y="1086"/>
                  </a:cubicBezTo>
                  <a:close/>
                  <a:moveTo>
                    <a:pt x="227" y="2128"/>
                  </a:moveTo>
                  <a:cubicBezTo>
                    <a:pt x="102" y="2130"/>
                    <a:pt x="0" y="2231"/>
                    <a:pt x="0" y="2356"/>
                  </a:cubicBezTo>
                  <a:cubicBezTo>
                    <a:pt x="0" y="2479"/>
                    <a:pt x="102" y="2581"/>
                    <a:pt x="227" y="2581"/>
                  </a:cubicBezTo>
                  <a:lnTo>
                    <a:pt x="1144" y="2581"/>
                  </a:lnTo>
                  <a:cubicBezTo>
                    <a:pt x="1265" y="2581"/>
                    <a:pt x="1364" y="2485"/>
                    <a:pt x="1369" y="2365"/>
                  </a:cubicBezTo>
                  <a:lnTo>
                    <a:pt x="1369" y="2354"/>
                  </a:lnTo>
                  <a:cubicBezTo>
                    <a:pt x="1369" y="2231"/>
                    <a:pt x="1267" y="2130"/>
                    <a:pt x="1144" y="2128"/>
                  </a:cubicBezTo>
                  <a:close/>
                  <a:moveTo>
                    <a:pt x="2165" y="2128"/>
                  </a:moveTo>
                  <a:cubicBezTo>
                    <a:pt x="2040" y="2130"/>
                    <a:pt x="1939" y="2231"/>
                    <a:pt x="1939" y="2356"/>
                  </a:cubicBezTo>
                  <a:cubicBezTo>
                    <a:pt x="1939" y="2479"/>
                    <a:pt x="2040" y="2581"/>
                    <a:pt x="2165" y="2581"/>
                  </a:cubicBezTo>
                  <a:lnTo>
                    <a:pt x="4568" y="2581"/>
                  </a:lnTo>
                  <a:cubicBezTo>
                    <a:pt x="4569" y="2581"/>
                    <a:pt x="4570" y="2581"/>
                    <a:pt x="4571" y="2581"/>
                  </a:cubicBezTo>
                  <a:cubicBezTo>
                    <a:pt x="4691" y="2581"/>
                    <a:pt x="4790" y="2486"/>
                    <a:pt x="4795" y="2365"/>
                  </a:cubicBezTo>
                  <a:lnTo>
                    <a:pt x="4795" y="2354"/>
                  </a:lnTo>
                  <a:cubicBezTo>
                    <a:pt x="4795" y="2229"/>
                    <a:pt x="4694" y="2128"/>
                    <a:pt x="4568" y="2128"/>
                  </a:cubicBezTo>
                  <a:close/>
                  <a:moveTo>
                    <a:pt x="5590" y="2103"/>
                  </a:moveTo>
                  <a:cubicBezTo>
                    <a:pt x="5445" y="2103"/>
                    <a:pt x="5328" y="2220"/>
                    <a:pt x="5328" y="2366"/>
                  </a:cubicBezTo>
                  <a:cubicBezTo>
                    <a:pt x="5328" y="2511"/>
                    <a:pt x="5445" y="2628"/>
                    <a:pt x="5590" y="2628"/>
                  </a:cubicBezTo>
                  <a:lnTo>
                    <a:pt x="5593" y="2628"/>
                  </a:lnTo>
                  <a:cubicBezTo>
                    <a:pt x="5736" y="2628"/>
                    <a:pt x="5852" y="2511"/>
                    <a:pt x="5852" y="2368"/>
                  </a:cubicBezTo>
                  <a:lnTo>
                    <a:pt x="5852" y="2366"/>
                  </a:lnTo>
                  <a:cubicBezTo>
                    <a:pt x="5852" y="2220"/>
                    <a:pt x="5734" y="2103"/>
                    <a:pt x="5590" y="2103"/>
                  </a:cubicBezTo>
                  <a:close/>
                  <a:moveTo>
                    <a:pt x="6375" y="2103"/>
                  </a:moveTo>
                  <a:cubicBezTo>
                    <a:pt x="6230" y="2103"/>
                    <a:pt x="6112" y="2220"/>
                    <a:pt x="6112" y="2366"/>
                  </a:cubicBezTo>
                  <a:cubicBezTo>
                    <a:pt x="6112" y="2511"/>
                    <a:pt x="6230" y="2628"/>
                    <a:pt x="6375" y="2628"/>
                  </a:cubicBezTo>
                  <a:lnTo>
                    <a:pt x="6377" y="2628"/>
                  </a:lnTo>
                  <a:cubicBezTo>
                    <a:pt x="6520" y="2628"/>
                    <a:pt x="6637" y="2511"/>
                    <a:pt x="6637" y="2368"/>
                  </a:cubicBezTo>
                  <a:lnTo>
                    <a:pt x="6637" y="2366"/>
                  </a:lnTo>
                  <a:cubicBezTo>
                    <a:pt x="6637" y="2220"/>
                    <a:pt x="6520" y="2103"/>
                    <a:pt x="6375" y="2103"/>
                  </a:cubicBezTo>
                  <a:close/>
                  <a:moveTo>
                    <a:pt x="7162" y="2103"/>
                  </a:moveTo>
                  <a:cubicBezTo>
                    <a:pt x="7018" y="2103"/>
                    <a:pt x="6900" y="2220"/>
                    <a:pt x="6900" y="2366"/>
                  </a:cubicBezTo>
                  <a:cubicBezTo>
                    <a:pt x="6900" y="2511"/>
                    <a:pt x="7018" y="2628"/>
                    <a:pt x="7162" y="2628"/>
                  </a:cubicBezTo>
                  <a:cubicBezTo>
                    <a:pt x="7307" y="2628"/>
                    <a:pt x="7424" y="2511"/>
                    <a:pt x="7424" y="2366"/>
                  </a:cubicBezTo>
                  <a:cubicBezTo>
                    <a:pt x="7424" y="2220"/>
                    <a:pt x="7307" y="2103"/>
                    <a:pt x="7162" y="2103"/>
                  </a:cubicBezTo>
                  <a:close/>
                  <a:moveTo>
                    <a:pt x="7947" y="2103"/>
                  </a:moveTo>
                  <a:cubicBezTo>
                    <a:pt x="7802" y="2103"/>
                    <a:pt x="7685" y="2220"/>
                    <a:pt x="7685" y="2366"/>
                  </a:cubicBezTo>
                  <a:cubicBezTo>
                    <a:pt x="7685" y="2511"/>
                    <a:pt x="7802" y="2628"/>
                    <a:pt x="7947" y="2628"/>
                  </a:cubicBezTo>
                  <a:cubicBezTo>
                    <a:pt x="8091" y="2628"/>
                    <a:pt x="8209" y="2511"/>
                    <a:pt x="8209" y="2366"/>
                  </a:cubicBezTo>
                  <a:cubicBezTo>
                    <a:pt x="8209" y="2220"/>
                    <a:pt x="8091" y="2103"/>
                    <a:pt x="7947" y="2103"/>
                  </a:cubicBezTo>
                  <a:close/>
                  <a:moveTo>
                    <a:pt x="8731" y="2103"/>
                  </a:moveTo>
                  <a:cubicBezTo>
                    <a:pt x="8587" y="2103"/>
                    <a:pt x="8469" y="2220"/>
                    <a:pt x="8469" y="2366"/>
                  </a:cubicBezTo>
                  <a:cubicBezTo>
                    <a:pt x="8469" y="2511"/>
                    <a:pt x="8587" y="2628"/>
                    <a:pt x="8731" y="2628"/>
                  </a:cubicBezTo>
                  <a:cubicBezTo>
                    <a:pt x="8876" y="2628"/>
                    <a:pt x="8994" y="2511"/>
                    <a:pt x="8994" y="2366"/>
                  </a:cubicBezTo>
                  <a:cubicBezTo>
                    <a:pt x="8994" y="2220"/>
                    <a:pt x="8876" y="2103"/>
                    <a:pt x="8731" y="2103"/>
                  </a:cubicBezTo>
                  <a:close/>
                  <a:moveTo>
                    <a:pt x="9516" y="2103"/>
                  </a:moveTo>
                  <a:cubicBezTo>
                    <a:pt x="9372" y="2103"/>
                    <a:pt x="9254" y="2220"/>
                    <a:pt x="9254" y="2366"/>
                  </a:cubicBezTo>
                  <a:cubicBezTo>
                    <a:pt x="9254" y="2511"/>
                    <a:pt x="9372" y="2628"/>
                    <a:pt x="9516" y="2628"/>
                  </a:cubicBezTo>
                  <a:cubicBezTo>
                    <a:pt x="9661" y="2628"/>
                    <a:pt x="9778" y="2511"/>
                    <a:pt x="9778" y="2366"/>
                  </a:cubicBezTo>
                  <a:cubicBezTo>
                    <a:pt x="9778" y="2220"/>
                    <a:pt x="9661" y="2103"/>
                    <a:pt x="9516" y="2103"/>
                  </a:cubicBezTo>
                  <a:close/>
                  <a:moveTo>
                    <a:pt x="227" y="3176"/>
                  </a:moveTo>
                  <a:cubicBezTo>
                    <a:pt x="102" y="3176"/>
                    <a:pt x="0" y="3278"/>
                    <a:pt x="0" y="3403"/>
                  </a:cubicBezTo>
                  <a:cubicBezTo>
                    <a:pt x="0" y="3526"/>
                    <a:pt x="102" y="3627"/>
                    <a:pt x="227" y="3627"/>
                  </a:cubicBezTo>
                  <a:lnTo>
                    <a:pt x="1144" y="3627"/>
                  </a:lnTo>
                  <a:cubicBezTo>
                    <a:pt x="1267" y="3627"/>
                    <a:pt x="1368" y="3527"/>
                    <a:pt x="1369" y="3402"/>
                  </a:cubicBezTo>
                  <a:lnTo>
                    <a:pt x="1369" y="3402"/>
                  </a:lnTo>
                  <a:cubicBezTo>
                    <a:pt x="1369" y="3402"/>
                    <a:pt x="1369" y="3402"/>
                    <a:pt x="1369" y="3403"/>
                  </a:cubicBezTo>
                  <a:lnTo>
                    <a:pt x="1369" y="3401"/>
                  </a:lnTo>
                  <a:cubicBezTo>
                    <a:pt x="1369" y="3401"/>
                    <a:pt x="1369" y="3402"/>
                    <a:pt x="1369" y="3402"/>
                  </a:cubicBezTo>
                  <a:lnTo>
                    <a:pt x="1369" y="3402"/>
                  </a:lnTo>
                  <a:cubicBezTo>
                    <a:pt x="1368" y="3277"/>
                    <a:pt x="1267" y="3178"/>
                    <a:pt x="1144" y="3176"/>
                  </a:cubicBezTo>
                  <a:close/>
                  <a:moveTo>
                    <a:pt x="2165" y="3176"/>
                  </a:moveTo>
                  <a:cubicBezTo>
                    <a:pt x="2040" y="3176"/>
                    <a:pt x="1939" y="3276"/>
                    <a:pt x="1939" y="3401"/>
                  </a:cubicBezTo>
                  <a:cubicBezTo>
                    <a:pt x="1938" y="3526"/>
                    <a:pt x="2039" y="3627"/>
                    <a:pt x="2164" y="3627"/>
                  </a:cubicBezTo>
                  <a:lnTo>
                    <a:pt x="4568" y="3627"/>
                  </a:lnTo>
                  <a:cubicBezTo>
                    <a:pt x="4569" y="3627"/>
                    <a:pt x="4570" y="3627"/>
                    <a:pt x="4571" y="3627"/>
                  </a:cubicBezTo>
                  <a:cubicBezTo>
                    <a:pt x="4694" y="3627"/>
                    <a:pt x="4793" y="3528"/>
                    <a:pt x="4795" y="3406"/>
                  </a:cubicBezTo>
                  <a:lnTo>
                    <a:pt x="4795" y="3403"/>
                  </a:lnTo>
                  <a:cubicBezTo>
                    <a:pt x="4795" y="3278"/>
                    <a:pt x="4694" y="3176"/>
                    <a:pt x="4568" y="3176"/>
                  </a:cubicBezTo>
                  <a:close/>
                  <a:moveTo>
                    <a:pt x="227" y="4223"/>
                  </a:moveTo>
                  <a:cubicBezTo>
                    <a:pt x="102" y="4223"/>
                    <a:pt x="0" y="4324"/>
                    <a:pt x="0" y="4449"/>
                  </a:cubicBezTo>
                  <a:cubicBezTo>
                    <a:pt x="0" y="4574"/>
                    <a:pt x="102" y="4674"/>
                    <a:pt x="227" y="4676"/>
                  </a:cubicBezTo>
                  <a:lnTo>
                    <a:pt x="1144" y="4676"/>
                  </a:lnTo>
                  <a:cubicBezTo>
                    <a:pt x="1267" y="4674"/>
                    <a:pt x="1369" y="4573"/>
                    <a:pt x="1369" y="4449"/>
                  </a:cubicBezTo>
                  <a:cubicBezTo>
                    <a:pt x="1369" y="4324"/>
                    <a:pt x="1267" y="4223"/>
                    <a:pt x="1144" y="4223"/>
                  </a:cubicBezTo>
                  <a:close/>
                  <a:moveTo>
                    <a:pt x="2165" y="4223"/>
                  </a:moveTo>
                  <a:cubicBezTo>
                    <a:pt x="2040" y="4223"/>
                    <a:pt x="1939" y="4324"/>
                    <a:pt x="1939" y="4449"/>
                  </a:cubicBezTo>
                  <a:cubicBezTo>
                    <a:pt x="1939" y="4574"/>
                    <a:pt x="2040" y="4674"/>
                    <a:pt x="2165" y="4676"/>
                  </a:cubicBezTo>
                  <a:lnTo>
                    <a:pt x="4568" y="4676"/>
                  </a:lnTo>
                  <a:cubicBezTo>
                    <a:pt x="4694" y="4676"/>
                    <a:pt x="4795" y="4574"/>
                    <a:pt x="4795" y="4449"/>
                  </a:cubicBezTo>
                  <a:cubicBezTo>
                    <a:pt x="4795" y="4326"/>
                    <a:pt x="4696" y="4225"/>
                    <a:pt x="4573" y="4223"/>
                  </a:cubicBezTo>
                  <a:close/>
                  <a:moveTo>
                    <a:pt x="8273" y="5112"/>
                  </a:moveTo>
                  <a:cubicBezTo>
                    <a:pt x="8128" y="5112"/>
                    <a:pt x="8011" y="5230"/>
                    <a:pt x="8011" y="5374"/>
                  </a:cubicBezTo>
                  <a:cubicBezTo>
                    <a:pt x="8011" y="5520"/>
                    <a:pt x="8128" y="5638"/>
                    <a:pt x="8273" y="5638"/>
                  </a:cubicBezTo>
                  <a:cubicBezTo>
                    <a:pt x="8417" y="5638"/>
                    <a:pt x="8535" y="5520"/>
                    <a:pt x="8536" y="5375"/>
                  </a:cubicBezTo>
                  <a:cubicBezTo>
                    <a:pt x="8536" y="5371"/>
                    <a:pt x="8536" y="5368"/>
                    <a:pt x="8535" y="5364"/>
                  </a:cubicBezTo>
                  <a:lnTo>
                    <a:pt x="8535" y="5374"/>
                  </a:lnTo>
                  <a:cubicBezTo>
                    <a:pt x="8535" y="5230"/>
                    <a:pt x="8417" y="5112"/>
                    <a:pt x="8273" y="5112"/>
                  </a:cubicBezTo>
                  <a:close/>
                  <a:moveTo>
                    <a:pt x="9842" y="5112"/>
                  </a:moveTo>
                  <a:cubicBezTo>
                    <a:pt x="9698" y="5112"/>
                    <a:pt x="9580" y="5230"/>
                    <a:pt x="9580" y="5374"/>
                  </a:cubicBezTo>
                  <a:cubicBezTo>
                    <a:pt x="9580" y="5520"/>
                    <a:pt x="9698" y="5638"/>
                    <a:pt x="9842" y="5638"/>
                  </a:cubicBezTo>
                  <a:lnTo>
                    <a:pt x="9845" y="5638"/>
                  </a:lnTo>
                  <a:cubicBezTo>
                    <a:pt x="9988" y="5638"/>
                    <a:pt x="10106" y="5521"/>
                    <a:pt x="10106" y="5377"/>
                  </a:cubicBezTo>
                  <a:cubicBezTo>
                    <a:pt x="10106" y="5376"/>
                    <a:pt x="10106" y="5375"/>
                    <a:pt x="10106" y="5374"/>
                  </a:cubicBezTo>
                  <a:cubicBezTo>
                    <a:pt x="10106" y="5230"/>
                    <a:pt x="9988" y="5112"/>
                    <a:pt x="9842" y="5112"/>
                  </a:cubicBezTo>
                  <a:close/>
                  <a:moveTo>
                    <a:pt x="10628" y="5112"/>
                  </a:moveTo>
                  <a:cubicBezTo>
                    <a:pt x="10482" y="5112"/>
                    <a:pt x="10365" y="5230"/>
                    <a:pt x="10365" y="5374"/>
                  </a:cubicBezTo>
                  <a:cubicBezTo>
                    <a:pt x="10365" y="5520"/>
                    <a:pt x="10482" y="5638"/>
                    <a:pt x="10628" y="5638"/>
                  </a:cubicBezTo>
                  <a:lnTo>
                    <a:pt x="10630" y="5638"/>
                  </a:lnTo>
                  <a:cubicBezTo>
                    <a:pt x="10773" y="5638"/>
                    <a:pt x="10890" y="5521"/>
                    <a:pt x="10890" y="5377"/>
                  </a:cubicBezTo>
                  <a:cubicBezTo>
                    <a:pt x="10890" y="5376"/>
                    <a:pt x="10890" y="5375"/>
                    <a:pt x="10890" y="5374"/>
                  </a:cubicBezTo>
                  <a:cubicBezTo>
                    <a:pt x="10890" y="5230"/>
                    <a:pt x="10773" y="5112"/>
                    <a:pt x="10628" y="5112"/>
                  </a:cubicBezTo>
                  <a:close/>
                  <a:moveTo>
                    <a:pt x="11413" y="5112"/>
                  </a:moveTo>
                  <a:cubicBezTo>
                    <a:pt x="11267" y="5112"/>
                    <a:pt x="11151" y="5230"/>
                    <a:pt x="11151" y="5374"/>
                  </a:cubicBezTo>
                  <a:cubicBezTo>
                    <a:pt x="11151" y="5520"/>
                    <a:pt x="11267" y="5638"/>
                    <a:pt x="11413" y="5638"/>
                  </a:cubicBezTo>
                  <a:lnTo>
                    <a:pt x="11415" y="5638"/>
                  </a:lnTo>
                  <a:cubicBezTo>
                    <a:pt x="11559" y="5638"/>
                    <a:pt x="11675" y="5521"/>
                    <a:pt x="11675" y="5377"/>
                  </a:cubicBezTo>
                  <a:cubicBezTo>
                    <a:pt x="11675" y="5376"/>
                    <a:pt x="11675" y="5375"/>
                    <a:pt x="11675" y="5374"/>
                  </a:cubicBezTo>
                  <a:cubicBezTo>
                    <a:pt x="11675" y="5230"/>
                    <a:pt x="11557" y="5112"/>
                    <a:pt x="11413" y="5112"/>
                  </a:cubicBezTo>
                  <a:close/>
                  <a:moveTo>
                    <a:pt x="12199" y="5112"/>
                  </a:moveTo>
                  <a:cubicBezTo>
                    <a:pt x="12055" y="5112"/>
                    <a:pt x="11937" y="5230"/>
                    <a:pt x="11937" y="5374"/>
                  </a:cubicBezTo>
                  <a:cubicBezTo>
                    <a:pt x="11937" y="5520"/>
                    <a:pt x="12055" y="5638"/>
                    <a:pt x="12199" y="5638"/>
                  </a:cubicBezTo>
                  <a:cubicBezTo>
                    <a:pt x="12344" y="5638"/>
                    <a:pt x="12461" y="5520"/>
                    <a:pt x="12463" y="5375"/>
                  </a:cubicBezTo>
                  <a:cubicBezTo>
                    <a:pt x="12463" y="5371"/>
                    <a:pt x="12463" y="5368"/>
                    <a:pt x="12461" y="5364"/>
                  </a:cubicBezTo>
                  <a:lnTo>
                    <a:pt x="12461" y="5374"/>
                  </a:lnTo>
                  <a:cubicBezTo>
                    <a:pt x="12461" y="5230"/>
                    <a:pt x="12344" y="5112"/>
                    <a:pt x="12199" y="5112"/>
                  </a:cubicBezTo>
                  <a:close/>
                  <a:moveTo>
                    <a:pt x="9058" y="5112"/>
                  </a:moveTo>
                  <a:cubicBezTo>
                    <a:pt x="8913" y="5112"/>
                    <a:pt x="8796" y="5230"/>
                    <a:pt x="8796" y="5374"/>
                  </a:cubicBezTo>
                  <a:cubicBezTo>
                    <a:pt x="8796" y="5520"/>
                    <a:pt x="8913" y="5638"/>
                    <a:pt x="9058" y="5638"/>
                  </a:cubicBezTo>
                  <a:cubicBezTo>
                    <a:pt x="9060" y="5638"/>
                    <a:pt x="9063" y="5638"/>
                    <a:pt x="9066" y="5638"/>
                  </a:cubicBezTo>
                  <a:cubicBezTo>
                    <a:pt x="9208" y="5638"/>
                    <a:pt x="9324" y="5526"/>
                    <a:pt x="9329" y="5383"/>
                  </a:cubicBezTo>
                  <a:cubicBezTo>
                    <a:pt x="9329" y="5377"/>
                    <a:pt x="9329" y="5371"/>
                    <a:pt x="9329" y="5364"/>
                  </a:cubicBezTo>
                  <a:lnTo>
                    <a:pt x="9321" y="5374"/>
                  </a:lnTo>
                  <a:lnTo>
                    <a:pt x="9320" y="5374"/>
                  </a:lnTo>
                  <a:cubicBezTo>
                    <a:pt x="9320" y="5230"/>
                    <a:pt x="9203" y="5112"/>
                    <a:pt x="9058" y="5112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1"/>
                    <a:pt x="1369" y="5621"/>
                    <a:pt x="1369" y="5496"/>
                  </a:cubicBezTo>
                  <a:cubicBezTo>
                    <a:pt x="1369" y="5371"/>
                    <a:pt x="1267" y="5270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9" y="5371"/>
                    <a:pt x="4819" y="5496"/>
                  </a:cubicBezTo>
                  <a:cubicBezTo>
                    <a:pt x="4819" y="5621"/>
                    <a:pt x="4920" y="5722"/>
                    <a:pt x="5043" y="5722"/>
                  </a:cubicBezTo>
                  <a:lnTo>
                    <a:pt x="7447" y="5722"/>
                  </a:lnTo>
                  <a:cubicBezTo>
                    <a:pt x="7572" y="5722"/>
                    <a:pt x="7673" y="5621"/>
                    <a:pt x="7673" y="5496"/>
                  </a:cubicBezTo>
                  <a:cubicBezTo>
                    <a:pt x="7674" y="5372"/>
                    <a:pt x="7575" y="5271"/>
                    <a:pt x="7451" y="5270"/>
                  </a:cubicBezTo>
                  <a:close/>
                  <a:moveTo>
                    <a:pt x="227" y="6316"/>
                  </a:moveTo>
                  <a:cubicBezTo>
                    <a:pt x="102" y="6330"/>
                    <a:pt x="11" y="6440"/>
                    <a:pt x="23" y="6564"/>
                  </a:cubicBezTo>
                  <a:cubicBezTo>
                    <a:pt x="33" y="6672"/>
                    <a:pt x="118" y="6757"/>
                    <a:pt x="227" y="6768"/>
                  </a:cubicBezTo>
                  <a:lnTo>
                    <a:pt x="1144" y="6768"/>
                  </a:lnTo>
                  <a:cubicBezTo>
                    <a:pt x="1267" y="6768"/>
                    <a:pt x="1369" y="6668"/>
                    <a:pt x="1369" y="6543"/>
                  </a:cubicBezTo>
                  <a:cubicBezTo>
                    <a:pt x="1369" y="6418"/>
                    <a:pt x="1267" y="6316"/>
                    <a:pt x="1144" y="6316"/>
                  </a:cubicBezTo>
                  <a:close/>
                  <a:moveTo>
                    <a:pt x="5022" y="6315"/>
                  </a:moveTo>
                  <a:cubicBezTo>
                    <a:pt x="4907" y="6315"/>
                    <a:pt x="4807" y="6403"/>
                    <a:pt x="4796" y="6520"/>
                  </a:cubicBezTo>
                  <a:cubicBezTo>
                    <a:pt x="4784" y="6644"/>
                    <a:pt x="4875" y="6756"/>
                    <a:pt x="5000" y="6768"/>
                  </a:cubicBezTo>
                  <a:cubicBezTo>
                    <a:pt x="5007" y="6768"/>
                    <a:pt x="5014" y="6769"/>
                    <a:pt x="5021" y="6769"/>
                  </a:cubicBezTo>
                  <a:cubicBezTo>
                    <a:pt x="5029" y="6769"/>
                    <a:pt x="5036" y="6768"/>
                    <a:pt x="5043" y="6768"/>
                  </a:cubicBezTo>
                  <a:lnTo>
                    <a:pt x="7447" y="6768"/>
                  </a:lnTo>
                  <a:cubicBezTo>
                    <a:pt x="7570" y="6768"/>
                    <a:pt x="7671" y="6669"/>
                    <a:pt x="7673" y="6546"/>
                  </a:cubicBezTo>
                  <a:lnTo>
                    <a:pt x="7673" y="6543"/>
                  </a:lnTo>
                  <a:cubicBezTo>
                    <a:pt x="7674" y="6419"/>
                    <a:pt x="7575" y="6318"/>
                    <a:pt x="7451" y="6316"/>
                  </a:cubicBezTo>
                  <a:lnTo>
                    <a:pt x="5043" y="6316"/>
                  </a:lnTo>
                  <a:cubicBezTo>
                    <a:pt x="5036" y="6316"/>
                    <a:pt x="5029" y="6315"/>
                    <a:pt x="5022" y="6315"/>
                  </a:cubicBezTo>
                  <a:close/>
                  <a:moveTo>
                    <a:pt x="8273" y="7260"/>
                  </a:moveTo>
                  <a:cubicBezTo>
                    <a:pt x="8130" y="7260"/>
                    <a:pt x="8012" y="7376"/>
                    <a:pt x="8011" y="7520"/>
                  </a:cubicBezTo>
                  <a:cubicBezTo>
                    <a:pt x="8009" y="7665"/>
                    <a:pt x="8127" y="7783"/>
                    <a:pt x="8271" y="7785"/>
                  </a:cubicBezTo>
                  <a:lnTo>
                    <a:pt x="8273" y="7785"/>
                  </a:lnTo>
                  <a:cubicBezTo>
                    <a:pt x="8417" y="7785"/>
                    <a:pt x="8535" y="7668"/>
                    <a:pt x="8535" y="7524"/>
                  </a:cubicBezTo>
                  <a:lnTo>
                    <a:pt x="8536" y="7524"/>
                  </a:lnTo>
                  <a:cubicBezTo>
                    <a:pt x="8536" y="7380"/>
                    <a:pt x="8420" y="7260"/>
                    <a:pt x="8276" y="7260"/>
                  </a:cubicBezTo>
                  <a:cubicBezTo>
                    <a:pt x="8275" y="7260"/>
                    <a:pt x="8274" y="7260"/>
                    <a:pt x="8273" y="7260"/>
                  </a:cubicBezTo>
                  <a:close/>
                  <a:moveTo>
                    <a:pt x="9842" y="7260"/>
                  </a:moveTo>
                  <a:cubicBezTo>
                    <a:pt x="9699" y="7260"/>
                    <a:pt x="9582" y="7376"/>
                    <a:pt x="9580" y="7520"/>
                  </a:cubicBezTo>
                  <a:cubicBezTo>
                    <a:pt x="9580" y="7665"/>
                    <a:pt x="9696" y="7783"/>
                    <a:pt x="9841" y="7785"/>
                  </a:cubicBezTo>
                  <a:lnTo>
                    <a:pt x="9845" y="7785"/>
                  </a:lnTo>
                  <a:cubicBezTo>
                    <a:pt x="9988" y="7783"/>
                    <a:pt x="10104" y="7667"/>
                    <a:pt x="10106" y="7524"/>
                  </a:cubicBezTo>
                  <a:cubicBezTo>
                    <a:pt x="10107" y="7380"/>
                    <a:pt x="9990" y="7260"/>
                    <a:pt x="9845" y="7260"/>
                  </a:cubicBezTo>
                  <a:cubicBezTo>
                    <a:pt x="9844" y="7260"/>
                    <a:pt x="9843" y="7260"/>
                    <a:pt x="9842" y="7260"/>
                  </a:cubicBezTo>
                  <a:close/>
                  <a:moveTo>
                    <a:pt x="10627" y="7260"/>
                  </a:moveTo>
                  <a:cubicBezTo>
                    <a:pt x="10484" y="7260"/>
                    <a:pt x="10366" y="7376"/>
                    <a:pt x="10366" y="7520"/>
                  </a:cubicBezTo>
                  <a:cubicBezTo>
                    <a:pt x="10365" y="7665"/>
                    <a:pt x="10481" y="7783"/>
                    <a:pt x="10625" y="7785"/>
                  </a:cubicBezTo>
                  <a:lnTo>
                    <a:pt x="10630" y="7785"/>
                  </a:lnTo>
                  <a:cubicBezTo>
                    <a:pt x="10773" y="7783"/>
                    <a:pt x="10889" y="7667"/>
                    <a:pt x="10890" y="7524"/>
                  </a:cubicBezTo>
                  <a:cubicBezTo>
                    <a:pt x="10892" y="7380"/>
                    <a:pt x="10774" y="7260"/>
                    <a:pt x="10630" y="7260"/>
                  </a:cubicBezTo>
                  <a:cubicBezTo>
                    <a:pt x="10629" y="7260"/>
                    <a:pt x="10628" y="7260"/>
                    <a:pt x="10627" y="7260"/>
                  </a:cubicBezTo>
                  <a:close/>
                  <a:moveTo>
                    <a:pt x="11412" y="7260"/>
                  </a:moveTo>
                  <a:cubicBezTo>
                    <a:pt x="11269" y="7260"/>
                    <a:pt x="11152" y="7376"/>
                    <a:pt x="11151" y="7520"/>
                  </a:cubicBezTo>
                  <a:cubicBezTo>
                    <a:pt x="11150" y="7665"/>
                    <a:pt x="11266" y="7783"/>
                    <a:pt x="11410" y="7785"/>
                  </a:cubicBezTo>
                  <a:lnTo>
                    <a:pt x="11415" y="7785"/>
                  </a:lnTo>
                  <a:cubicBezTo>
                    <a:pt x="11557" y="7783"/>
                    <a:pt x="11674" y="7667"/>
                    <a:pt x="11675" y="7524"/>
                  </a:cubicBezTo>
                  <a:cubicBezTo>
                    <a:pt x="11677" y="7380"/>
                    <a:pt x="11560" y="7260"/>
                    <a:pt x="11415" y="7260"/>
                  </a:cubicBezTo>
                  <a:cubicBezTo>
                    <a:pt x="11414" y="7260"/>
                    <a:pt x="11413" y="7260"/>
                    <a:pt x="11412" y="7260"/>
                  </a:cubicBezTo>
                  <a:close/>
                  <a:moveTo>
                    <a:pt x="12199" y="7260"/>
                  </a:moveTo>
                  <a:cubicBezTo>
                    <a:pt x="12056" y="7260"/>
                    <a:pt x="11939" y="7376"/>
                    <a:pt x="11937" y="7520"/>
                  </a:cubicBezTo>
                  <a:cubicBezTo>
                    <a:pt x="11936" y="7665"/>
                    <a:pt x="12053" y="7783"/>
                    <a:pt x="12198" y="7785"/>
                  </a:cubicBezTo>
                  <a:lnTo>
                    <a:pt x="12199" y="7785"/>
                  </a:lnTo>
                  <a:cubicBezTo>
                    <a:pt x="12344" y="7785"/>
                    <a:pt x="12461" y="7668"/>
                    <a:pt x="12461" y="7524"/>
                  </a:cubicBezTo>
                  <a:lnTo>
                    <a:pt x="12463" y="7524"/>
                  </a:lnTo>
                  <a:cubicBezTo>
                    <a:pt x="12463" y="7380"/>
                    <a:pt x="12347" y="7260"/>
                    <a:pt x="12202" y="7260"/>
                  </a:cubicBezTo>
                  <a:cubicBezTo>
                    <a:pt x="12201" y="7260"/>
                    <a:pt x="12200" y="7260"/>
                    <a:pt x="12199" y="7260"/>
                  </a:cubicBezTo>
                  <a:close/>
                  <a:moveTo>
                    <a:pt x="9058" y="7260"/>
                  </a:moveTo>
                  <a:cubicBezTo>
                    <a:pt x="8915" y="7260"/>
                    <a:pt x="8797" y="7376"/>
                    <a:pt x="8796" y="7520"/>
                  </a:cubicBezTo>
                  <a:cubicBezTo>
                    <a:pt x="8796" y="7665"/>
                    <a:pt x="8912" y="7783"/>
                    <a:pt x="9056" y="7785"/>
                  </a:cubicBezTo>
                  <a:lnTo>
                    <a:pt x="9058" y="7785"/>
                  </a:lnTo>
                  <a:cubicBezTo>
                    <a:pt x="9060" y="7785"/>
                    <a:pt x="9063" y="7785"/>
                    <a:pt x="9066" y="7785"/>
                  </a:cubicBezTo>
                  <a:cubicBezTo>
                    <a:pt x="9208" y="7785"/>
                    <a:pt x="9324" y="7673"/>
                    <a:pt x="9329" y="7531"/>
                  </a:cubicBezTo>
                  <a:lnTo>
                    <a:pt x="9329" y="7524"/>
                  </a:lnTo>
                  <a:lnTo>
                    <a:pt x="9321" y="7524"/>
                  </a:lnTo>
                  <a:cubicBezTo>
                    <a:pt x="9321" y="7380"/>
                    <a:pt x="9205" y="7260"/>
                    <a:pt x="9061" y="7260"/>
                  </a:cubicBezTo>
                  <a:cubicBezTo>
                    <a:pt x="9060" y="7260"/>
                    <a:pt x="9059" y="7260"/>
                    <a:pt x="9058" y="7260"/>
                  </a:cubicBezTo>
                  <a:close/>
                  <a:moveTo>
                    <a:pt x="227" y="7362"/>
                  </a:moveTo>
                  <a:cubicBezTo>
                    <a:pt x="102" y="7362"/>
                    <a:pt x="0" y="7463"/>
                    <a:pt x="0" y="7588"/>
                  </a:cubicBezTo>
                  <a:cubicBezTo>
                    <a:pt x="0" y="7713"/>
                    <a:pt x="102" y="7814"/>
                    <a:pt x="227" y="7814"/>
                  </a:cubicBezTo>
                  <a:lnTo>
                    <a:pt x="1144" y="7814"/>
                  </a:lnTo>
                  <a:cubicBezTo>
                    <a:pt x="1267" y="7814"/>
                    <a:pt x="1369" y="7713"/>
                    <a:pt x="1369" y="7588"/>
                  </a:cubicBezTo>
                  <a:cubicBezTo>
                    <a:pt x="1369" y="7464"/>
                    <a:pt x="1267" y="7363"/>
                    <a:pt x="1144" y="7362"/>
                  </a:cubicBezTo>
                  <a:close/>
                  <a:moveTo>
                    <a:pt x="5043" y="7362"/>
                  </a:moveTo>
                  <a:cubicBezTo>
                    <a:pt x="4918" y="7362"/>
                    <a:pt x="4819" y="7463"/>
                    <a:pt x="4819" y="7588"/>
                  </a:cubicBezTo>
                  <a:cubicBezTo>
                    <a:pt x="4819" y="7713"/>
                    <a:pt x="4920" y="7814"/>
                    <a:pt x="5043" y="7814"/>
                  </a:cubicBezTo>
                  <a:lnTo>
                    <a:pt x="7447" y="7814"/>
                  </a:lnTo>
                  <a:cubicBezTo>
                    <a:pt x="7447" y="7814"/>
                    <a:pt x="7448" y="7814"/>
                    <a:pt x="7449" y="7814"/>
                  </a:cubicBezTo>
                  <a:cubicBezTo>
                    <a:pt x="7572" y="7814"/>
                    <a:pt x="7671" y="7715"/>
                    <a:pt x="7673" y="7592"/>
                  </a:cubicBezTo>
                  <a:lnTo>
                    <a:pt x="7673" y="7588"/>
                  </a:lnTo>
                  <a:cubicBezTo>
                    <a:pt x="7673" y="7463"/>
                    <a:pt x="7572" y="7362"/>
                    <a:pt x="7447" y="736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0">
              <a:extLst>
                <a:ext uri="{FF2B5EF4-FFF2-40B4-BE49-F238E27FC236}">
                  <a16:creationId xmlns:a16="http://schemas.microsoft.com/office/drawing/2014/main" id="{8970BB49-0414-3251-D0DD-D0FD0AAE0590}"/>
                </a:ext>
              </a:extLst>
            </p:cNvPr>
            <p:cNvSpPr/>
            <p:nvPr/>
          </p:nvSpPr>
          <p:spPr>
            <a:xfrm>
              <a:off x="4530125" y="3196150"/>
              <a:ext cx="312325" cy="195400"/>
            </a:xfrm>
            <a:custGeom>
              <a:avLst/>
              <a:gdLst/>
              <a:ahLst/>
              <a:cxnLst/>
              <a:rect l="l" t="t" r="r" b="b"/>
              <a:pathLst>
                <a:path w="12493" h="7816" extrusionOk="0">
                  <a:moveTo>
                    <a:pt x="1198" y="38"/>
                  </a:moveTo>
                  <a:cubicBezTo>
                    <a:pt x="1190" y="38"/>
                    <a:pt x="1182" y="38"/>
                    <a:pt x="1173" y="39"/>
                  </a:cubicBezTo>
                  <a:lnTo>
                    <a:pt x="259" y="39"/>
                  </a:lnTo>
                  <a:cubicBezTo>
                    <a:pt x="252" y="38"/>
                    <a:pt x="244" y="38"/>
                    <a:pt x="237" y="38"/>
                  </a:cubicBezTo>
                  <a:cubicBezTo>
                    <a:pt x="229" y="38"/>
                    <a:pt x="222" y="38"/>
                    <a:pt x="215" y="39"/>
                  </a:cubicBezTo>
                  <a:cubicBezTo>
                    <a:pt x="91" y="51"/>
                    <a:pt x="0" y="161"/>
                    <a:pt x="12" y="285"/>
                  </a:cubicBezTo>
                  <a:cubicBezTo>
                    <a:pt x="23" y="402"/>
                    <a:pt x="121" y="490"/>
                    <a:pt x="237" y="490"/>
                  </a:cubicBezTo>
                  <a:cubicBezTo>
                    <a:pt x="244" y="490"/>
                    <a:pt x="252" y="489"/>
                    <a:pt x="259" y="489"/>
                  </a:cubicBezTo>
                  <a:lnTo>
                    <a:pt x="1173" y="489"/>
                  </a:lnTo>
                  <a:cubicBezTo>
                    <a:pt x="1181" y="489"/>
                    <a:pt x="1188" y="490"/>
                    <a:pt x="1196" y="490"/>
                  </a:cubicBezTo>
                  <a:cubicBezTo>
                    <a:pt x="1203" y="490"/>
                    <a:pt x="1211" y="489"/>
                    <a:pt x="1218" y="489"/>
                  </a:cubicBezTo>
                  <a:cubicBezTo>
                    <a:pt x="1342" y="477"/>
                    <a:pt x="1432" y="365"/>
                    <a:pt x="1421" y="242"/>
                  </a:cubicBezTo>
                  <a:cubicBezTo>
                    <a:pt x="1409" y="125"/>
                    <a:pt x="1313" y="38"/>
                    <a:pt x="1198" y="38"/>
                  </a:cubicBezTo>
                  <a:close/>
                  <a:moveTo>
                    <a:pt x="2173" y="48"/>
                  </a:moveTo>
                  <a:cubicBezTo>
                    <a:pt x="2059" y="48"/>
                    <a:pt x="1960" y="136"/>
                    <a:pt x="1949" y="252"/>
                  </a:cubicBezTo>
                  <a:cubicBezTo>
                    <a:pt x="1936" y="377"/>
                    <a:pt x="2027" y="487"/>
                    <a:pt x="2152" y="499"/>
                  </a:cubicBezTo>
                  <a:cubicBezTo>
                    <a:pt x="2159" y="500"/>
                    <a:pt x="2167" y="500"/>
                    <a:pt x="2174" y="500"/>
                  </a:cubicBezTo>
                  <a:cubicBezTo>
                    <a:pt x="2181" y="500"/>
                    <a:pt x="2188" y="500"/>
                    <a:pt x="2195" y="499"/>
                  </a:cubicBezTo>
                  <a:lnTo>
                    <a:pt x="4601" y="499"/>
                  </a:lnTo>
                  <a:cubicBezTo>
                    <a:pt x="4726" y="499"/>
                    <a:pt x="4827" y="398"/>
                    <a:pt x="4827" y="273"/>
                  </a:cubicBezTo>
                  <a:cubicBezTo>
                    <a:pt x="4827" y="270"/>
                    <a:pt x="4827" y="265"/>
                    <a:pt x="4827" y="262"/>
                  </a:cubicBezTo>
                  <a:cubicBezTo>
                    <a:pt x="4820" y="142"/>
                    <a:pt x="4722" y="49"/>
                    <a:pt x="4601" y="49"/>
                  </a:cubicBezTo>
                  <a:lnTo>
                    <a:pt x="2195" y="49"/>
                  </a:lnTo>
                  <a:cubicBezTo>
                    <a:pt x="2187" y="49"/>
                    <a:pt x="2180" y="48"/>
                    <a:pt x="2173" y="48"/>
                  </a:cubicBezTo>
                  <a:close/>
                  <a:moveTo>
                    <a:pt x="5622" y="0"/>
                  </a:moveTo>
                  <a:cubicBezTo>
                    <a:pt x="5478" y="0"/>
                    <a:pt x="5360" y="118"/>
                    <a:pt x="5360" y="262"/>
                  </a:cubicBezTo>
                  <a:cubicBezTo>
                    <a:pt x="5360" y="407"/>
                    <a:pt x="5478" y="524"/>
                    <a:pt x="5622" y="524"/>
                  </a:cubicBezTo>
                  <a:cubicBezTo>
                    <a:pt x="5767" y="524"/>
                    <a:pt x="5884" y="407"/>
                    <a:pt x="5884" y="262"/>
                  </a:cubicBezTo>
                  <a:cubicBezTo>
                    <a:pt x="5884" y="118"/>
                    <a:pt x="5767" y="0"/>
                    <a:pt x="5622" y="0"/>
                  </a:cubicBezTo>
                  <a:close/>
                  <a:moveTo>
                    <a:pt x="6407" y="0"/>
                  </a:moveTo>
                  <a:cubicBezTo>
                    <a:pt x="6263" y="0"/>
                    <a:pt x="6145" y="118"/>
                    <a:pt x="6145" y="262"/>
                  </a:cubicBezTo>
                  <a:cubicBezTo>
                    <a:pt x="6145" y="407"/>
                    <a:pt x="6263" y="524"/>
                    <a:pt x="6407" y="524"/>
                  </a:cubicBezTo>
                  <a:cubicBezTo>
                    <a:pt x="6553" y="524"/>
                    <a:pt x="6669" y="407"/>
                    <a:pt x="6669" y="262"/>
                  </a:cubicBezTo>
                  <a:cubicBezTo>
                    <a:pt x="6669" y="118"/>
                    <a:pt x="6553" y="0"/>
                    <a:pt x="6407" y="0"/>
                  </a:cubicBezTo>
                  <a:close/>
                  <a:moveTo>
                    <a:pt x="7192" y="0"/>
                  </a:moveTo>
                  <a:cubicBezTo>
                    <a:pt x="7047" y="0"/>
                    <a:pt x="6930" y="118"/>
                    <a:pt x="6930" y="262"/>
                  </a:cubicBezTo>
                  <a:cubicBezTo>
                    <a:pt x="6930" y="407"/>
                    <a:pt x="7047" y="524"/>
                    <a:pt x="7192" y="524"/>
                  </a:cubicBezTo>
                  <a:cubicBezTo>
                    <a:pt x="7338" y="524"/>
                    <a:pt x="7455" y="407"/>
                    <a:pt x="7455" y="262"/>
                  </a:cubicBezTo>
                  <a:cubicBezTo>
                    <a:pt x="7455" y="118"/>
                    <a:pt x="7338" y="0"/>
                    <a:pt x="7192" y="0"/>
                  </a:cubicBezTo>
                  <a:close/>
                  <a:moveTo>
                    <a:pt x="7978" y="0"/>
                  </a:moveTo>
                  <a:cubicBezTo>
                    <a:pt x="7832" y="0"/>
                    <a:pt x="7714" y="118"/>
                    <a:pt x="7714" y="262"/>
                  </a:cubicBezTo>
                  <a:cubicBezTo>
                    <a:pt x="7714" y="407"/>
                    <a:pt x="7832" y="524"/>
                    <a:pt x="7978" y="524"/>
                  </a:cubicBezTo>
                  <a:cubicBezTo>
                    <a:pt x="8122" y="524"/>
                    <a:pt x="8240" y="407"/>
                    <a:pt x="8240" y="262"/>
                  </a:cubicBezTo>
                  <a:cubicBezTo>
                    <a:pt x="8240" y="118"/>
                    <a:pt x="8122" y="0"/>
                    <a:pt x="7978" y="0"/>
                  </a:cubicBezTo>
                  <a:close/>
                  <a:moveTo>
                    <a:pt x="8762" y="0"/>
                  </a:moveTo>
                  <a:cubicBezTo>
                    <a:pt x="8617" y="0"/>
                    <a:pt x="8500" y="118"/>
                    <a:pt x="8500" y="262"/>
                  </a:cubicBezTo>
                  <a:cubicBezTo>
                    <a:pt x="8500" y="407"/>
                    <a:pt x="8617" y="524"/>
                    <a:pt x="8762" y="524"/>
                  </a:cubicBezTo>
                  <a:cubicBezTo>
                    <a:pt x="8907" y="524"/>
                    <a:pt x="9025" y="407"/>
                    <a:pt x="9025" y="262"/>
                  </a:cubicBezTo>
                  <a:cubicBezTo>
                    <a:pt x="9025" y="118"/>
                    <a:pt x="8907" y="0"/>
                    <a:pt x="8762" y="0"/>
                  </a:cubicBezTo>
                  <a:close/>
                  <a:moveTo>
                    <a:pt x="9547" y="0"/>
                  </a:moveTo>
                  <a:cubicBezTo>
                    <a:pt x="9403" y="0"/>
                    <a:pt x="9285" y="118"/>
                    <a:pt x="9285" y="262"/>
                  </a:cubicBezTo>
                  <a:cubicBezTo>
                    <a:pt x="9285" y="407"/>
                    <a:pt x="9403" y="524"/>
                    <a:pt x="9547" y="524"/>
                  </a:cubicBezTo>
                  <a:cubicBezTo>
                    <a:pt x="9689" y="520"/>
                    <a:pt x="9800" y="404"/>
                    <a:pt x="9800" y="262"/>
                  </a:cubicBezTo>
                  <a:lnTo>
                    <a:pt x="9809" y="262"/>
                  </a:lnTo>
                  <a:cubicBezTo>
                    <a:pt x="9809" y="118"/>
                    <a:pt x="9692" y="0"/>
                    <a:pt x="9547" y="0"/>
                  </a:cubicBezTo>
                  <a:close/>
                  <a:moveTo>
                    <a:pt x="2195" y="1083"/>
                  </a:moveTo>
                  <a:cubicBezTo>
                    <a:pt x="2071" y="1083"/>
                    <a:pt x="1970" y="1184"/>
                    <a:pt x="1970" y="1309"/>
                  </a:cubicBezTo>
                  <a:cubicBezTo>
                    <a:pt x="1970" y="1434"/>
                    <a:pt x="2071" y="1535"/>
                    <a:pt x="2195" y="1535"/>
                  </a:cubicBezTo>
                  <a:lnTo>
                    <a:pt x="4601" y="1535"/>
                  </a:lnTo>
                  <a:cubicBezTo>
                    <a:pt x="4726" y="1535"/>
                    <a:pt x="4827" y="1434"/>
                    <a:pt x="4827" y="1309"/>
                  </a:cubicBezTo>
                  <a:cubicBezTo>
                    <a:pt x="4826" y="1186"/>
                    <a:pt x="4726" y="1084"/>
                    <a:pt x="4601" y="1083"/>
                  </a:cubicBezTo>
                  <a:close/>
                  <a:moveTo>
                    <a:pt x="259" y="1083"/>
                  </a:moveTo>
                  <a:cubicBezTo>
                    <a:pt x="134" y="1083"/>
                    <a:pt x="33" y="1184"/>
                    <a:pt x="33" y="1309"/>
                  </a:cubicBezTo>
                  <a:cubicBezTo>
                    <a:pt x="33" y="1434"/>
                    <a:pt x="134" y="1535"/>
                    <a:pt x="259" y="1535"/>
                  </a:cubicBezTo>
                  <a:lnTo>
                    <a:pt x="1173" y="1535"/>
                  </a:lnTo>
                  <a:cubicBezTo>
                    <a:pt x="1174" y="1535"/>
                    <a:pt x="1175" y="1535"/>
                    <a:pt x="1176" y="1535"/>
                  </a:cubicBezTo>
                  <a:cubicBezTo>
                    <a:pt x="1298" y="1535"/>
                    <a:pt x="1398" y="1436"/>
                    <a:pt x="1400" y="1314"/>
                  </a:cubicBezTo>
                  <a:lnTo>
                    <a:pt x="1400" y="1309"/>
                  </a:lnTo>
                  <a:cubicBezTo>
                    <a:pt x="1400" y="1184"/>
                    <a:pt x="1298" y="1083"/>
                    <a:pt x="1173" y="1083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2"/>
                    <a:pt x="1970" y="2356"/>
                  </a:cubicBezTo>
                  <a:cubicBezTo>
                    <a:pt x="1970" y="2481"/>
                    <a:pt x="2071" y="2582"/>
                    <a:pt x="2195" y="2582"/>
                  </a:cubicBezTo>
                  <a:lnTo>
                    <a:pt x="4601" y="2582"/>
                  </a:lnTo>
                  <a:cubicBezTo>
                    <a:pt x="4726" y="2582"/>
                    <a:pt x="4827" y="2481"/>
                    <a:pt x="4827" y="2356"/>
                  </a:cubicBezTo>
                  <a:cubicBezTo>
                    <a:pt x="4827" y="2232"/>
                    <a:pt x="4726" y="2131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2"/>
                    <a:pt x="33" y="2356"/>
                  </a:cubicBezTo>
                  <a:cubicBezTo>
                    <a:pt x="33" y="2481"/>
                    <a:pt x="134" y="2582"/>
                    <a:pt x="259" y="2582"/>
                  </a:cubicBezTo>
                  <a:lnTo>
                    <a:pt x="1173" y="2582"/>
                  </a:lnTo>
                  <a:cubicBezTo>
                    <a:pt x="1174" y="2582"/>
                    <a:pt x="1175" y="2582"/>
                    <a:pt x="1176" y="2582"/>
                  </a:cubicBezTo>
                  <a:cubicBezTo>
                    <a:pt x="1298" y="2582"/>
                    <a:pt x="1398" y="2483"/>
                    <a:pt x="1400" y="2360"/>
                  </a:cubicBezTo>
                  <a:lnTo>
                    <a:pt x="1400" y="2356"/>
                  </a:lnTo>
                  <a:cubicBezTo>
                    <a:pt x="1401" y="2232"/>
                    <a:pt x="1301" y="2131"/>
                    <a:pt x="1178" y="2131"/>
                  </a:cubicBezTo>
                  <a:close/>
                  <a:moveTo>
                    <a:pt x="5622" y="2094"/>
                  </a:moveTo>
                  <a:cubicBezTo>
                    <a:pt x="5478" y="2094"/>
                    <a:pt x="5360" y="2211"/>
                    <a:pt x="5360" y="2356"/>
                  </a:cubicBezTo>
                  <a:cubicBezTo>
                    <a:pt x="5360" y="2502"/>
                    <a:pt x="5478" y="2619"/>
                    <a:pt x="5622" y="2619"/>
                  </a:cubicBezTo>
                  <a:cubicBezTo>
                    <a:pt x="5768" y="2619"/>
                    <a:pt x="5886" y="2502"/>
                    <a:pt x="5886" y="2356"/>
                  </a:cubicBezTo>
                  <a:cubicBezTo>
                    <a:pt x="5886" y="2211"/>
                    <a:pt x="5768" y="2094"/>
                    <a:pt x="5622" y="2094"/>
                  </a:cubicBezTo>
                  <a:close/>
                  <a:moveTo>
                    <a:pt x="6408" y="2094"/>
                  </a:moveTo>
                  <a:cubicBezTo>
                    <a:pt x="6263" y="2094"/>
                    <a:pt x="6145" y="2211"/>
                    <a:pt x="6145" y="2356"/>
                  </a:cubicBezTo>
                  <a:cubicBezTo>
                    <a:pt x="6145" y="2502"/>
                    <a:pt x="6263" y="2619"/>
                    <a:pt x="6408" y="2619"/>
                  </a:cubicBezTo>
                  <a:cubicBezTo>
                    <a:pt x="6553" y="2619"/>
                    <a:pt x="6671" y="2502"/>
                    <a:pt x="6671" y="2356"/>
                  </a:cubicBezTo>
                  <a:cubicBezTo>
                    <a:pt x="6671" y="2211"/>
                    <a:pt x="6553" y="2094"/>
                    <a:pt x="6408" y="2094"/>
                  </a:cubicBezTo>
                  <a:close/>
                  <a:moveTo>
                    <a:pt x="7193" y="2094"/>
                  </a:moveTo>
                  <a:cubicBezTo>
                    <a:pt x="7047" y="2094"/>
                    <a:pt x="6931" y="2211"/>
                    <a:pt x="6931" y="2356"/>
                  </a:cubicBezTo>
                  <a:cubicBezTo>
                    <a:pt x="6931" y="2502"/>
                    <a:pt x="7047" y="2619"/>
                    <a:pt x="7193" y="2619"/>
                  </a:cubicBezTo>
                  <a:cubicBezTo>
                    <a:pt x="7338" y="2619"/>
                    <a:pt x="7455" y="2502"/>
                    <a:pt x="7455" y="2356"/>
                  </a:cubicBezTo>
                  <a:cubicBezTo>
                    <a:pt x="7455" y="2211"/>
                    <a:pt x="7338" y="2094"/>
                    <a:pt x="7193" y="2094"/>
                  </a:cubicBezTo>
                  <a:close/>
                  <a:moveTo>
                    <a:pt x="7978" y="2094"/>
                  </a:moveTo>
                  <a:cubicBezTo>
                    <a:pt x="7833" y="2094"/>
                    <a:pt x="7716" y="2211"/>
                    <a:pt x="7716" y="2356"/>
                  </a:cubicBezTo>
                  <a:cubicBezTo>
                    <a:pt x="7716" y="2502"/>
                    <a:pt x="7833" y="2619"/>
                    <a:pt x="7978" y="2619"/>
                  </a:cubicBezTo>
                  <a:cubicBezTo>
                    <a:pt x="8122" y="2619"/>
                    <a:pt x="8240" y="2502"/>
                    <a:pt x="8240" y="2356"/>
                  </a:cubicBezTo>
                  <a:cubicBezTo>
                    <a:pt x="8240" y="2211"/>
                    <a:pt x="8122" y="2094"/>
                    <a:pt x="7978" y="2094"/>
                  </a:cubicBezTo>
                  <a:close/>
                  <a:moveTo>
                    <a:pt x="8762" y="2094"/>
                  </a:moveTo>
                  <a:cubicBezTo>
                    <a:pt x="8618" y="2094"/>
                    <a:pt x="8500" y="2211"/>
                    <a:pt x="8500" y="2356"/>
                  </a:cubicBezTo>
                  <a:cubicBezTo>
                    <a:pt x="8500" y="2502"/>
                    <a:pt x="8618" y="2619"/>
                    <a:pt x="8762" y="2619"/>
                  </a:cubicBezTo>
                  <a:cubicBezTo>
                    <a:pt x="8907" y="2619"/>
                    <a:pt x="9025" y="2502"/>
                    <a:pt x="9025" y="2356"/>
                  </a:cubicBezTo>
                  <a:cubicBezTo>
                    <a:pt x="9025" y="2211"/>
                    <a:pt x="8907" y="2094"/>
                    <a:pt x="8762" y="2094"/>
                  </a:cubicBezTo>
                  <a:close/>
                  <a:moveTo>
                    <a:pt x="9547" y="2094"/>
                  </a:moveTo>
                  <a:cubicBezTo>
                    <a:pt x="9403" y="2094"/>
                    <a:pt x="9285" y="2211"/>
                    <a:pt x="9285" y="2356"/>
                  </a:cubicBezTo>
                  <a:cubicBezTo>
                    <a:pt x="9285" y="2502"/>
                    <a:pt x="9403" y="2619"/>
                    <a:pt x="9547" y="2619"/>
                  </a:cubicBezTo>
                  <a:cubicBezTo>
                    <a:pt x="9689" y="2613"/>
                    <a:pt x="9802" y="2497"/>
                    <a:pt x="9802" y="2356"/>
                  </a:cubicBezTo>
                  <a:lnTo>
                    <a:pt x="9809" y="2356"/>
                  </a:lnTo>
                  <a:cubicBezTo>
                    <a:pt x="9809" y="2211"/>
                    <a:pt x="9692" y="2094"/>
                    <a:pt x="9547" y="2094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0"/>
                    <a:pt x="259" y="3630"/>
                  </a:cubicBezTo>
                  <a:lnTo>
                    <a:pt x="1173" y="3630"/>
                  </a:lnTo>
                  <a:cubicBezTo>
                    <a:pt x="1298" y="3630"/>
                    <a:pt x="1400" y="3529"/>
                    <a:pt x="1400" y="3404"/>
                  </a:cubicBezTo>
                  <a:cubicBezTo>
                    <a:pt x="1401" y="3280"/>
                    <a:pt x="1301" y="3179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0"/>
                    <a:pt x="2195" y="3630"/>
                  </a:cubicBezTo>
                  <a:lnTo>
                    <a:pt x="4601" y="3630"/>
                  </a:lnTo>
                  <a:cubicBezTo>
                    <a:pt x="4726" y="3629"/>
                    <a:pt x="4826" y="3528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37" y="4223"/>
                  </a:moveTo>
                  <a:cubicBezTo>
                    <a:pt x="121" y="4223"/>
                    <a:pt x="23" y="4311"/>
                    <a:pt x="12" y="4427"/>
                  </a:cubicBezTo>
                  <a:cubicBezTo>
                    <a:pt x="0" y="4552"/>
                    <a:pt x="91" y="4662"/>
                    <a:pt x="215" y="4674"/>
                  </a:cubicBezTo>
                  <a:cubicBezTo>
                    <a:pt x="222" y="4675"/>
                    <a:pt x="229" y="4675"/>
                    <a:pt x="237" y="4675"/>
                  </a:cubicBezTo>
                  <a:cubicBezTo>
                    <a:pt x="244" y="4675"/>
                    <a:pt x="252" y="4675"/>
                    <a:pt x="259" y="4674"/>
                  </a:cubicBezTo>
                  <a:lnTo>
                    <a:pt x="1173" y="4674"/>
                  </a:lnTo>
                  <a:cubicBezTo>
                    <a:pt x="1174" y="4674"/>
                    <a:pt x="1175" y="4674"/>
                    <a:pt x="1176" y="4674"/>
                  </a:cubicBezTo>
                  <a:cubicBezTo>
                    <a:pt x="1298" y="4674"/>
                    <a:pt x="1398" y="4575"/>
                    <a:pt x="1400" y="4452"/>
                  </a:cubicBezTo>
                  <a:lnTo>
                    <a:pt x="1400" y="4451"/>
                  </a:lnTo>
                  <a:cubicBezTo>
                    <a:pt x="1401" y="4327"/>
                    <a:pt x="1301" y="4226"/>
                    <a:pt x="1178" y="4224"/>
                  </a:cubicBezTo>
                  <a:lnTo>
                    <a:pt x="259" y="4224"/>
                  </a:lnTo>
                  <a:cubicBezTo>
                    <a:pt x="252" y="4224"/>
                    <a:pt x="244" y="4223"/>
                    <a:pt x="237" y="4223"/>
                  </a:cubicBezTo>
                  <a:close/>
                  <a:moveTo>
                    <a:pt x="2173" y="4223"/>
                  </a:moveTo>
                  <a:cubicBezTo>
                    <a:pt x="2059" y="4223"/>
                    <a:pt x="1960" y="4311"/>
                    <a:pt x="1949" y="4427"/>
                  </a:cubicBezTo>
                  <a:cubicBezTo>
                    <a:pt x="1936" y="4552"/>
                    <a:pt x="2027" y="4662"/>
                    <a:pt x="2152" y="4674"/>
                  </a:cubicBezTo>
                  <a:cubicBezTo>
                    <a:pt x="2159" y="4675"/>
                    <a:pt x="2167" y="4675"/>
                    <a:pt x="2174" y="4675"/>
                  </a:cubicBezTo>
                  <a:cubicBezTo>
                    <a:pt x="2181" y="4675"/>
                    <a:pt x="2188" y="4675"/>
                    <a:pt x="2195" y="4674"/>
                  </a:cubicBezTo>
                  <a:lnTo>
                    <a:pt x="4601" y="4674"/>
                  </a:lnTo>
                  <a:cubicBezTo>
                    <a:pt x="4724" y="4674"/>
                    <a:pt x="4826" y="4574"/>
                    <a:pt x="4827" y="4451"/>
                  </a:cubicBezTo>
                  <a:cubicBezTo>
                    <a:pt x="4827" y="4326"/>
                    <a:pt x="4726" y="4224"/>
                    <a:pt x="4601" y="4224"/>
                  </a:cubicBezTo>
                  <a:lnTo>
                    <a:pt x="2195" y="4224"/>
                  </a:lnTo>
                  <a:cubicBezTo>
                    <a:pt x="2187" y="4224"/>
                    <a:pt x="2180" y="4223"/>
                    <a:pt x="2173" y="4223"/>
                  </a:cubicBezTo>
                  <a:close/>
                  <a:moveTo>
                    <a:pt x="9089" y="5103"/>
                  </a:moveTo>
                  <a:cubicBezTo>
                    <a:pt x="8944" y="5103"/>
                    <a:pt x="8826" y="5221"/>
                    <a:pt x="8826" y="5365"/>
                  </a:cubicBezTo>
                  <a:cubicBezTo>
                    <a:pt x="8826" y="5511"/>
                    <a:pt x="8944" y="5627"/>
                    <a:pt x="9089" y="5627"/>
                  </a:cubicBezTo>
                  <a:lnTo>
                    <a:pt x="9092" y="5627"/>
                  </a:lnTo>
                  <a:cubicBezTo>
                    <a:pt x="9234" y="5627"/>
                    <a:pt x="9351" y="5509"/>
                    <a:pt x="9351" y="5365"/>
                  </a:cubicBezTo>
                  <a:cubicBezTo>
                    <a:pt x="9351" y="5221"/>
                    <a:pt x="9233" y="5103"/>
                    <a:pt x="9089" y="5103"/>
                  </a:cubicBezTo>
                  <a:close/>
                  <a:moveTo>
                    <a:pt x="9873" y="5103"/>
                  </a:moveTo>
                  <a:cubicBezTo>
                    <a:pt x="9729" y="5103"/>
                    <a:pt x="9611" y="5221"/>
                    <a:pt x="9611" y="5365"/>
                  </a:cubicBezTo>
                  <a:cubicBezTo>
                    <a:pt x="9611" y="5511"/>
                    <a:pt x="9729" y="5627"/>
                    <a:pt x="9873" y="5627"/>
                  </a:cubicBezTo>
                  <a:lnTo>
                    <a:pt x="9876" y="5627"/>
                  </a:lnTo>
                  <a:cubicBezTo>
                    <a:pt x="10019" y="5627"/>
                    <a:pt x="10135" y="5509"/>
                    <a:pt x="10135" y="5365"/>
                  </a:cubicBezTo>
                  <a:cubicBezTo>
                    <a:pt x="10135" y="5221"/>
                    <a:pt x="10019" y="5103"/>
                    <a:pt x="9873" y="5103"/>
                  </a:cubicBezTo>
                  <a:close/>
                  <a:moveTo>
                    <a:pt x="11446" y="5103"/>
                  </a:moveTo>
                  <a:cubicBezTo>
                    <a:pt x="11301" y="5103"/>
                    <a:pt x="11183" y="5221"/>
                    <a:pt x="11183" y="5365"/>
                  </a:cubicBezTo>
                  <a:cubicBezTo>
                    <a:pt x="11183" y="5511"/>
                    <a:pt x="11301" y="5627"/>
                    <a:pt x="11446" y="5627"/>
                  </a:cubicBezTo>
                  <a:cubicBezTo>
                    <a:pt x="11590" y="5627"/>
                    <a:pt x="11708" y="5511"/>
                    <a:pt x="11708" y="5365"/>
                  </a:cubicBezTo>
                  <a:cubicBezTo>
                    <a:pt x="11708" y="5221"/>
                    <a:pt x="11590" y="5103"/>
                    <a:pt x="11446" y="5103"/>
                  </a:cubicBezTo>
                  <a:close/>
                  <a:moveTo>
                    <a:pt x="12230" y="5103"/>
                  </a:moveTo>
                  <a:cubicBezTo>
                    <a:pt x="12086" y="5103"/>
                    <a:pt x="11968" y="5221"/>
                    <a:pt x="11968" y="5365"/>
                  </a:cubicBezTo>
                  <a:cubicBezTo>
                    <a:pt x="11968" y="5511"/>
                    <a:pt x="12086" y="5627"/>
                    <a:pt x="12230" y="5627"/>
                  </a:cubicBezTo>
                  <a:cubicBezTo>
                    <a:pt x="12375" y="5627"/>
                    <a:pt x="12492" y="5511"/>
                    <a:pt x="12492" y="5365"/>
                  </a:cubicBezTo>
                  <a:cubicBezTo>
                    <a:pt x="12492" y="5221"/>
                    <a:pt x="12375" y="5103"/>
                    <a:pt x="12230" y="5103"/>
                  </a:cubicBezTo>
                  <a:close/>
                  <a:moveTo>
                    <a:pt x="8304" y="5103"/>
                  </a:moveTo>
                  <a:cubicBezTo>
                    <a:pt x="8159" y="5103"/>
                    <a:pt x="8042" y="5221"/>
                    <a:pt x="8042" y="5365"/>
                  </a:cubicBezTo>
                  <a:cubicBezTo>
                    <a:pt x="8042" y="5511"/>
                    <a:pt x="8159" y="5629"/>
                    <a:pt x="8304" y="5629"/>
                  </a:cubicBezTo>
                  <a:lnTo>
                    <a:pt x="8308" y="5629"/>
                  </a:lnTo>
                  <a:cubicBezTo>
                    <a:pt x="8451" y="5626"/>
                    <a:pt x="8566" y="5509"/>
                    <a:pt x="8566" y="5365"/>
                  </a:cubicBezTo>
                  <a:cubicBezTo>
                    <a:pt x="8566" y="5221"/>
                    <a:pt x="8448" y="5103"/>
                    <a:pt x="8304" y="5103"/>
                  </a:cubicBezTo>
                  <a:close/>
                  <a:moveTo>
                    <a:pt x="10661" y="5103"/>
                  </a:moveTo>
                  <a:cubicBezTo>
                    <a:pt x="10515" y="5103"/>
                    <a:pt x="10399" y="5221"/>
                    <a:pt x="10399" y="5365"/>
                  </a:cubicBezTo>
                  <a:cubicBezTo>
                    <a:pt x="10399" y="5508"/>
                    <a:pt x="10512" y="5624"/>
                    <a:pt x="10653" y="5629"/>
                  </a:cubicBezTo>
                  <a:cubicBezTo>
                    <a:pt x="10655" y="5629"/>
                    <a:pt x="10657" y="5629"/>
                    <a:pt x="10659" y="5629"/>
                  </a:cubicBezTo>
                  <a:cubicBezTo>
                    <a:pt x="10802" y="5629"/>
                    <a:pt x="10918" y="5515"/>
                    <a:pt x="10923" y="5372"/>
                  </a:cubicBezTo>
                  <a:lnTo>
                    <a:pt x="10923" y="5365"/>
                  </a:lnTo>
                  <a:cubicBezTo>
                    <a:pt x="10923" y="5221"/>
                    <a:pt x="10805" y="5103"/>
                    <a:pt x="10661" y="5103"/>
                  </a:cubicBezTo>
                  <a:close/>
                  <a:moveTo>
                    <a:pt x="259" y="5270"/>
                  </a:moveTo>
                  <a:cubicBezTo>
                    <a:pt x="134" y="5270"/>
                    <a:pt x="33" y="5371"/>
                    <a:pt x="33" y="5496"/>
                  </a:cubicBezTo>
                  <a:cubicBezTo>
                    <a:pt x="33" y="5621"/>
                    <a:pt x="134" y="5722"/>
                    <a:pt x="259" y="5722"/>
                  </a:cubicBezTo>
                  <a:lnTo>
                    <a:pt x="1173" y="5722"/>
                  </a:lnTo>
                  <a:cubicBezTo>
                    <a:pt x="1297" y="5722"/>
                    <a:pt x="1398" y="5624"/>
                    <a:pt x="1400" y="5500"/>
                  </a:cubicBezTo>
                  <a:lnTo>
                    <a:pt x="1400" y="5496"/>
                  </a:lnTo>
                  <a:cubicBezTo>
                    <a:pt x="1400" y="5371"/>
                    <a:pt x="1298" y="5270"/>
                    <a:pt x="1173" y="5270"/>
                  </a:cubicBezTo>
                  <a:close/>
                  <a:moveTo>
                    <a:pt x="5074" y="5270"/>
                  </a:moveTo>
                  <a:cubicBezTo>
                    <a:pt x="4949" y="5270"/>
                    <a:pt x="4848" y="5371"/>
                    <a:pt x="4848" y="5496"/>
                  </a:cubicBezTo>
                  <a:cubicBezTo>
                    <a:pt x="4848" y="5621"/>
                    <a:pt x="4949" y="5722"/>
                    <a:pt x="5074" y="5722"/>
                  </a:cubicBezTo>
                  <a:lnTo>
                    <a:pt x="7478" y="5722"/>
                  </a:lnTo>
                  <a:cubicBezTo>
                    <a:pt x="7601" y="5722"/>
                    <a:pt x="7702" y="5624"/>
                    <a:pt x="7704" y="5500"/>
                  </a:cubicBezTo>
                  <a:lnTo>
                    <a:pt x="7704" y="5496"/>
                  </a:lnTo>
                  <a:cubicBezTo>
                    <a:pt x="7704" y="5371"/>
                    <a:pt x="7603" y="5270"/>
                    <a:pt x="7478" y="5270"/>
                  </a:cubicBezTo>
                  <a:close/>
                  <a:moveTo>
                    <a:pt x="259" y="6310"/>
                  </a:moveTo>
                  <a:cubicBezTo>
                    <a:pt x="134" y="6310"/>
                    <a:pt x="33" y="6412"/>
                    <a:pt x="33" y="6537"/>
                  </a:cubicBezTo>
                  <a:cubicBezTo>
                    <a:pt x="33" y="6662"/>
                    <a:pt x="134" y="6763"/>
                    <a:pt x="259" y="6763"/>
                  </a:cubicBezTo>
                  <a:lnTo>
                    <a:pt x="1173" y="6763"/>
                  </a:lnTo>
                  <a:cubicBezTo>
                    <a:pt x="1297" y="6763"/>
                    <a:pt x="1398" y="6666"/>
                    <a:pt x="1400" y="6543"/>
                  </a:cubicBezTo>
                  <a:cubicBezTo>
                    <a:pt x="1404" y="6418"/>
                    <a:pt x="1306" y="6313"/>
                    <a:pt x="1181" y="6310"/>
                  </a:cubicBezTo>
                  <a:close/>
                  <a:moveTo>
                    <a:pt x="5074" y="6310"/>
                  </a:moveTo>
                  <a:cubicBezTo>
                    <a:pt x="4949" y="6310"/>
                    <a:pt x="4848" y="6412"/>
                    <a:pt x="4848" y="6537"/>
                  </a:cubicBezTo>
                  <a:cubicBezTo>
                    <a:pt x="4848" y="6662"/>
                    <a:pt x="4949" y="6763"/>
                    <a:pt x="5074" y="6763"/>
                  </a:cubicBezTo>
                  <a:lnTo>
                    <a:pt x="7478" y="6763"/>
                  </a:lnTo>
                  <a:cubicBezTo>
                    <a:pt x="7601" y="6763"/>
                    <a:pt x="7701" y="6666"/>
                    <a:pt x="7704" y="6543"/>
                  </a:cubicBezTo>
                  <a:cubicBezTo>
                    <a:pt x="7707" y="6418"/>
                    <a:pt x="7609" y="6313"/>
                    <a:pt x="7485" y="6310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68"/>
                    <a:pt x="8159" y="7786"/>
                    <a:pt x="8304" y="7786"/>
                  </a:cubicBezTo>
                  <a:lnTo>
                    <a:pt x="8308" y="7786"/>
                  </a:lnTo>
                  <a:cubicBezTo>
                    <a:pt x="8453" y="7785"/>
                    <a:pt x="8567" y="7667"/>
                    <a:pt x="8566" y="7524"/>
                  </a:cubicBez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68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5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68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5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68"/>
                    <a:pt x="11301" y="7786"/>
                    <a:pt x="11446" y="7786"/>
                  </a:cubicBezTo>
                  <a:cubicBezTo>
                    <a:pt x="11446" y="7786"/>
                    <a:pt x="11447" y="7786"/>
                    <a:pt x="11448" y="7786"/>
                  </a:cubicBezTo>
                  <a:cubicBezTo>
                    <a:pt x="11591" y="7786"/>
                    <a:pt x="11708" y="7670"/>
                    <a:pt x="11708" y="7528"/>
                  </a:cubicBezTo>
                  <a:lnTo>
                    <a:pt x="11708" y="7524"/>
                  </a:ln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68"/>
                    <a:pt x="12086" y="7786"/>
                    <a:pt x="12230" y="7786"/>
                  </a:cubicBezTo>
                  <a:cubicBezTo>
                    <a:pt x="12231" y="7786"/>
                    <a:pt x="12232" y="7786"/>
                    <a:pt x="12233" y="7786"/>
                  </a:cubicBezTo>
                  <a:cubicBezTo>
                    <a:pt x="12376" y="7786"/>
                    <a:pt x="12492" y="7670"/>
                    <a:pt x="12492" y="7528"/>
                  </a:cubicBezTo>
                  <a:lnTo>
                    <a:pt x="12492" y="7524"/>
                  </a:ln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67"/>
                    <a:pt x="10512" y="7783"/>
                    <a:pt x="10655" y="7786"/>
                  </a:cubicBezTo>
                  <a:cubicBezTo>
                    <a:pt x="10658" y="7786"/>
                    <a:pt x="10660" y="7786"/>
                    <a:pt x="10663" y="7786"/>
                  </a:cubicBezTo>
                  <a:cubicBezTo>
                    <a:pt x="10802" y="7786"/>
                    <a:pt x="10919" y="7676"/>
                    <a:pt x="10923" y="7534"/>
                  </a:cubicBezTo>
                  <a:lnTo>
                    <a:pt x="10923" y="7524"/>
                  </a:ln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259" y="7363"/>
                  </a:moveTo>
                  <a:cubicBezTo>
                    <a:pt x="134" y="7363"/>
                    <a:pt x="33" y="7464"/>
                    <a:pt x="33" y="7589"/>
                  </a:cubicBezTo>
                  <a:cubicBezTo>
                    <a:pt x="33" y="7715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298" y="7816"/>
                    <a:pt x="1400" y="7715"/>
                    <a:pt x="1400" y="7589"/>
                  </a:cubicBezTo>
                  <a:cubicBezTo>
                    <a:pt x="1401" y="7466"/>
                    <a:pt x="1301" y="7365"/>
                    <a:pt x="1178" y="7363"/>
                  </a:cubicBezTo>
                  <a:close/>
                  <a:moveTo>
                    <a:pt x="5074" y="7363"/>
                  </a:moveTo>
                  <a:cubicBezTo>
                    <a:pt x="4949" y="7363"/>
                    <a:pt x="4848" y="7464"/>
                    <a:pt x="4848" y="7589"/>
                  </a:cubicBezTo>
                  <a:cubicBezTo>
                    <a:pt x="4848" y="7715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603" y="7816"/>
                    <a:pt x="7704" y="7715"/>
                    <a:pt x="7704" y="7589"/>
                  </a:cubicBezTo>
                  <a:cubicBezTo>
                    <a:pt x="7705" y="7466"/>
                    <a:pt x="7606" y="7365"/>
                    <a:pt x="7482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0">
              <a:extLst>
                <a:ext uri="{FF2B5EF4-FFF2-40B4-BE49-F238E27FC236}">
                  <a16:creationId xmlns:a16="http://schemas.microsoft.com/office/drawing/2014/main" id="{41B3016B-4F8D-5F28-6ADF-AAF05170CA2B}"/>
                </a:ext>
              </a:extLst>
            </p:cNvPr>
            <p:cNvSpPr/>
            <p:nvPr/>
          </p:nvSpPr>
          <p:spPr>
            <a:xfrm>
              <a:off x="4530125" y="3410550"/>
              <a:ext cx="312325" cy="195425"/>
            </a:xfrm>
            <a:custGeom>
              <a:avLst/>
              <a:gdLst/>
              <a:ahLst/>
              <a:cxnLst/>
              <a:rect l="l" t="t" r="r" b="b"/>
              <a:pathLst>
                <a:path w="12493" h="7817" extrusionOk="0">
                  <a:moveTo>
                    <a:pt x="237" y="38"/>
                  </a:moveTo>
                  <a:cubicBezTo>
                    <a:pt x="229" y="38"/>
                    <a:pt x="222" y="39"/>
                    <a:pt x="215" y="39"/>
                  </a:cubicBezTo>
                  <a:cubicBezTo>
                    <a:pt x="91" y="51"/>
                    <a:pt x="0" y="161"/>
                    <a:pt x="12" y="287"/>
                  </a:cubicBezTo>
                  <a:cubicBezTo>
                    <a:pt x="23" y="403"/>
                    <a:pt x="121" y="490"/>
                    <a:pt x="237" y="490"/>
                  </a:cubicBezTo>
                  <a:cubicBezTo>
                    <a:pt x="244" y="490"/>
                    <a:pt x="252" y="490"/>
                    <a:pt x="259" y="489"/>
                  </a:cubicBezTo>
                  <a:lnTo>
                    <a:pt x="1173" y="489"/>
                  </a:lnTo>
                  <a:cubicBezTo>
                    <a:pt x="1181" y="490"/>
                    <a:pt x="1188" y="490"/>
                    <a:pt x="1196" y="490"/>
                  </a:cubicBezTo>
                  <a:cubicBezTo>
                    <a:pt x="1203" y="490"/>
                    <a:pt x="1211" y="490"/>
                    <a:pt x="1218" y="489"/>
                  </a:cubicBezTo>
                  <a:cubicBezTo>
                    <a:pt x="1342" y="477"/>
                    <a:pt x="1432" y="367"/>
                    <a:pt x="1421" y="242"/>
                  </a:cubicBezTo>
                  <a:cubicBezTo>
                    <a:pt x="1409" y="126"/>
                    <a:pt x="1311" y="38"/>
                    <a:pt x="1195" y="38"/>
                  </a:cubicBezTo>
                  <a:cubicBezTo>
                    <a:pt x="1188" y="38"/>
                    <a:pt x="1181" y="39"/>
                    <a:pt x="1173" y="39"/>
                  </a:cubicBezTo>
                  <a:lnTo>
                    <a:pt x="259" y="39"/>
                  </a:lnTo>
                  <a:cubicBezTo>
                    <a:pt x="252" y="39"/>
                    <a:pt x="244" y="38"/>
                    <a:pt x="237" y="38"/>
                  </a:cubicBezTo>
                  <a:close/>
                  <a:moveTo>
                    <a:pt x="2173" y="38"/>
                  </a:moveTo>
                  <a:cubicBezTo>
                    <a:pt x="2059" y="38"/>
                    <a:pt x="1960" y="126"/>
                    <a:pt x="1949" y="242"/>
                  </a:cubicBezTo>
                  <a:cubicBezTo>
                    <a:pt x="1936" y="367"/>
                    <a:pt x="2027" y="477"/>
                    <a:pt x="2152" y="489"/>
                  </a:cubicBezTo>
                  <a:cubicBezTo>
                    <a:pt x="2159" y="490"/>
                    <a:pt x="2167" y="490"/>
                    <a:pt x="2174" y="490"/>
                  </a:cubicBezTo>
                  <a:cubicBezTo>
                    <a:pt x="2181" y="490"/>
                    <a:pt x="2188" y="490"/>
                    <a:pt x="2195" y="489"/>
                  </a:cubicBezTo>
                  <a:lnTo>
                    <a:pt x="4601" y="489"/>
                  </a:lnTo>
                  <a:cubicBezTo>
                    <a:pt x="4724" y="489"/>
                    <a:pt x="4826" y="389"/>
                    <a:pt x="4827" y="266"/>
                  </a:cubicBezTo>
                  <a:cubicBezTo>
                    <a:pt x="4827" y="141"/>
                    <a:pt x="4726" y="39"/>
                    <a:pt x="4601" y="39"/>
                  </a:cubicBezTo>
                  <a:lnTo>
                    <a:pt x="2195" y="39"/>
                  </a:lnTo>
                  <a:cubicBezTo>
                    <a:pt x="2187" y="39"/>
                    <a:pt x="2180" y="38"/>
                    <a:pt x="2173" y="38"/>
                  </a:cubicBezTo>
                  <a:close/>
                  <a:moveTo>
                    <a:pt x="5625" y="1"/>
                  </a:moveTo>
                  <a:cubicBezTo>
                    <a:pt x="5479" y="1"/>
                    <a:pt x="5362" y="117"/>
                    <a:pt x="5360" y="261"/>
                  </a:cubicBezTo>
                  <a:cubicBezTo>
                    <a:pt x="5359" y="406"/>
                    <a:pt x="5475" y="525"/>
                    <a:pt x="5621" y="526"/>
                  </a:cubicBezTo>
                  <a:lnTo>
                    <a:pt x="5622" y="526"/>
                  </a:lnTo>
                  <a:cubicBezTo>
                    <a:pt x="5767" y="526"/>
                    <a:pt x="5883" y="410"/>
                    <a:pt x="5884" y="266"/>
                  </a:cubicBezTo>
                  <a:cubicBezTo>
                    <a:pt x="5886" y="121"/>
                    <a:pt x="5770" y="2"/>
                    <a:pt x="5625" y="1"/>
                  </a:cubicBezTo>
                  <a:close/>
                  <a:moveTo>
                    <a:pt x="6410" y="1"/>
                  </a:moveTo>
                  <a:cubicBezTo>
                    <a:pt x="6264" y="1"/>
                    <a:pt x="6146" y="117"/>
                    <a:pt x="6145" y="261"/>
                  </a:cubicBezTo>
                  <a:cubicBezTo>
                    <a:pt x="6143" y="406"/>
                    <a:pt x="6260" y="525"/>
                    <a:pt x="6405" y="526"/>
                  </a:cubicBezTo>
                  <a:lnTo>
                    <a:pt x="6407" y="526"/>
                  </a:lnTo>
                  <a:cubicBezTo>
                    <a:pt x="6551" y="526"/>
                    <a:pt x="6668" y="410"/>
                    <a:pt x="6669" y="266"/>
                  </a:cubicBezTo>
                  <a:cubicBezTo>
                    <a:pt x="6671" y="121"/>
                    <a:pt x="6554" y="2"/>
                    <a:pt x="6410" y="1"/>
                  </a:cubicBezTo>
                  <a:close/>
                  <a:moveTo>
                    <a:pt x="7195" y="1"/>
                  </a:moveTo>
                  <a:cubicBezTo>
                    <a:pt x="7050" y="1"/>
                    <a:pt x="6931" y="117"/>
                    <a:pt x="6930" y="261"/>
                  </a:cubicBezTo>
                  <a:cubicBezTo>
                    <a:pt x="6928" y="406"/>
                    <a:pt x="7046" y="525"/>
                    <a:pt x="7190" y="526"/>
                  </a:cubicBezTo>
                  <a:lnTo>
                    <a:pt x="7192" y="526"/>
                  </a:lnTo>
                  <a:cubicBezTo>
                    <a:pt x="7336" y="526"/>
                    <a:pt x="7454" y="410"/>
                    <a:pt x="7454" y="266"/>
                  </a:cubicBezTo>
                  <a:lnTo>
                    <a:pt x="7455" y="266"/>
                  </a:lnTo>
                  <a:cubicBezTo>
                    <a:pt x="7455" y="121"/>
                    <a:pt x="7339" y="2"/>
                    <a:pt x="7195" y="1"/>
                  </a:cubicBezTo>
                  <a:close/>
                  <a:moveTo>
                    <a:pt x="7979" y="1"/>
                  </a:moveTo>
                  <a:cubicBezTo>
                    <a:pt x="7835" y="1"/>
                    <a:pt x="7716" y="117"/>
                    <a:pt x="7714" y="261"/>
                  </a:cubicBezTo>
                  <a:cubicBezTo>
                    <a:pt x="7714" y="406"/>
                    <a:pt x="7830" y="525"/>
                    <a:pt x="7975" y="526"/>
                  </a:cubicBezTo>
                  <a:lnTo>
                    <a:pt x="7976" y="526"/>
                  </a:lnTo>
                  <a:cubicBezTo>
                    <a:pt x="8121" y="526"/>
                    <a:pt x="8238" y="410"/>
                    <a:pt x="8240" y="266"/>
                  </a:cubicBezTo>
                  <a:cubicBezTo>
                    <a:pt x="8240" y="121"/>
                    <a:pt x="8124" y="2"/>
                    <a:pt x="7979" y="1"/>
                  </a:cubicBezTo>
                  <a:close/>
                  <a:moveTo>
                    <a:pt x="8764" y="1"/>
                  </a:moveTo>
                  <a:cubicBezTo>
                    <a:pt x="8620" y="1"/>
                    <a:pt x="8500" y="117"/>
                    <a:pt x="8499" y="261"/>
                  </a:cubicBezTo>
                  <a:cubicBezTo>
                    <a:pt x="8499" y="406"/>
                    <a:pt x="8615" y="525"/>
                    <a:pt x="8759" y="526"/>
                  </a:cubicBezTo>
                  <a:lnTo>
                    <a:pt x="8762" y="526"/>
                  </a:lnTo>
                  <a:cubicBezTo>
                    <a:pt x="8905" y="526"/>
                    <a:pt x="9023" y="410"/>
                    <a:pt x="9025" y="266"/>
                  </a:cubicBezTo>
                  <a:cubicBezTo>
                    <a:pt x="9026" y="121"/>
                    <a:pt x="8908" y="2"/>
                    <a:pt x="8764" y="1"/>
                  </a:cubicBezTo>
                  <a:close/>
                  <a:moveTo>
                    <a:pt x="9549" y="1"/>
                  </a:moveTo>
                  <a:cubicBezTo>
                    <a:pt x="9404" y="1"/>
                    <a:pt x="9285" y="117"/>
                    <a:pt x="9285" y="261"/>
                  </a:cubicBezTo>
                  <a:cubicBezTo>
                    <a:pt x="9284" y="406"/>
                    <a:pt x="9400" y="525"/>
                    <a:pt x="9544" y="526"/>
                  </a:cubicBezTo>
                  <a:lnTo>
                    <a:pt x="9547" y="526"/>
                  </a:lnTo>
                  <a:cubicBezTo>
                    <a:pt x="9687" y="522"/>
                    <a:pt x="9799" y="406"/>
                    <a:pt x="9800" y="266"/>
                  </a:cubicBezTo>
                  <a:lnTo>
                    <a:pt x="9809" y="266"/>
                  </a:lnTo>
                  <a:cubicBezTo>
                    <a:pt x="9811" y="121"/>
                    <a:pt x="9693" y="2"/>
                    <a:pt x="9549" y="1"/>
                  </a:cubicBezTo>
                  <a:close/>
                  <a:moveTo>
                    <a:pt x="259" y="1085"/>
                  </a:moveTo>
                  <a:cubicBezTo>
                    <a:pt x="134" y="1085"/>
                    <a:pt x="33" y="1186"/>
                    <a:pt x="33" y="1311"/>
                  </a:cubicBezTo>
                  <a:cubicBezTo>
                    <a:pt x="33" y="1436"/>
                    <a:pt x="134" y="1536"/>
                    <a:pt x="259" y="1536"/>
                  </a:cubicBezTo>
                  <a:lnTo>
                    <a:pt x="1173" y="1536"/>
                  </a:lnTo>
                  <a:cubicBezTo>
                    <a:pt x="1174" y="1536"/>
                    <a:pt x="1175" y="1536"/>
                    <a:pt x="1176" y="1536"/>
                  </a:cubicBezTo>
                  <a:cubicBezTo>
                    <a:pt x="1298" y="1536"/>
                    <a:pt x="1398" y="1438"/>
                    <a:pt x="1400" y="1314"/>
                  </a:cubicBezTo>
                  <a:lnTo>
                    <a:pt x="1400" y="1311"/>
                  </a:lnTo>
                  <a:cubicBezTo>
                    <a:pt x="1400" y="1186"/>
                    <a:pt x="1298" y="1085"/>
                    <a:pt x="1173" y="1085"/>
                  </a:cubicBezTo>
                  <a:close/>
                  <a:moveTo>
                    <a:pt x="2195" y="1085"/>
                  </a:moveTo>
                  <a:cubicBezTo>
                    <a:pt x="2071" y="1085"/>
                    <a:pt x="1970" y="1186"/>
                    <a:pt x="1970" y="1311"/>
                  </a:cubicBezTo>
                  <a:cubicBezTo>
                    <a:pt x="1970" y="1436"/>
                    <a:pt x="2071" y="1537"/>
                    <a:pt x="2195" y="1537"/>
                  </a:cubicBezTo>
                  <a:lnTo>
                    <a:pt x="4601" y="1537"/>
                  </a:lnTo>
                  <a:cubicBezTo>
                    <a:pt x="4726" y="1537"/>
                    <a:pt x="4827" y="1436"/>
                    <a:pt x="4827" y="1311"/>
                  </a:cubicBezTo>
                  <a:cubicBezTo>
                    <a:pt x="4826" y="1186"/>
                    <a:pt x="4726" y="1086"/>
                    <a:pt x="4601" y="1085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3"/>
                    <a:pt x="1970" y="2358"/>
                  </a:cubicBezTo>
                  <a:cubicBezTo>
                    <a:pt x="1970" y="2483"/>
                    <a:pt x="2071" y="2584"/>
                    <a:pt x="2195" y="2584"/>
                  </a:cubicBezTo>
                  <a:lnTo>
                    <a:pt x="4601" y="2584"/>
                  </a:lnTo>
                  <a:cubicBezTo>
                    <a:pt x="4726" y="2584"/>
                    <a:pt x="4827" y="2483"/>
                    <a:pt x="4827" y="2358"/>
                  </a:cubicBezTo>
                  <a:cubicBezTo>
                    <a:pt x="4826" y="2233"/>
                    <a:pt x="4726" y="2133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3"/>
                    <a:pt x="33" y="2358"/>
                  </a:cubicBezTo>
                  <a:cubicBezTo>
                    <a:pt x="33" y="2483"/>
                    <a:pt x="134" y="2584"/>
                    <a:pt x="259" y="2584"/>
                  </a:cubicBezTo>
                  <a:lnTo>
                    <a:pt x="1173" y="2584"/>
                  </a:lnTo>
                  <a:cubicBezTo>
                    <a:pt x="1174" y="2584"/>
                    <a:pt x="1175" y="2584"/>
                    <a:pt x="1176" y="2584"/>
                  </a:cubicBezTo>
                  <a:cubicBezTo>
                    <a:pt x="1298" y="2584"/>
                    <a:pt x="1398" y="2485"/>
                    <a:pt x="1400" y="2362"/>
                  </a:cubicBezTo>
                  <a:lnTo>
                    <a:pt x="1400" y="2358"/>
                  </a:lnTo>
                  <a:cubicBezTo>
                    <a:pt x="1400" y="2233"/>
                    <a:pt x="1298" y="2131"/>
                    <a:pt x="1173" y="2131"/>
                  </a:cubicBezTo>
                  <a:close/>
                  <a:moveTo>
                    <a:pt x="5622" y="2096"/>
                  </a:moveTo>
                  <a:cubicBezTo>
                    <a:pt x="5478" y="2096"/>
                    <a:pt x="5360" y="2213"/>
                    <a:pt x="5360" y="2358"/>
                  </a:cubicBezTo>
                  <a:cubicBezTo>
                    <a:pt x="5360" y="2502"/>
                    <a:pt x="5478" y="2620"/>
                    <a:pt x="5622" y="2620"/>
                  </a:cubicBezTo>
                  <a:cubicBezTo>
                    <a:pt x="5768" y="2620"/>
                    <a:pt x="5886" y="2502"/>
                    <a:pt x="5886" y="2358"/>
                  </a:cubicBezTo>
                  <a:cubicBezTo>
                    <a:pt x="5886" y="2213"/>
                    <a:pt x="5768" y="2096"/>
                    <a:pt x="5622" y="2096"/>
                  </a:cubicBezTo>
                  <a:close/>
                  <a:moveTo>
                    <a:pt x="6408" y="2096"/>
                  </a:moveTo>
                  <a:cubicBezTo>
                    <a:pt x="6263" y="2096"/>
                    <a:pt x="6145" y="2213"/>
                    <a:pt x="6145" y="2358"/>
                  </a:cubicBezTo>
                  <a:cubicBezTo>
                    <a:pt x="6145" y="2502"/>
                    <a:pt x="6263" y="2620"/>
                    <a:pt x="6408" y="2620"/>
                  </a:cubicBezTo>
                  <a:cubicBezTo>
                    <a:pt x="6553" y="2620"/>
                    <a:pt x="6671" y="2502"/>
                    <a:pt x="6671" y="2358"/>
                  </a:cubicBezTo>
                  <a:cubicBezTo>
                    <a:pt x="6671" y="2213"/>
                    <a:pt x="6553" y="2096"/>
                    <a:pt x="6408" y="2096"/>
                  </a:cubicBezTo>
                  <a:close/>
                  <a:moveTo>
                    <a:pt x="7193" y="2096"/>
                  </a:moveTo>
                  <a:cubicBezTo>
                    <a:pt x="7047" y="2096"/>
                    <a:pt x="6931" y="2213"/>
                    <a:pt x="6931" y="2358"/>
                  </a:cubicBezTo>
                  <a:cubicBezTo>
                    <a:pt x="6931" y="2502"/>
                    <a:pt x="7047" y="2620"/>
                    <a:pt x="7193" y="2620"/>
                  </a:cubicBezTo>
                  <a:cubicBezTo>
                    <a:pt x="7338" y="2620"/>
                    <a:pt x="7455" y="2502"/>
                    <a:pt x="7455" y="2358"/>
                  </a:cubicBezTo>
                  <a:cubicBezTo>
                    <a:pt x="7455" y="2213"/>
                    <a:pt x="7338" y="2096"/>
                    <a:pt x="7193" y="2096"/>
                  </a:cubicBezTo>
                  <a:close/>
                  <a:moveTo>
                    <a:pt x="7978" y="2096"/>
                  </a:moveTo>
                  <a:cubicBezTo>
                    <a:pt x="7833" y="2096"/>
                    <a:pt x="7716" y="2213"/>
                    <a:pt x="7716" y="2358"/>
                  </a:cubicBezTo>
                  <a:cubicBezTo>
                    <a:pt x="7716" y="2502"/>
                    <a:pt x="7833" y="2620"/>
                    <a:pt x="7978" y="2620"/>
                  </a:cubicBezTo>
                  <a:cubicBezTo>
                    <a:pt x="8122" y="2620"/>
                    <a:pt x="8240" y="2502"/>
                    <a:pt x="8240" y="2358"/>
                  </a:cubicBezTo>
                  <a:cubicBezTo>
                    <a:pt x="8240" y="2213"/>
                    <a:pt x="8122" y="2096"/>
                    <a:pt x="7978" y="2096"/>
                  </a:cubicBezTo>
                  <a:close/>
                  <a:moveTo>
                    <a:pt x="8762" y="2096"/>
                  </a:moveTo>
                  <a:cubicBezTo>
                    <a:pt x="8618" y="2096"/>
                    <a:pt x="8500" y="2213"/>
                    <a:pt x="8500" y="2358"/>
                  </a:cubicBezTo>
                  <a:cubicBezTo>
                    <a:pt x="8500" y="2502"/>
                    <a:pt x="8618" y="2620"/>
                    <a:pt x="8762" y="2620"/>
                  </a:cubicBezTo>
                  <a:cubicBezTo>
                    <a:pt x="8907" y="2620"/>
                    <a:pt x="9025" y="2502"/>
                    <a:pt x="9025" y="2358"/>
                  </a:cubicBezTo>
                  <a:cubicBezTo>
                    <a:pt x="9025" y="2213"/>
                    <a:pt x="8907" y="2096"/>
                    <a:pt x="8762" y="2096"/>
                  </a:cubicBezTo>
                  <a:close/>
                  <a:moveTo>
                    <a:pt x="9547" y="2096"/>
                  </a:moveTo>
                  <a:cubicBezTo>
                    <a:pt x="9403" y="2096"/>
                    <a:pt x="9285" y="2213"/>
                    <a:pt x="9285" y="2358"/>
                  </a:cubicBezTo>
                  <a:cubicBezTo>
                    <a:pt x="9285" y="2502"/>
                    <a:pt x="9403" y="2620"/>
                    <a:pt x="9547" y="2620"/>
                  </a:cubicBezTo>
                  <a:cubicBezTo>
                    <a:pt x="9689" y="2615"/>
                    <a:pt x="9802" y="2499"/>
                    <a:pt x="9802" y="2358"/>
                  </a:cubicBezTo>
                  <a:lnTo>
                    <a:pt x="9809" y="2358"/>
                  </a:lnTo>
                  <a:cubicBezTo>
                    <a:pt x="9809" y="2213"/>
                    <a:pt x="9692" y="2096"/>
                    <a:pt x="9547" y="2096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1"/>
                    <a:pt x="259" y="3631"/>
                  </a:cubicBezTo>
                  <a:lnTo>
                    <a:pt x="1173" y="3631"/>
                  </a:lnTo>
                  <a:cubicBezTo>
                    <a:pt x="1298" y="3631"/>
                    <a:pt x="1400" y="3529"/>
                    <a:pt x="1400" y="3404"/>
                  </a:cubicBezTo>
                  <a:cubicBezTo>
                    <a:pt x="1401" y="3281"/>
                    <a:pt x="1301" y="3180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1"/>
                    <a:pt x="2195" y="3631"/>
                  </a:cubicBezTo>
                  <a:lnTo>
                    <a:pt x="4601" y="3631"/>
                  </a:lnTo>
                  <a:cubicBezTo>
                    <a:pt x="4726" y="3629"/>
                    <a:pt x="4826" y="3529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59" y="4226"/>
                  </a:moveTo>
                  <a:cubicBezTo>
                    <a:pt x="134" y="4226"/>
                    <a:pt x="33" y="4327"/>
                    <a:pt x="33" y="4451"/>
                  </a:cubicBezTo>
                  <a:cubicBezTo>
                    <a:pt x="33" y="4576"/>
                    <a:pt x="134" y="4677"/>
                    <a:pt x="259" y="4677"/>
                  </a:cubicBezTo>
                  <a:lnTo>
                    <a:pt x="1173" y="4677"/>
                  </a:lnTo>
                  <a:cubicBezTo>
                    <a:pt x="1298" y="4677"/>
                    <a:pt x="1400" y="4576"/>
                    <a:pt x="1400" y="4451"/>
                  </a:cubicBezTo>
                  <a:cubicBezTo>
                    <a:pt x="1401" y="4327"/>
                    <a:pt x="1301" y="4226"/>
                    <a:pt x="1178" y="4226"/>
                  </a:cubicBezTo>
                  <a:close/>
                  <a:moveTo>
                    <a:pt x="2195" y="4226"/>
                  </a:moveTo>
                  <a:cubicBezTo>
                    <a:pt x="2071" y="4226"/>
                    <a:pt x="1970" y="4327"/>
                    <a:pt x="1970" y="4451"/>
                  </a:cubicBezTo>
                  <a:cubicBezTo>
                    <a:pt x="1970" y="4576"/>
                    <a:pt x="2071" y="4677"/>
                    <a:pt x="2195" y="4677"/>
                  </a:cubicBezTo>
                  <a:lnTo>
                    <a:pt x="4601" y="4677"/>
                  </a:lnTo>
                  <a:cubicBezTo>
                    <a:pt x="4726" y="4677"/>
                    <a:pt x="4826" y="4576"/>
                    <a:pt x="4827" y="4451"/>
                  </a:cubicBezTo>
                  <a:cubicBezTo>
                    <a:pt x="4827" y="4327"/>
                    <a:pt x="4726" y="4226"/>
                    <a:pt x="4601" y="4226"/>
                  </a:cubicBezTo>
                  <a:close/>
                  <a:moveTo>
                    <a:pt x="8303" y="5100"/>
                  </a:moveTo>
                  <a:cubicBezTo>
                    <a:pt x="8161" y="5100"/>
                    <a:pt x="8045" y="5215"/>
                    <a:pt x="8042" y="5358"/>
                  </a:cubicBezTo>
                  <a:cubicBezTo>
                    <a:pt x="8039" y="5502"/>
                    <a:pt x="8155" y="5621"/>
                    <a:pt x="8299" y="5624"/>
                  </a:cubicBezTo>
                  <a:lnTo>
                    <a:pt x="8308" y="5624"/>
                  </a:lnTo>
                  <a:cubicBezTo>
                    <a:pt x="8450" y="5623"/>
                    <a:pt x="8564" y="5508"/>
                    <a:pt x="8566" y="5367"/>
                  </a:cubicBezTo>
                  <a:cubicBezTo>
                    <a:pt x="8569" y="5222"/>
                    <a:pt x="8453" y="5102"/>
                    <a:pt x="8308" y="5100"/>
                  </a:cubicBezTo>
                  <a:cubicBezTo>
                    <a:pt x="8307" y="5100"/>
                    <a:pt x="8305" y="5100"/>
                    <a:pt x="8303" y="5100"/>
                  </a:cubicBezTo>
                  <a:close/>
                  <a:moveTo>
                    <a:pt x="10660" y="5100"/>
                  </a:moveTo>
                  <a:cubicBezTo>
                    <a:pt x="10516" y="5100"/>
                    <a:pt x="10400" y="5215"/>
                    <a:pt x="10399" y="5358"/>
                  </a:cubicBezTo>
                  <a:cubicBezTo>
                    <a:pt x="10396" y="5502"/>
                    <a:pt x="10510" y="5621"/>
                    <a:pt x="10653" y="5624"/>
                  </a:cubicBezTo>
                  <a:cubicBezTo>
                    <a:pt x="10655" y="5624"/>
                    <a:pt x="10657" y="5624"/>
                    <a:pt x="10659" y="5624"/>
                  </a:cubicBezTo>
                  <a:cubicBezTo>
                    <a:pt x="10802" y="5624"/>
                    <a:pt x="10918" y="5512"/>
                    <a:pt x="10923" y="5368"/>
                  </a:cubicBezTo>
                  <a:lnTo>
                    <a:pt x="10923" y="5367"/>
                  </a:lnTo>
                  <a:cubicBezTo>
                    <a:pt x="10924" y="5222"/>
                    <a:pt x="10810" y="5102"/>
                    <a:pt x="10665" y="5100"/>
                  </a:cubicBezTo>
                  <a:cubicBezTo>
                    <a:pt x="10663" y="5100"/>
                    <a:pt x="10662" y="5100"/>
                    <a:pt x="10660" y="5100"/>
                  </a:cubicBezTo>
                  <a:close/>
                  <a:moveTo>
                    <a:pt x="9089" y="5105"/>
                  </a:moveTo>
                  <a:cubicBezTo>
                    <a:pt x="8944" y="5105"/>
                    <a:pt x="8826" y="5222"/>
                    <a:pt x="8826" y="5367"/>
                  </a:cubicBezTo>
                  <a:cubicBezTo>
                    <a:pt x="8826" y="5511"/>
                    <a:pt x="8944" y="5629"/>
                    <a:pt x="9089" y="5629"/>
                  </a:cubicBezTo>
                  <a:lnTo>
                    <a:pt x="9092" y="5629"/>
                  </a:lnTo>
                  <a:cubicBezTo>
                    <a:pt x="9234" y="5627"/>
                    <a:pt x="9351" y="5511"/>
                    <a:pt x="9351" y="5367"/>
                  </a:cubicBezTo>
                  <a:cubicBezTo>
                    <a:pt x="9351" y="5222"/>
                    <a:pt x="9233" y="5105"/>
                    <a:pt x="9089" y="5105"/>
                  </a:cubicBezTo>
                  <a:close/>
                  <a:moveTo>
                    <a:pt x="9873" y="5105"/>
                  </a:moveTo>
                  <a:cubicBezTo>
                    <a:pt x="9729" y="5105"/>
                    <a:pt x="9611" y="5222"/>
                    <a:pt x="9611" y="5367"/>
                  </a:cubicBezTo>
                  <a:cubicBezTo>
                    <a:pt x="9611" y="5511"/>
                    <a:pt x="9729" y="5629"/>
                    <a:pt x="9873" y="5629"/>
                  </a:cubicBezTo>
                  <a:lnTo>
                    <a:pt x="9876" y="5629"/>
                  </a:lnTo>
                  <a:cubicBezTo>
                    <a:pt x="10019" y="5627"/>
                    <a:pt x="10135" y="5511"/>
                    <a:pt x="10135" y="5367"/>
                  </a:cubicBezTo>
                  <a:cubicBezTo>
                    <a:pt x="10135" y="5222"/>
                    <a:pt x="10019" y="5105"/>
                    <a:pt x="9873" y="5105"/>
                  </a:cubicBezTo>
                  <a:close/>
                  <a:moveTo>
                    <a:pt x="11446" y="5105"/>
                  </a:moveTo>
                  <a:cubicBezTo>
                    <a:pt x="11301" y="5105"/>
                    <a:pt x="11183" y="5222"/>
                    <a:pt x="11183" y="5367"/>
                  </a:cubicBezTo>
                  <a:cubicBezTo>
                    <a:pt x="11183" y="5511"/>
                    <a:pt x="11301" y="5629"/>
                    <a:pt x="11446" y="5629"/>
                  </a:cubicBezTo>
                  <a:cubicBezTo>
                    <a:pt x="11590" y="5629"/>
                    <a:pt x="11708" y="5511"/>
                    <a:pt x="11708" y="5367"/>
                  </a:cubicBezTo>
                  <a:cubicBezTo>
                    <a:pt x="11708" y="5222"/>
                    <a:pt x="11590" y="5105"/>
                    <a:pt x="11446" y="5105"/>
                  </a:cubicBezTo>
                  <a:close/>
                  <a:moveTo>
                    <a:pt x="12230" y="5105"/>
                  </a:moveTo>
                  <a:cubicBezTo>
                    <a:pt x="12086" y="5105"/>
                    <a:pt x="11968" y="5222"/>
                    <a:pt x="11968" y="5367"/>
                  </a:cubicBezTo>
                  <a:cubicBezTo>
                    <a:pt x="11968" y="5511"/>
                    <a:pt x="12086" y="5629"/>
                    <a:pt x="12230" y="5629"/>
                  </a:cubicBezTo>
                  <a:cubicBezTo>
                    <a:pt x="12375" y="5629"/>
                    <a:pt x="12492" y="5511"/>
                    <a:pt x="12492" y="5367"/>
                  </a:cubicBezTo>
                  <a:cubicBezTo>
                    <a:pt x="12492" y="5222"/>
                    <a:pt x="12375" y="5105"/>
                    <a:pt x="12230" y="5105"/>
                  </a:cubicBezTo>
                  <a:close/>
                  <a:moveTo>
                    <a:pt x="237" y="5272"/>
                  </a:moveTo>
                  <a:cubicBezTo>
                    <a:pt x="121" y="5272"/>
                    <a:pt x="23" y="5359"/>
                    <a:pt x="12" y="5475"/>
                  </a:cubicBezTo>
                  <a:cubicBezTo>
                    <a:pt x="0" y="5601"/>
                    <a:pt x="91" y="5711"/>
                    <a:pt x="215" y="5723"/>
                  </a:cubicBezTo>
                  <a:cubicBezTo>
                    <a:pt x="222" y="5723"/>
                    <a:pt x="229" y="5724"/>
                    <a:pt x="237" y="5724"/>
                  </a:cubicBezTo>
                  <a:cubicBezTo>
                    <a:pt x="244" y="5724"/>
                    <a:pt x="252" y="5723"/>
                    <a:pt x="259" y="5723"/>
                  </a:cubicBezTo>
                  <a:lnTo>
                    <a:pt x="1173" y="5723"/>
                  </a:lnTo>
                  <a:cubicBezTo>
                    <a:pt x="1174" y="5723"/>
                    <a:pt x="1175" y="5723"/>
                    <a:pt x="1176" y="5723"/>
                  </a:cubicBezTo>
                  <a:cubicBezTo>
                    <a:pt x="1298" y="5723"/>
                    <a:pt x="1398" y="5623"/>
                    <a:pt x="1400" y="5501"/>
                  </a:cubicBezTo>
                  <a:lnTo>
                    <a:pt x="1400" y="5496"/>
                  </a:lnTo>
                  <a:cubicBezTo>
                    <a:pt x="1400" y="5373"/>
                    <a:pt x="1300" y="5273"/>
                    <a:pt x="1176" y="5273"/>
                  </a:cubicBezTo>
                  <a:lnTo>
                    <a:pt x="259" y="5273"/>
                  </a:lnTo>
                  <a:cubicBezTo>
                    <a:pt x="252" y="5272"/>
                    <a:pt x="244" y="5272"/>
                    <a:pt x="237" y="5272"/>
                  </a:cubicBezTo>
                  <a:close/>
                  <a:moveTo>
                    <a:pt x="5053" y="5272"/>
                  </a:moveTo>
                  <a:cubicBezTo>
                    <a:pt x="4938" y="5272"/>
                    <a:pt x="4838" y="5359"/>
                    <a:pt x="4827" y="5475"/>
                  </a:cubicBezTo>
                  <a:cubicBezTo>
                    <a:pt x="4815" y="5601"/>
                    <a:pt x="4906" y="5711"/>
                    <a:pt x="5030" y="5723"/>
                  </a:cubicBezTo>
                  <a:cubicBezTo>
                    <a:pt x="5037" y="5723"/>
                    <a:pt x="5045" y="5724"/>
                    <a:pt x="5052" y="5724"/>
                  </a:cubicBezTo>
                  <a:cubicBezTo>
                    <a:pt x="5059" y="5724"/>
                    <a:pt x="5067" y="5723"/>
                    <a:pt x="5074" y="5723"/>
                  </a:cubicBezTo>
                  <a:lnTo>
                    <a:pt x="7478" y="5723"/>
                  </a:lnTo>
                  <a:cubicBezTo>
                    <a:pt x="7478" y="5723"/>
                    <a:pt x="7479" y="5723"/>
                    <a:pt x="7480" y="5723"/>
                  </a:cubicBezTo>
                  <a:cubicBezTo>
                    <a:pt x="7603" y="5723"/>
                    <a:pt x="7702" y="5623"/>
                    <a:pt x="7704" y="5501"/>
                  </a:cubicBezTo>
                  <a:lnTo>
                    <a:pt x="7704" y="5496"/>
                  </a:lnTo>
                  <a:cubicBezTo>
                    <a:pt x="7704" y="5373"/>
                    <a:pt x="7604" y="5273"/>
                    <a:pt x="7480" y="5273"/>
                  </a:cubicBezTo>
                  <a:lnTo>
                    <a:pt x="5074" y="5273"/>
                  </a:lnTo>
                  <a:cubicBezTo>
                    <a:pt x="5067" y="5272"/>
                    <a:pt x="5060" y="5272"/>
                    <a:pt x="5053" y="5272"/>
                  </a:cubicBezTo>
                  <a:close/>
                  <a:moveTo>
                    <a:pt x="256" y="6318"/>
                  </a:moveTo>
                  <a:cubicBezTo>
                    <a:pt x="133" y="6318"/>
                    <a:pt x="33" y="6419"/>
                    <a:pt x="33" y="6543"/>
                  </a:cubicBezTo>
                  <a:cubicBezTo>
                    <a:pt x="33" y="6668"/>
                    <a:pt x="133" y="6769"/>
                    <a:pt x="258" y="6769"/>
                  </a:cubicBezTo>
                  <a:lnTo>
                    <a:pt x="1173" y="6769"/>
                  </a:lnTo>
                  <a:cubicBezTo>
                    <a:pt x="1174" y="6769"/>
                    <a:pt x="1175" y="6769"/>
                    <a:pt x="1176" y="6769"/>
                  </a:cubicBezTo>
                  <a:cubicBezTo>
                    <a:pt x="1298" y="6769"/>
                    <a:pt x="1398" y="6670"/>
                    <a:pt x="1400" y="6547"/>
                  </a:cubicBezTo>
                  <a:lnTo>
                    <a:pt x="1400" y="6543"/>
                  </a:lnTo>
                  <a:cubicBezTo>
                    <a:pt x="1400" y="6419"/>
                    <a:pt x="1298" y="6318"/>
                    <a:pt x="1173" y="6318"/>
                  </a:cubicBezTo>
                  <a:lnTo>
                    <a:pt x="259" y="6318"/>
                  </a:lnTo>
                  <a:cubicBezTo>
                    <a:pt x="258" y="6318"/>
                    <a:pt x="257" y="6318"/>
                    <a:pt x="256" y="6318"/>
                  </a:cubicBezTo>
                  <a:close/>
                  <a:moveTo>
                    <a:pt x="5072" y="6318"/>
                  </a:moveTo>
                  <a:cubicBezTo>
                    <a:pt x="4948" y="6318"/>
                    <a:pt x="4848" y="6419"/>
                    <a:pt x="4848" y="6543"/>
                  </a:cubicBezTo>
                  <a:cubicBezTo>
                    <a:pt x="4848" y="6668"/>
                    <a:pt x="4949" y="6769"/>
                    <a:pt x="5073" y="6769"/>
                  </a:cubicBezTo>
                  <a:lnTo>
                    <a:pt x="7478" y="6769"/>
                  </a:lnTo>
                  <a:cubicBezTo>
                    <a:pt x="7478" y="6769"/>
                    <a:pt x="7479" y="6769"/>
                    <a:pt x="7480" y="6769"/>
                  </a:cubicBezTo>
                  <a:cubicBezTo>
                    <a:pt x="7603" y="6769"/>
                    <a:pt x="7702" y="6670"/>
                    <a:pt x="7704" y="6547"/>
                  </a:cubicBezTo>
                  <a:lnTo>
                    <a:pt x="7704" y="6543"/>
                  </a:lnTo>
                  <a:cubicBezTo>
                    <a:pt x="7704" y="6419"/>
                    <a:pt x="7603" y="6318"/>
                    <a:pt x="7478" y="6318"/>
                  </a:cubicBezTo>
                  <a:lnTo>
                    <a:pt x="5074" y="6318"/>
                  </a:lnTo>
                  <a:cubicBezTo>
                    <a:pt x="5073" y="6318"/>
                    <a:pt x="5073" y="6318"/>
                    <a:pt x="5072" y="6318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70"/>
                    <a:pt x="8159" y="7786"/>
                    <a:pt x="8304" y="7786"/>
                  </a:cubicBezTo>
                  <a:lnTo>
                    <a:pt x="8307" y="7786"/>
                  </a:lnTo>
                  <a:cubicBezTo>
                    <a:pt x="8450" y="7786"/>
                    <a:pt x="8566" y="7670"/>
                    <a:pt x="8566" y="7527"/>
                  </a:cubicBezTo>
                  <a:lnTo>
                    <a:pt x="8566" y="7524"/>
                  </a:ln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70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7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70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7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70"/>
                    <a:pt x="10516" y="7786"/>
                    <a:pt x="10661" y="7786"/>
                  </a:cubicBezTo>
                  <a:cubicBezTo>
                    <a:pt x="10805" y="7786"/>
                    <a:pt x="10923" y="7670"/>
                    <a:pt x="10923" y="7524"/>
                  </a:cubicBez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70"/>
                    <a:pt x="11301" y="7786"/>
                    <a:pt x="11446" y="7786"/>
                  </a:cubicBezTo>
                  <a:cubicBezTo>
                    <a:pt x="11590" y="7786"/>
                    <a:pt x="11708" y="7670"/>
                    <a:pt x="11708" y="7524"/>
                  </a:cubicBez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70"/>
                    <a:pt x="12086" y="7786"/>
                    <a:pt x="12230" y="7786"/>
                  </a:cubicBezTo>
                  <a:cubicBezTo>
                    <a:pt x="12376" y="7786"/>
                    <a:pt x="12492" y="7670"/>
                    <a:pt x="12492" y="7524"/>
                  </a:cubicBez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259" y="7365"/>
                  </a:moveTo>
                  <a:cubicBezTo>
                    <a:pt x="134" y="7365"/>
                    <a:pt x="33" y="7466"/>
                    <a:pt x="33" y="7591"/>
                  </a:cubicBezTo>
                  <a:cubicBezTo>
                    <a:pt x="34" y="7716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174" y="7816"/>
                    <a:pt x="1175" y="7816"/>
                    <a:pt x="1176" y="7816"/>
                  </a:cubicBezTo>
                  <a:cubicBezTo>
                    <a:pt x="1298" y="7816"/>
                    <a:pt x="1398" y="7718"/>
                    <a:pt x="1400" y="7594"/>
                  </a:cubicBezTo>
                  <a:lnTo>
                    <a:pt x="1400" y="7591"/>
                  </a:lnTo>
                  <a:cubicBezTo>
                    <a:pt x="1400" y="7466"/>
                    <a:pt x="1298" y="7365"/>
                    <a:pt x="1173" y="7365"/>
                  </a:cubicBezTo>
                  <a:close/>
                  <a:moveTo>
                    <a:pt x="5074" y="7365"/>
                  </a:moveTo>
                  <a:cubicBezTo>
                    <a:pt x="4949" y="7365"/>
                    <a:pt x="4848" y="7466"/>
                    <a:pt x="4850" y="7591"/>
                  </a:cubicBezTo>
                  <a:cubicBezTo>
                    <a:pt x="4850" y="7716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478" y="7816"/>
                    <a:pt x="7479" y="7816"/>
                    <a:pt x="7480" y="7816"/>
                  </a:cubicBezTo>
                  <a:cubicBezTo>
                    <a:pt x="7603" y="7816"/>
                    <a:pt x="7702" y="7718"/>
                    <a:pt x="7704" y="7594"/>
                  </a:cubicBezTo>
                  <a:lnTo>
                    <a:pt x="7704" y="7591"/>
                  </a:lnTo>
                  <a:cubicBezTo>
                    <a:pt x="7704" y="7466"/>
                    <a:pt x="7603" y="7365"/>
                    <a:pt x="7478" y="736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40">
            <a:extLst>
              <a:ext uri="{FF2B5EF4-FFF2-40B4-BE49-F238E27FC236}">
                <a16:creationId xmlns:a16="http://schemas.microsoft.com/office/drawing/2014/main" id="{1838AB80-AA66-0B83-4E6E-9FD2F28F516A}"/>
              </a:ext>
            </a:extLst>
          </p:cNvPr>
          <p:cNvGrpSpPr/>
          <p:nvPr/>
        </p:nvGrpSpPr>
        <p:grpSpPr>
          <a:xfrm>
            <a:off x="430727" y="297499"/>
            <a:ext cx="1009703" cy="130500"/>
            <a:chOff x="5461400" y="616025"/>
            <a:chExt cx="1009703" cy="130500"/>
          </a:xfrm>
        </p:grpSpPr>
        <p:sp>
          <p:nvSpPr>
            <p:cNvPr id="1037" name="Google Shape;1037;p40">
              <a:extLst>
                <a:ext uri="{FF2B5EF4-FFF2-40B4-BE49-F238E27FC236}">
                  <a16:creationId xmlns:a16="http://schemas.microsoft.com/office/drawing/2014/main" id="{E8D2CBE7-E6CD-CBD7-C481-711E366471A5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0">
              <a:extLst>
                <a:ext uri="{FF2B5EF4-FFF2-40B4-BE49-F238E27FC236}">
                  <a16:creationId xmlns:a16="http://schemas.microsoft.com/office/drawing/2014/main" id="{0DE65189-AD42-AA19-BCAD-80EFAEC781FB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0">
              <a:extLst>
                <a:ext uri="{FF2B5EF4-FFF2-40B4-BE49-F238E27FC236}">
                  <a16:creationId xmlns:a16="http://schemas.microsoft.com/office/drawing/2014/main" id="{7E1DDD24-0963-1926-263F-6BCCF2185CE7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0">
              <a:extLst>
                <a:ext uri="{FF2B5EF4-FFF2-40B4-BE49-F238E27FC236}">
                  <a16:creationId xmlns:a16="http://schemas.microsoft.com/office/drawing/2014/main" id="{52D88917-C74E-BEAB-F95A-B7D68E104405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0">
              <a:extLst>
                <a:ext uri="{FF2B5EF4-FFF2-40B4-BE49-F238E27FC236}">
                  <a16:creationId xmlns:a16="http://schemas.microsoft.com/office/drawing/2014/main" id="{974CA63D-C3CA-4D8F-9ED3-8B0FF30E116D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" name="Google Shape;1042;p40">
            <a:extLst>
              <a:ext uri="{FF2B5EF4-FFF2-40B4-BE49-F238E27FC236}">
                <a16:creationId xmlns:a16="http://schemas.microsoft.com/office/drawing/2014/main" id="{62249967-4D66-9504-C673-CC36DADCCE8E}"/>
              </a:ext>
            </a:extLst>
          </p:cNvPr>
          <p:cNvGrpSpPr/>
          <p:nvPr/>
        </p:nvGrpSpPr>
        <p:grpSpPr>
          <a:xfrm>
            <a:off x="7555978" y="4611946"/>
            <a:ext cx="1009703" cy="130500"/>
            <a:chOff x="5461400" y="616025"/>
            <a:chExt cx="1009703" cy="130500"/>
          </a:xfrm>
        </p:grpSpPr>
        <p:sp>
          <p:nvSpPr>
            <p:cNvPr id="1043" name="Google Shape;1043;p40">
              <a:extLst>
                <a:ext uri="{FF2B5EF4-FFF2-40B4-BE49-F238E27FC236}">
                  <a16:creationId xmlns:a16="http://schemas.microsoft.com/office/drawing/2014/main" id="{B5E9EBCE-5637-445D-924D-BFF2B2A0D084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0">
              <a:extLst>
                <a:ext uri="{FF2B5EF4-FFF2-40B4-BE49-F238E27FC236}">
                  <a16:creationId xmlns:a16="http://schemas.microsoft.com/office/drawing/2014/main" id="{FD87464A-25E7-4D38-FA30-76A5F5DC0021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5" name="Google Shape;1045;p40">
              <a:extLst>
                <a:ext uri="{FF2B5EF4-FFF2-40B4-BE49-F238E27FC236}">
                  <a16:creationId xmlns:a16="http://schemas.microsoft.com/office/drawing/2014/main" id="{DC560562-97AC-15C1-539C-7D1D4097B4D0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0">
              <a:extLst>
                <a:ext uri="{FF2B5EF4-FFF2-40B4-BE49-F238E27FC236}">
                  <a16:creationId xmlns:a16="http://schemas.microsoft.com/office/drawing/2014/main" id="{A8298C92-FC68-6BFF-A6A6-C6F6A9CCDE0B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0">
              <a:extLst>
                <a:ext uri="{FF2B5EF4-FFF2-40B4-BE49-F238E27FC236}">
                  <a16:creationId xmlns:a16="http://schemas.microsoft.com/office/drawing/2014/main" id="{B65BA0B3-FA4D-007A-8F27-D193E9CDE619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FB4FBB30-F8A7-BBE7-FD92-680A15B69720}"/>
              </a:ext>
            </a:extLst>
          </p:cNvPr>
          <p:cNvSpPr/>
          <p:nvPr/>
        </p:nvSpPr>
        <p:spPr>
          <a:xfrm>
            <a:off x="510062" y="880794"/>
            <a:ext cx="265223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Detection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37410EC-1B77-F657-6ECB-13A7A8F9FC4A}"/>
              </a:ext>
            </a:extLst>
          </p:cNvPr>
          <p:cNvSpPr/>
          <p:nvPr/>
        </p:nvSpPr>
        <p:spPr>
          <a:xfrm>
            <a:off x="365282" y="1303704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accurately detect and recognize faces in live video streams.</a:t>
            </a: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8D93232-D3C7-7544-EB11-69ED409255E2}"/>
              </a:ext>
            </a:extLst>
          </p:cNvPr>
          <p:cNvSpPr/>
          <p:nvPr/>
        </p:nvSpPr>
        <p:spPr>
          <a:xfrm>
            <a:off x="510062" y="3182632"/>
            <a:ext cx="265223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Voice Confirmations</a:t>
            </a:r>
            <a:endParaRPr lang="en-US" sz="18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1354F6C-555E-87D0-C3F2-35F3CE6D9128}"/>
              </a:ext>
            </a:extLst>
          </p:cNvPr>
          <p:cNvSpPr/>
          <p:nvPr/>
        </p:nvSpPr>
        <p:spPr>
          <a:xfrm>
            <a:off x="365282" y="360554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provide instant audio feedback upon successful attendance marking.</a:t>
            </a: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BA9EEC8-6FA5-2238-EB6F-EF7D3D5D2054}"/>
              </a:ext>
            </a:extLst>
          </p:cNvPr>
          <p:cNvSpPr/>
          <p:nvPr/>
        </p:nvSpPr>
        <p:spPr>
          <a:xfrm>
            <a:off x="5393938" y="880794"/>
            <a:ext cx="3240000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Automated Record-Keeping</a:t>
            </a: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A36A6E9-DCC1-6234-5E35-199FA451CC54}"/>
              </a:ext>
            </a:extLst>
          </p:cNvPr>
          <p:cNvSpPr/>
          <p:nvPr/>
        </p:nvSpPr>
        <p:spPr>
          <a:xfrm>
            <a:off x="5523990" y="130513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automatically log attendance entries into a structured CSV format.</a:t>
            </a:r>
            <a:endParaRPr lang="en-US" dirty="0">
              <a:latin typeface="Karu Italic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594D9D8-8DA6-C978-BCB3-203681B1F4FD}"/>
              </a:ext>
            </a:extLst>
          </p:cNvPr>
          <p:cNvSpPr/>
          <p:nvPr/>
        </p:nvSpPr>
        <p:spPr>
          <a:xfrm>
            <a:off x="6073140" y="3182632"/>
            <a:ext cx="2560798" cy="354330"/>
          </a:xfrm>
          <a:prstGeom prst="rect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800" b="1" dirty="0">
                <a:latin typeface="Lato Bold" pitchFamily="34" charset="0"/>
                <a:ea typeface="Lato Bold" pitchFamily="34" charset="-122"/>
              </a:rPr>
              <a:t>Intuitive Dashboard</a:t>
            </a:r>
            <a:endParaRPr lang="en-US" sz="18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8964A6F-E663-925B-F66C-14C06FB6D396}"/>
              </a:ext>
            </a:extLst>
          </p:cNvPr>
          <p:cNvSpPr/>
          <p:nvPr/>
        </p:nvSpPr>
        <p:spPr>
          <a:xfrm>
            <a:off x="5798823" y="3605542"/>
            <a:ext cx="2979895" cy="71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dirty="0"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To visualize attendance data through an easy-to-understand interface.</a:t>
            </a:r>
            <a:endParaRPr lang="en-US" dirty="0">
              <a:latin typeface="Karu Italic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C04E3-43D2-490A-3A21-E96798D1618E}"/>
              </a:ext>
            </a:extLst>
          </p:cNvPr>
          <p:cNvSpPr txBox="1"/>
          <p:nvPr/>
        </p:nvSpPr>
        <p:spPr>
          <a:xfrm>
            <a:off x="365282" y="2324753"/>
            <a:ext cx="8040029" cy="43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Redhawk" pitchFamily="50" charset="0"/>
              </a:rPr>
              <a:t>        THE CORE                    OBJECTIVES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2D5E3E-A615-9D68-C916-5BF5757F5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59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>
          <a:extLst>
            <a:ext uri="{FF2B5EF4-FFF2-40B4-BE49-F238E27FC236}">
              <a16:creationId xmlns:a16="http://schemas.microsoft.com/office/drawing/2014/main" id="{75E656AC-32B9-18FB-D1D5-758178DB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42">
            <a:extLst>
              <a:ext uri="{FF2B5EF4-FFF2-40B4-BE49-F238E27FC236}">
                <a16:creationId xmlns:a16="http://schemas.microsoft.com/office/drawing/2014/main" id="{3F29A549-3100-A604-B522-17F5C4361255}"/>
              </a:ext>
            </a:extLst>
          </p:cNvPr>
          <p:cNvGrpSpPr/>
          <p:nvPr/>
        </p:nvGrpSpPr>
        <p:grpSpPr>
          <a:xfrm>
            <a:off x="7479543" y="320248"/>
            <a:ext cx="1009703" cy="130500"/>
            <a:chOff x="5461400" y="616025"/>
            <a:chExt cx="1009703" cy="130500"/>
          </a:xfrm>
        </p:grpSpPr>
        <p:sp>
          <p:nvSpPr>
            <p:cNvPr id="1276" name="Google Shape;1276;p42">
              <a:extLst>
                <a:ext uri="{FF2B5EF4-FFF2-40B4-BE49-F238E27FC236}">
                  <a16:creationId xmlns:a16="http://schemas.microsoft.com/office/drawing/2014/main" id="{6ED8B5BD-5C48-899A-2DB9-4CEA07439037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2">
              <a:extLst>
                <a:ext uri="{FF2B5EF4-FFF2-40B4-BE49-F238E27FC236}">
                  <a16:creationId xmlns:a16="http://schemas.microsoft.com/office/drawing/2014/main" id="{CDEC244E-0D02-DB2E-5354-7BCC4A38166C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2">
              <a:extLst>
                <a:ext uri="{FF2B5EF4-FFF2-40B4-BE49-F238E27FC236}">
                  <a16:creationId xmlns:a16="http://schemas.microsoft.com/office/drawing/2014/main" id="{41E431E5-B027-26E2-86AB-894BAD9FAF18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2">
              <a:extLst>
                <a:ext uri="{FF2B5EF4-FFF2-40B4-BE49-F238E27FC236}">
                  <a16:creationId xmlns:a16="http://schemas.microsoft.com/office/drawing/2014/main" id="{70F39318-613A-C3D6-00A0-838EC105D6A9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2">
              <a:extLst>
                <a:ext uri="{FF2B5EF4-FFF2-40B4-BE49-F238E27FC236}">
                  <a16:creationId xmlns:a16="http://schemas.microsoft.com/office/drawing/2014/main" id="{64E2765C-C256-56FE-7F44-1320C0F7CEAB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2">
            <a:extLst>
              <a:ext uri="{FF2B5EF4-FFF2-40B4-BE49-F238E27FC236}">
                <a16:creationId xmlns:a16="http://schemas.microsoft.com/office/drawing/2014/main" id="{22A8E0AF-1967-BBE1-0D41-A4FF7014A17A}"/>
              </a:ext>
            </a:extLst>
          </p:cNvPr>
          <p:cNvGrpSpPr/>
          <p:nvPr/>
        </p:nvGrpSpPr>
        <p:grpSpPr>
          <a:xfrm>
            <a:off x="720000" y="4692751"/>
            <a:ext cx="1009703" cy="130500"/>
            <a:chOff x="5461400" y="616025"/>
            <a:chExt cx="1009703" cy="130500"/>
          </a:xfrm>
        </p:grpSpPr>
        <p:sp>
          <p:nvSpPr>
            <p:cNvPr id="1282" name="Google Shape;1282;p42">
              <a:extLst>
                <a:ext uri="{FF2B5EF4-FFF2-40B4-BE49-F238E27FC236}">
                  <a16:creationId xmlns:a16="http://schemas.microsoft.com/office/drawing/2014/main" id="{EEEB4F89-20FA-BC5B-4DA7-DAE09F5368D9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2">
              <a:extLst>
                <a:ext uri="{FF2B5EF4-FFF2-40B4-BE49-F238E27FC236}">
                  <a16:creationId xmlns:a16="http://schemas.microsoft.com/office/drawing/2014/main" id="{059B8588-7AC9-7EB7-5C30-07E1A48A6773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2">
              <a:extLst>
                <a:ext uri="{FF2B5EF4-FFF2-40B4-BE49-F238E27FC236}">
                  <a16:creationId xmlns:a16="http://schemas.microsoft.com/office/drawing/2014/main" id="{4B65E847-9C2C-FE14-112D-E1E5177970AE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" name="Google Shape;1285;p42">
              <a:extLst>
                <a:ext uri="{FF2B5EF4-FFF2-40B4-BE49-F238E27FC236}">
                  <a16:creationId xmlns:a16="http://schemas.microsoft.com/office/drawing/2014/main" id="{909D5D89-D7F2-070B-865B-117F6841E1FE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2">
              <a:extLst>
                <a:ext uri="{FF2B5EF4-FFF2-40B4-BE49-F238E27FC236}">
                  <a16:creationId xmlns:a16="http://schemas.microsoft.com/office/drawing/2014/main" id="{3D3435EB-8270-94CF-E1CE-9068C23E9142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BF4DCBEF-23CE-806B-086D-178F32B873CD}"/>
              </a:ext>
            </a:extLst>
          </p:cNvPr>
          <p:cNvSpPr/>
          <p:nvPr/>
        </p:nvSpPr>
        <p:spPr>
          <a:xfrm>
            <a:off x="1401335" y="421013"/>
            <a:ext cx="63413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Existing System   vs   Proposed System</a:t>
            </a:r>
            <a:endParaRPr lang="en-US" sz="2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8FFF7F-0272-5E2F-C95C-3E732F9BB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934302"/>
              </p:ext>
            </p:extLst>
          </p:nvPr>
        </p:nvGraphicFramePr>
        <p:xfrm>
          <a:off x="831623" y="1878874"/>
          <a:ext cx="7480750" cy="24612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34416">
                  <a:extLst>
                    <a:ext uri="{9D8B030D-6E8A-4147-A177-3AD203B41FA5}">
                      <a16:colId xmlns:a16="http://schemas.microsoft.com/office/drawing/2014/main" val="110322906"/>
                    </a:ext>
                  </a:extLst>
                </a:gridCol>
                <a:gridCol w="3124615">
                  <a:extLst>
                    <a:ext uri="{9D8B030D-6E8A-4147-A177-3AD203B41FA5}">
                      <a16:colId xmlns:a16="http://schemas.microsoft.com/office/drawing/2014/main" val="3258114806"/>
                    </a:ext>
                  </a:extLst>
                </a:gridCol>
                <a:gridCol w="3121719">
                  <a:extLst>
                    <a:ext uri="{9D8B030D-6E8A-4147-A177-3AD203B41FA5}">
                      <a16:colId xmlns:a16="http://schemas.microsoft.com/office/drawing/2014/main" val="1615214113"/>
                    </a:ext>
                  </a:extLst>
                </a:gridCol>
              </a:tblGrid>
              <a:tr h="622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282824"/>
                          </a:solidFill>
                          <a:latin typeface="Lato Bold" pitchFamily="34" charset="0"/>
                          <a:ea typeface="Lato Bold" pitchFamily="34" charset="-122"/>
                          <a:cs typeface="Lato Bold" pitchFamily="34" charset="-120"/>
                        </a:rPr>
                        <a:t>Method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Manual roll-call, RFID, Fingerprint scanners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Face Recognition</a:t>
                      </a: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 (OpenCV + K-Nearest Neighbors)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943077"/>
                  </a:ext>
                </a:extLst>
              </a:tr>
              <a:tr h="5398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282824"/>
                          </a:solidFill>
                          <a:latin typeface="Lato Bold" pitchFamily="34" charset="0"/>
                          <a:ea typeface="Lato Bold" pitchFamily="34" charset="-122"/>
                          <a:cs typeface="Lato Bold" pitchFamily="34" charset="-120"/>
                        </a:rPr>
                        <a:t>Contact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 (physical interaction)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None</a:t>
                      </a: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 (contactless)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673892"/>
                  </a:ext>
                </a:extLst>
              </a:tr>
              <a:tr h="5398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282824"/>
                          </a:solidFill>
                          <a:latin typeface="Lato Bold" pitchFamily="34" charset="0"/>
                          <a:ea typeface="Lato Bold" pitchFamily="34" charset="-122"/>
                          <a:cs typeface="Lato Bold" pitchFamily="34" charset="-120"/>
                        </a:rPr>
                        <a:t>Efficiency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Slow, error-prone, time-consuming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Fast, accurate, automated</a:t>
                      </a: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 CSV logging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6574"/>
                  </a:ext>
                </a:extLst>
              </a:tr>
              <a:tr h="695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282824"/>
                          </a:solidFill>
                          <a:latin typeface="Lato Bold" pitchFamily="34" charset="0"/>
                          <a:ea typeface="Lato Bold" pitchFamily="34" charset="-122"/>
                          <a:cs typeface="Lato Bold" pitchFamily="34" charset="-120"/>
                        </a:rPr>
                        <a:t>Feedback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Minimal or none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Real-time voice confirmation</a:t>
                      </a:r>
                      <a:r>
                        <a:rPr lang="en-US" sz="13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 and dashboard visualization</a:t>
                      </a:r>
                      <a:endParaRPr lang="en-US" sz="1300" dirty="0"/>
                    </a:p>
                    <a:p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552342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77A2AF-E760-BBD5-BC5D-F49362AE04B7}"/>
              </a:ext>
            </a:extLst>
          </p:cNvPr>
          <p:cNvCxnSpPr>
            <a:cxnSpLocks/>
          </p:cNvCxnSpPr>
          <p:nvPr/>
        </p:nvCxnSpPr>
        <p:spPr>
          <a:xfrm>
            <a:off x="2521752" y="1031840"/>
            <a:ext cx="41004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A875C1-2AA5-C63C-DB56-ECD37C7F23A6}"/>
              </a:ext>
            </a:extLst>
          </p:cNvPr>
          <p:cNvSpPr txBox="1"/>
          <p:nvPr/>
        </p:nvSpPr>
        <p:spPr>
          <a:xfrm>
            <a:off x="1161012" y="1114645"/>
            <a:ext cx="6538332" cy="41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Our system offers a significant leap in convenience, hygiene, and data accuracy.</a:t>
            </a:r>
            <a:endParaRPr lang="en-US" dirty="0">
              <a:latin typeface="Karu Italic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ED636D-D7FA-6318-FCB6-D3933E3F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1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>
          <a:extLst>
            <a:ext uri="{FF2B5EF4-FFF2-40B4-BE49-F238E27FC236}">
              <a16:creationId xmlns:a16="http://schemas.microsoft.com/office/drawing/2014/main" id="{D97C8C23-12B4-91F5-333F-07F9835A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1">
            <a:extLst>
              <a:ext uri="{FF2B5EF4-FFF2-40B4-BE49-F238E27FC236}">
                <a16:creationId xmlns:a16="http://schemas.microsoft.com/office/drawing/2014/main" id="{18984700-D2EC-47AA-9F4F-5ED5844A1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2616" y="1745408"/>
            <a:ext cx="1929921" cy="718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Python</a:t>
            </a:r>
            <a:endParaRPr sz="3600" dirty="0"/>
          </a:p>
        </p:txBody>
      </p:sp>
      <p:sp>
        <p:nvSpPr>
          <p:cNvPr id="1254" name="Google Shape;1254;p41">
            <a:extLst>
              <a:ext uri="{FF2B5EF4-FFF2-40B4-BE49-F238E27FC236}">
                <a16:creationId xmlns:a16="http://schemas.microsoft.com/office/drawing/2014/main" id="{EBC6C25B-DEDE-F295-7198-E2F0A03B462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0452" y="1226049"/>
            <a:ext cx="3788857" cy="718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Programming Language</a:t>
            </a:r>
            <a:endParaRPr sz="2000" dirty="0"/>
          </a:p>
        </p:txBody>
      </p:sp>
      <p:grpSp>
        <p:nvGrpSpPr>
          <p:cNvPr id="1256" name="Google Shape;1256;p41">
            <a:extLst>
              <a:ext uri="{FF2B5EF4-FFF2-40B4-BE49-F238E27FC236}">
                <a16:creationId xmlns:a16="http://schemas.microsoft.com/office/drawing/2014/main" id="{61F5B5D7-69C3-5455-B1BD-C1F79687734B}"/>
              </a:ext>
            </a:extLst>
          </p:cNvPr>
          <p:cNvGrpSpPr/>
          <p:nvPr/>
        </p:nvGrpSpPr>
        <p:grpSpPr>
          <a:xfrm>
            <a:off x="7421075" y="413122"/>
            <a:ext cx="1009703" cy="130500"/>
            <a:chOff x="5461400" y="616025"/>
            <a:chExt cx="1009703" cy="130500"/>
          </a:xfrm>
        </p:grpSpPr>
        <p:sp>
          <p:nvSpPr>
            <p:cNvPr id="1257" name="Google Shape;1257;p41">
              <a:extLst>
                <a:ext uri="{FF2B5EF4-FFF2-40B4-BE49-F238E27FC236}">
                  <a16:creationId xmlns:a16="http://schemas.microsoft.com/office/drawing/2014/main" id="{04E36686-48F5-5F86-433F-AD0E657A1C57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1">
              <a:extLst>
                <a:ext uri="{FF2B5EF4-FFF2-40B4-BE49-F238E27FC236}">
                  <a16:creationId xmlns:a16="http://schemas.microsoft.com/office/drawing/2014/main" id="{C4F4E439-ACC6-1236-A660-15EDD725EC25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1">
              <a:extLst>
                <a:ext uri="{FF2B5EF4-FFF2-40B4-BE49-F238E27FC236}">
                  <a16:creationId xmlns:a16="http://schemas.microsoft.com/office/drawing/2014/main" id="{4495D93F-5315-F808-D684-DB8C549207C0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1">
              <a:extLst>
                <a:ext uri="{FF2B5EF4-FFF2-40B4-BE49-F238E27FC236}">
                  <a16:creationId xmlns:a16="http://schemas.microsoft.com/office/drawing/2014/main" id="{9CDA6EF8-6160-C765-67F1-AA78E84BED1E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1">
              <a:extLst>
                <a:ext uri="{FF2B5EF4-FFF2-40B4-BE49-F238E27FC236}">
                  <a16:creationId xmlns:a16="http://schemas.microsoft.com/office/drawing/2014/main" id="{F172A5CB-8A1A-AB98-28A9-BFDAF860095B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41">
            <a:extLst>
              <a:ext uri="{FF2B5EF4-FFF2-40B4-BE49-F238E27FC236}">
                <a16:creationId xmlns:a16="http://schemas.microsoft.com/office/drawing/2014/main" id="{C41B53E9-0875-326C-6ABF-0CEDBC7B3A38}"/>
              </a:ext>
            </a:extLst>
          </p:cNvPr>
          <p:cNvGrpSpPr/>
          <p:nvPr/>
        </p:nvGrpSpPr>
        <p:grpSpPr>
          <a:xfrm>
            <a:off x="843659" y="4618410"/>
            <a:ext cx="1009703" cy="130500"/>
            <a:chOff x="5461400" y="616025"/>
            <a:chExt cx="1009703" cy="130500"/>
          </a:xfrm>
        </p:grpSpPr>
        <p:sp>
          <p:nvSpPr>
            <p:cNvPr id="1263" name="Google Shape;1263;p41">
              <a:extLst>
                <a:ext uri="{FF2B5EF4-FFF2-40B4-BE49-F238E27FC236}">
                  <a16:creationId xmlns:a16="http://schemas.microsoft.com/office/drawing/2014/main" id="{73BC3965-0933-C583-7DB4-1E248D66AAE1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1">
              <a:extLst>
                <a:ext uri="{FF2B5EF4-FFF2-40B4-BE49-F238E27FC236}">
                  <a16:creationId xmlns:a16="http://schemas.microsoft.com/office/drawing/2014/main" id="{206DC093-B3AB-C825-E995-0DA2CB18E204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1">
              <a:extLst>
                <a:ext uri="{FF2B5EF4-FFF2-40B4-BE49-F238E27FC236}">
                  <a16:creationId xmlns:a16="http://schemas.microsoft.com/office/drawing/2014/main" id="{F6BEF502-9F5C-A2B8-DB53-61B1D63A101F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1">
              <a:extLst>
                <a:ext uri="{FF2B5EF4-FFF2-40B4-BE49-F238E27FC236}">
                  <a16:creationId xmlns:a16="http://schemas.microsoft.com/office/drawing/2014/main" id="{A164E35B-4BA8-89D6-701D-220805358E87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1">
              <a:extLst>
                <a:ext uri="{FF2B5EF4-FFF2-40B4-BE49-F238E27FC236}">
                  <a16:creationId xmlns:a16="http://schemas.microsoft.com/office/drawing/2014/main" id="{91CB129E-5DC2-6DEC-427C-6675B0C76CE9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4651A2E-BE26-8335-281B-85442ADAD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BCB1DC7-6B49-C6A3-5029-D9E25461B5A9}"/>
              </a:ext>
            </a:extLst>
          </p:cNvPr>
          <p:cNvGrpSpPr/>
          <p:nvPr/>
        </p:nvGrpSpPr>
        <p:grpSpPr>
          <a:xfrm>
            <a:off x="4222685" y="1236846"/>
            <a:ext cx="4399328" cy="3744467"/>
            <a:chOff x="4249372" y="970146"/>
            <a:chExt cx="4399328" cy="3744467"/>
          </a:xfrm>
        </p:grpSpPr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0EFF8333-0569-3E84-CF7E-0127DFC2C1FA}"/>
                </a:ext>
              </a:extLst>
            </p:cNvPr>
            <p:cNvSpPr/>
            <p:nvPr/>
          </p:nvSpPr>
          <p:spPr>
            <a:xfrm>
              <a:off x="4458347" y="970146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1800" b="1" u="sng" dirty="0">
                  <a:solidFill>
                    <a:srgbClr val="282824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Core Libraries</a:t>
              </a:r>
              <a:endParaRPr lang="en-US" sz="1800" u="sng" dirty="0"/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52FECAFD-5639-71A2-3DFA-BBF7691221B3}"/>
                </a:ext>
              </a:extLst>
            </p:cNvPr>
            <p:cNvSpPr/>
            <p:nvPr/>
          </p:nvSpPr>
          <p:spPr>
            <a:xfrm>
              <a:off x="4249375" y="1483258"/>
              <a:ext cx="439932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q"/>
              </a:pPr>
              <a:r>
                <a:rPr lang="en-US" sz="1200" b="1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OpenCV:</a:t>
              </a:r>
              <a:r>
                <a:rPr lang="en-US" sz="12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For real-time video capture, image processing, and face detection (Haar Cascade).</a:t>
              </a:r>
              <a:endParaRPr lang="en-US" sz="1200" dirty="0"/>
            </a:p>
          </p:txBody>
        </p:sp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9CE86EAB-25BD-B10D-873A-35B66C822485}"/>
                </a:ext>
              </a:extLst>
            </p:cNvPr>
            <p:cNvSpPr/>
            <p:nvPr/>
          </p:nvSpPr>
          <p:spPr>
            <a:xfrm>
              <a:off x="4249373" y="2104168"/>
              <a:ext cx="439932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q"/>
              </a:pPr>
              <a:r>
                <a:rPr lang="en-US" sz="1200" b="1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NumPy &amp; Pickle:</a:t>
              </a:r>
              <a:r>
                <a:rPr lang="en-US" sz="12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Essential for efficient numerical operations and serialization/deserialization of face data.</a:t>
              </a:r>
              <a:endParaRPr lang="en-US" sz="1200" dirty="0"/>
            </a:p>
          </p:txBody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418A0B21-5C3A-1576-89E1-042CCA3CCF33}"/>
                </a:ext>
              </a:extLst>
            </p:cNvPr>
            <p:cNvSpPr/>
            <p:nvPr/>
          </p:nvSpPr>
          <p:spPr>
            <a:xfrm>
              <a:off x="4249373" y="2736033"/>
              <a:ext cx="439932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q"/>
              </a:pPr>
              <a:r>
                <a:rPr lang="en-US" sz="1200" b="1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scikit-learn:</a:t>
              </a:r>
              <a:r>
                <a:rPr lang="en-US" sz="12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Implements the K-Nearest Neighbors (KNN) algorithm for robust face recognition.</a:t>
              </a:r>
              <a:endParaRPr lang="en-US" sz="1200" dirty="0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6CC12312-238E-BB9D-73FD-8305D9220E8F}"/>
                </a:ext>
              </a:extLst>
            </p:cNvPr>
            <p:cNvSpPr/>
            <p:nvPr/>
          </p:nvSpPr>
          <p:spPr>
            <a:xfrm>
              <a:off x="4249373" y="3356943"/>
              <a:ext cx="439932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q"/>
              </a:pPr>
              <a:r>
                <a:rPr lang="en-US" sz="1200" b="1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Pandas &amp; Streamlit:</a:t>
              </a:r>
              <a:r>
                <a:rPr lang="en-US" sz="12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Pandas for data manipulation (CSV), and Streamlit for creating the interactive attendance dashboard.</a:t>
              </a:r>
              <a:endParaRPr lang="en-US" sz="1200" dirty="0"/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9B191C21-1828-52F4-B3DB-018DC53F335E}"/>
                </a:ext>
              </a:extLst>
            </p:cNvPr>
            <p:cNvSpPr/>
            <p:nvPr/>
          </p:nvSpPr>
          <p:spPr>
            <a:xfrm>
              <a:off x="4249372" y="3988808"/>
              <a:ext cx="439932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q"/>
              </a:pPr>
              <a:r>
                <a:rPr lang="en-US" sz="1200" b="1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win32com:</a:t>
              </a:r>
              <a:r>
                <a:rPr lang="en-US" sz="1200" dirty="0">
                  <a:solidFill>
                    <a:srgbClr val="4A4A4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Facilitates text-to-speech functionality for voice confirmations.</a:t>
              </a:r>
              <a:endParaRPr lang="en-US" sz="12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34D5672-0193-FD6B-8F15-9D37E3861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71" y="2377502"/>
            <a:ext cx="2240908" cy="2240908"/>
          </a:xfrm>
          <a:prstGeom prst="rect">
            <a:avLst/>
          </a:prstGeom>
        </p:spPr>
      </p:pic>
      <p:sp>
        <p:nvSpPr>
          <p:cNvPr id="17" name="Google Shape;652;p38">
            <a:extLst>
              <a:ext uri="{FF2B5EF4-FFF2-40B4-BE49-F238E27FC236}">
                <a16:creationId xmlns:a16="http://schemas.microsoft.com/office/drawing/2014/main" id="{926265B8-481B-404B-04BF-25C3305FF408}"/>
              </a:ext>
            </a:extLst>
          </p:cNvPr>
          <p:cNvSpPr txBox="1">
            <a:spLocks/>
          </p:cNvSpPr>
          <p:nvPr/>
        </p:nvSpPr>
        <p:spPr>
          <a:xfrm>
            <a:off x="2069853" y="423526"/>
            <a:ext cx="5004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useoModerno Medium"/>
              <a:buNone/>
              <a:defRPr sz="5000" b="0" i="0" u="none" strike="noStrike" cap="none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"/>
              <a:buNone/>
              <a:defRPr sz="3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</a:rPr>
              <a:t>Key Technologies &amp; Libraries</a:t>
            </a:r>
            <a:endParaRPr lang="en-US" sz="3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C25536-1E2C-E27F-E55A-545EA979AFFC}"/>
              </a:ext>
            </a:extLst>
          </p:cNvPr>
          <p:cNvCxnSpPr/>
          <p:nvPr/>
        </p:nvCxnSpPr>
        <p:spPr>
          <a:xfrm>
            <a:off x="2951356" y="1017725"/>
            <a:ext cx="32412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47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41"/>
          <p:cNvGrpSpPr/>
          <p:nvPr/>
        </p:nvGrpSpPr>
        <p:grpSpPr>
          <a:xfrm>
            <a:off x="7421075" y="309046"/>
            <a:ext cx="1009703" cy="130500"/>
            <a:chOff x="5461400" y="616025"/>
            <a:chExt cx="1009703" cy="130500"/>
          </a:xfrm>
        </p:grpSpPr>
        <p:sp>
          <p:nvSpPr>
            <p:cNvPr id="1257" name="Google Shape;1257;p4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41"/>
          <p:cNvGrpSpPr/>
          <p:nvPr/>
        </p:nvGrpSpPr>
        <p:grpSpPr>
          <a:xfrm>
            <a:off x="836225" y="4733690"/>
            <a:ext cx="1009703" cy="130500"/>
            <a:chOff x="5461400" y="616025"/>
            <a:chExt cx="1009703" cy="130500"/>
          </a:xfrm>
        </p:grpSpPr>
        <p:sp>
          <p:nvSpPr>
            <p:cNvPr id="1263" name="Google Shape;1263;p4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02100133-F6E6-C1A6-90AC-024D6212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25" y="852888"/>
            <a:ext cx="220385" cy="275511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C5B1C35A-604D-D7CB-0972-71405A0AA969}"/>
              </a:ext>
            </a:extLst>
          </p:cNvPr>
          <p:cNvSpPr/>
          <p:nvPr/>
        </p:nvSpPr>
        <p:spPr>
          <a:xfrm>
            <a:off x="450285" y="1192687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Video Stream Capture</a:t>
            </a:r>
            <a:endParaRPr lang="en-US" sz="12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986523AE-D731-6873-70BA-79EB28E5A918}"/>
              </a:ext>
            </a:extLst>
          </p:cNvPr>
          <p:cNvSpPr/>
          <p:nvPr/>
        </p:nvSpPr>
        <p:spPr>
          <a:xfrm>
            <a:off x="450285" y="1474294"/>
            <a:ext cx="3859829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standard webcam continuously captures the live video feed.</a:t>
            </a:r>
            <a:endParaRPr lang="en-US" sz="105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9C7A65-9A25-9C5F-FFD7-A6BA2F1A6697}"/>
              </a:ext>
            </a:extLst>
          </p:cNvPr>
          <p:cNvCxnSpPr/>
          <p:nvPr/>
        </p:nvCxnSpPr>
        <p:spPr>
          <a:xfrm>
            <a:off x="450285" y="1198783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2">
            <a:extLst>
              <a:ext uri="{FF2B5EF4-FFF2-40B4-BE49-F238E27FC236}">
                <a16:creationId xmlns:a16="http://schemas.microsoft.com/office/drawing/2014/main" id="{E93E0DAF-3D2F-3F29-84FF-BBCF185427BB}"/>
              </a:ext>
            </a:extLst>
          </p:cNvPr>
          <p:cNvSpPr/>
          <p:nvPr/>
        </p:nvSpPr>
        <p:spPr>
          <a:xfrm>
            <a:off x="4869551" y="1192687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Face Detection</a:t>
            </a:r>
            <a:endParaRPr lang="en-US" sz="12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F632162F-EC88-8ACD-0260-547B7B1B2B0B}"/>
              </a:ext>
            </a:extLst>
          </p:cNvPr>
          <p:cNvSpPr/>
          <p:nvPr/>
        </p:nvSpPr>
        <p:spPr>
          <a:xfrm>
            <a:off x="4869551" y="1551565"/>
            <a:ext cx="3859829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Haar Cascade Classifier identifies and isolates human faces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within the video frames.</a:t>
            </a:r>
            <a:endParaRPr lang="en-US" sz="105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76F3198-3BFD-25FA-5179-FBDA25B43D3C}"/>
              </a:ext>
            </a:extLst>
          </p:cNvPr>
          <p:cNvCxnSpPr/>
          <p:nvPr/>
        </p:nvCxnSpPr>
        <p:spPr>
          <a:xfrm>
            <a:off x="4869551" y="1198783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2">
            <a:extLst>
              <a:ext uri="{FF2B5EF4-FFF2-40B4-BE49-F238E27FC236}">
                <a16:creationId xmlns:a16="http://schemas.microsoft.com/office/drawing/2014/main" id="{2F7787E6-754A-CDF8-E0B7-39A7F60FD2BC}"/>
              </a:ext>
            </a:extLst>
          </p:cNvPr>
          <p:cNvSpPr/>
          <p:nvPr/>
        </p:nvSpPr>
        <p:spPr>
          <a:xfrm>
            <a:off x="4869551" y="2565389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A964F3A-229B-6CC6-F8FD-05C7B0DA9E8F}"/>
              </a:ext>
            </a:extLst>
          </p:cNvPr>
          <p:cNvSpPr/>
          <p:nvPr/>
        </p:nvSpPr>
        <p:spPr>
          <a:xfrm>
            <a:off x="4869551" y="2893834"/>
            <a:ext cx="3859829" cy="51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K-Nearest Neighbors (KNN) classifier processes feature vectors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recognize individual identities.</a:t>
            </a:r>
            <a:endParaRPr lang="en-US" sz="105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88A901-1317-5F33-FCC0-A47922578016}"/>
              </a:ext>
            </a:extLst>
          </p:cNvPr>
          <p:cNvCxnSpPr/>
          <p:nvPr/>
        </p:nvCxnSpPr>
        <p:spPr>
          <a:xfrm>
            <a:off x="4869551" y="2532639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2">
            <a:extLst>
              <a:ext uri="{FF2B5EF4-FFF2-40B4-BE49-F238E27FC236}">
                <a16:creationId xmlns:a16="http://schemas.microsoft.com/office/drawing/2014/main" id="{D4475FE6-EFF8-9031-32B2-154B3AD21DC3}"/>
              </a:ext>
            </a:extLst>
          </p:cNvPr>
          <p:cNvSpPr/>
          <p:nvPr/>
        </p:nvSpPr>
        <p:spPr>
          <a:xfrm>
            <a:off x="4869551" y="3866495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Visualization Dashboard</a:t>
            </a:r>
            <a:endParaRPr lang="en-US" sz="1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65F0FD4-65FF-31F5-501F-E347CCAF016F}"/>
              </a:ext>
            </a:extLst>
          </p:cNvPr>
          <p:cNvSpPr/>
          <p:nvPr/>
        </p:nvSpPr>
        <p:spPr>
          <a:xfrm>
            <a:off x="4869551" y="4219277"/>
            <a:ext cx="3859829" cy="50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</a:t>
            </a:r>
            <a:r>
              <a:rPr lang="en-US" sz="105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-based dashboard provides real-time display and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analysis of attendance data.</a:t>
            </a:r>
            <a:endParaRPr lang="en-US" sz="105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9465C6-0B5C-ADA1-449A-52532A76BAEB}"/>
              </a:ext>
            </a:extLst>
          </p:cNvPr>
          <p:cNvCxnSpPr/>
          <p:nvPr/>
        </p:nvCxnSpPr>
        <p:spPr>
          <a:xfrm>
            <a:off x="4869551" y="3866495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2">
            <a:extLst>
              <a:ext uri="{FF2B5EF4-FFF2-40B4-BE49-F238E27FC236}">
                <a16:creationId xmlns:a16="http://schemas.microsoft.com/office/drawing/2014/main" id="{715E48CD-A8D0-B0B6-91D9-71A0588609BD}"/>
              </a:ext>
            </a:extLst>
          </p:cNvPr>
          <p:cNvSpPr/>
          <p:nvPr/>
        </p:nvSpPr>
        <p:spPr>
          <a:xfrm>
            <a:off x="450285" y="3866495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Attendance Logging</a:t>
            </a:r>
            <a:endParaRPr lang="en-US" sz="12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B79BA8C3-16C7-DAB9-B81E-BCE393496D67}"/>
              </a:ext>
            </a:extLst>
          </p:cNvPr>
          <p:cNvSpPr/>
          <p:nvPr/>
        </p:nvSpPr>
        <p:spPr>
          <a:xfrm>
            <a:off x="450284" y="4204518"/>
            <a:ext cx="3859829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Recognized names and timestamps are instantly saved to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CSV file.</a:t>
            </a:r>
            <a:endParaRPr lang="en-US" sz="105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C439E8-78DA-0B09-2EB9-10AD7197643E}"/>
              </a:ext>
            </a:extLst>
          </p:cNvPr>
          <p:cNvCxnSpPr/>
          <p:nvPr/>
        </p:nvCxnSpPr>
        <p:spPr>
          <a:xfrm>
            <a:off x="450285" y="3866495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2">
            <a:extLst>
              <a:ext uri="{FF2B5EF4-FFF2-40B4-BE49-F238E27FC236}">
                <a16:creationId xmlns:a16="http://schemas.microsoft.com/office/drawing/2014/main" id="{C804F2F9-81A8-D07D-CB31-47DEC472D5DB}"/>
              </a:ext>
            </a:extLst>
          </p:cNvPr>
          <p:cNvSpPr/>
          <p:nvPr/>
        </p:nvSpPr>
        <p:spPr>
          <a:xfrm>
            <a:off x="450285" y="2532639"/>
            <a:ext cx="1912083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B16FB8C5-2689-C8FD-34D3-01ABFF4BC8AA}"/>
              </a:ext>
            </a:extLst>
          </p:cNvPr>
          <p:cNvSpPr/>
          <p:nvPr/>
        </p:nvSpPr>
        <p:spPr>
          <a:xfrm>
            <a:off x="450284" y="2899970"/>
            <a:ext cx="3859829" cy="516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Detected faces are resized to a uniform 50x50 pixel resolution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flattened into feature vectors.</a:t>
            </a:r>
            <a:endParaRPr lang="en-US" sz="105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38A7A0D-14C4-9C3C-B58A-D38734F18915}"/>
              </a:ext>
            </a:extLst>
          </p:cNvPr>
          <p:cNvCxnSpPr/>
          <p:nvPr/>
        </p:nvCxnSpPr>
        <p:spPr>
          <a:xfrm>
            <a:off x="450285" y="2532639"/>
            <a:ext cx="35821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3F86C1DA-9B9C-4C63-5EF5-BB841377F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090" y="854992"/>
            <a:ext cx="220385" cy="275511"/>
          </a:xfrm>
          <a:prstGeom prst="rect">
            <a:avLst/>
          </a:prstGeom>
        </p:spPr>
      </p:pic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D50EAAB3-13A1-95D8-E398-AA53D8EC3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24" y="2186744"/>
            <a:ext cx="220385" cy="275511"/>
          </a:xfrm>
          <a:prstGeom prst="rect">
            <a:avLst/>
          </a:prstGeom>
        </p:spPr>
      </p:pic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2E9C67FD-11A3-6932-12EA-8B1DE582E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3089" y="2186744"/>
            <a:ext cx="220385" cy="275511"/>
          </a:xfrm>
          <a:prstGeom prst="rect">
            <a:avLst/>
          </a:prstGeom>
        </p:spPr>
      </p:pic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B87166CD-C79B-9EDB-71A9-900AAC143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823" y="3520600"/>
            <a:ext cx="220385" cy="275511"/>
          </a:xfrm>
          <a:prstGeom prst="rect">
            <a:avLst/>
          </a:prstGeom>
        </p:spPr>
      </p:pic>
      <p:pic>
        <p:nvPicPr>
          <p:cNvPr id="46" name="Image 5" descr="preencoded.png">
            <a:extLst>
              <a:ext uri="{FF2B5EF4-FFF2-40B4-BE49-F238E27FC236}">
                <a16:creationId xmlns:a16="http://schemas.microsoft.com/office/drawing/2014/main" id="{61508BEF-ED40-B992-E179-3CF476602E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3089" y="3520600"/>
            <a:ext cx="220385" cy="27551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4278A8-FB0F-CE15-1FD2-7AFC5141E112}"/>
              </a:ext>
            </a:extLst>
          </p:cNvPr>
          <p:cNvSpPr txBox="1"/>
          <p:nvPr/>
        </p:nvSpPr>
        <p:spPr>
          <a:xfrm>
            <a:off x="2410522" y="219172"/>
            <a:ext cx="4322956" cy="58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800" u="sng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SYSTEM ARCHITECTURE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89303B49-B368-E035-D63A-AC6A8C8305F6}"/>
              </a:ext>
            </a:extLst>
          </p:cNvPr>
          <p:cNvSpPr/>
          <p:nvPr/>
        </p:nvSpPr>
        <p:spPr>
          <a:xfrm>
            <a:off x="4291147" y="1332212"/>
            <a:ext cx="319668" cy="142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DFDEBE10-ADB6-D953-C95B-29ACA8417DEB}"/>
              </a:ext>
            </a:extLst>
          </p:cNvPr>
          <p:cNvSpPr/>
          <p:nvPr/>
        </p:nvSpPr>
        <p:spPr>
          <a:xfrm>
            <a:off x="4310113" y="2679407"/>
            <a:ext cx="319668" cy="142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1714DC8B-ACFB-ADCA-79D0-8D0FF63DD76C}"/>
              </a:ext>
            </a:extLst>
          </p:cNvPr>
          <p:cNvSpPr/>
          <p:nvPr/>
        </p:nvSpPr>
        <p:spPr>
          <a:xfrm>
            <a:off x="4310113" y="3964466"/>
            <a:ext cx="319668" cy="142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93DDC3C-48CA-4171-0997-7CB4B16E00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1B8117-7B0D-7AB4-0434-E2A315DFACC0}"/>
              </a:ext>
            </a:extLst>
          </p:cNvPr>
          <p:cNvSpPr txBox="1"/>
          <p:nvPr/>
        </p:nvSpPr>
        <p:spPr>
          <a:xfrm>
            <a:off x="1273097" y="349164"/>
            <a:ext cx="6597805" cy="605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Face Detection: Haar Cascade Classifier</a:t>
            </a:r>
            <a:endParaRPr lang="en-US" sz="2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23F8B9-FE7D-DA0E-4019-CFE259A7767B}"/>
              </a:ext>
            </a:extLst>
          </p:cNvPr>
          <p:cNvCxnSpPr>
            <a:cxnSpLocks/>
          </p:cNvCxnSpPr>
          <p:nvPr/>
        </p:nvCxnSpPr>
        <p:spPr>
          <a:xfrm>
            <a:off x="2111298" y="1013819"/>
            <a:ext cx="45794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1">
            <a:extLst>
              <a:ext uri="{FF2B5EF4-FFF2-40B4-BE49-F238E27FC236}">
                <a16:creationId xmlns:a16="http://schemas.microsoft.com/office/drawing/2014/main" id="{6185FD67-B381-4031-5D1A-6B773E92CB04}"/>
              </a:ext>
            </a:extLst>
          </p:cNvPr>
          <p:cNvSpPr/>
          <p:nvPr/>
        </p:nvSpPr>
        <p:spPr>
          <a:xfrm>
            <a:off x="645107" y="1225885"/>
            <a:ext cx="7919030" cy="66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initial step in our recognition pipeline is accurate face detection. We utilize the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Haar Cascade Classifier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 highly efficient object detection algorithm.</a:t>
            </a:r>
            <a:endParaRPr lang="en-US" sz="13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9126179-2DA2-0844-4C31-7E68A346B143}"/>
              </a:ext>
            </a:extLst>
          </p:cNvPr>
          <p:cNvSpPr/>
          <p:nvPr/>
        </p:nvSpPr>
        <p:spPr>
          <a:xfrm>
            <a:off x="741748" y="2066179"/>
            <a:ext cx="4543929" cy="44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Converts input video frames to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grayscale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simplified processing and feature extraction.</a:t>
            </a:r>
            <a:endParaRPr lang="en-US" sz="13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5172939-1165-F978-008B-D3CCB61781A8}"/>
              </a:ext>
            </a:extLst>
          </p:cNvPr>
          <p:cNvSpPr/>
          <p:nvPr/>
        </p:nvSpPr>
        <p:spPr>
          <a:xfrm>
            <a:off x="741749" y="2716856"/>
            <a:ext cx="4543928" cy="44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Applies a series of Haar-like features to identify facial regions.</a:t>
            </a:r>
            <a:endParaRPr lang="en-US" sz="13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EA558A7-0CB2-4E5B-02FF-1E1AFD29D832}"/>
              </a:ext>
            </a:extLst>
          </p:cNvPr>
          <p:cNvSpPr/>
          <p:nvPr/>
        </p:nvSpPr>
        <p:spPr>
          <a:xfrm>
            <a:off x="741749" y="3367533"/>
            <a:ext cx="4543928" cy="35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Draws a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bounding box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around each detected face.</a:t>
            </a:r>
            <a:endParaRPr lang="en-US" sz="13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9E30A48-775F-D812-3C1E-8DFA79EAB7D7}"/>
              </a:ext>
            </a:extLst>
          </p:cNvPr>
          <p:cNvSpPr/>
          <p:nvPr/>
        </p:nvSpPr>
        <p:spPr>
          <a:xfrm>
            <a:off x="741749" y="3740609"/>
            <a:ext cx="4543928" cy="115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detected face area is then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cropped and resized to a standard 50x50 pixel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dimension, ensuring consistency for the subsequent recognition step.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922C2F-A8C7-C28F-6179-C65CF214C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595" y="1708509"/>
            <a:ext cx="2214143" cy="31630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E26999-7AAF-0235-6B23-CD0CF6AD1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8DA3E914-D0D2-7689-8931-415B0EABB339}"/>
              </a:ext>
            </a:extLst>
          </p:cNvPr>
          <p:cNvSpPr/>
          <p:nvPr/>
        </p:nvSpPr>
        <p:spPr>
          <a:xfrm>
            <a:off x="1586609" y="212714"/>
            <a:ext cx="609135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Collection &amp; Preparation</a:t>
            </a:r>
            <a:endParaRPr lang="en-US" sz="2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E463FF93-062F-39D1-7AAE-06BBF3ABE16B}"/>
              </a:ext>
            </a:extLst>
          </p:cNvPr>
          <p:cNvSpPr/>
          <p:nvPr/>
        </p:nvSpPr>
        <p:spPr>
          <a:xfrm>
            <a:off x="532686" y="1221331"/>
            <a:ext cx="2376000" cy="2333771"/>
          </a:xfrm>
          <a:prstGeom prst="roundRect">
            <a:avLst>
              <a:gd name="adj" fmla="val 5913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3658FD12-3100-75C6-F158-7B0996220901}"/>
              </a:ext>
            </a:extLst>
          </p:cNvPr>
          <p:cNvSpPr/>
          <p:nvPr/>
        </p:nvSpPr>
        <p:spPr>
          <a:xfrm>
            <a:off x="532686" y="1201841"/>
            <a:ext cx="2376000" cy="77962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36CEA9-9757-DE72-59D3-89CE6AC27EB8}"/>
              </a:ext>
            </a:extLst>
          </p:cNvPr>
          <p:cNvGrpSpPr/>
          <p:nvPr/>
        </p:nvGrpSpPr>
        <p:grpSpPr>
          <a:xfrm>
            <a:off x="1503164" y="1017938"/>
            <a:ext cx="435043" cy="435110"/>
            <a:chOff x="1656603" y="866655"/>
            <a:chExt cx="435043" cy="435110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9259CAF4-C9E3-532E-6B42-FDC90032B63E}"/>
                </a:ext>
              </a:extLst>
            </p:cNvPr>
            <p:cNvSpPr/>
            <p:nvPr/>
          </p:nvSpPr>
          <p:spPr>
            <a:xfrm>
              <a:off x="1656603" y="866655"/>
              <a:ext cx="435043" cy="435110"/>
            </a:xfrm>
            <a:prstGeom prst="roundRect">
              <a:avLst>
                <a:gd name="adj" fmla="val 134383"/>
              </a:avLst>
            </a:prstGeom>
            <a:solidFill>
              <a:srgbClr val="282824"/>
            </a:solidFill>
            <a:ln/>
          </p:spPr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8C60F37F-C2D6-69E2-ECDA-8B030F8A2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7078" y="975451"/>
              <a:ext cx="174017" cy="217517"/>
            </a:xfrm>
            <a:prstGeom prst="rect">
              <a:avLst/>
            </a:prstGeom>
          </p:spPr>
        </p:pic>
      </p:grpSp>
      <p:sp>
        <p:nvSpPr>
          <p:cNvPr id="21" name="Text 4">
            <a:extLst>
              <a:ext uri="{FF2B5EF4-FFF2-40B4-BE49-F238E27FC236}">
                <a16:creationId xmlns:a16="http://schemas.microsoft.com/office/drawing/2014/main" id="{DDEF2C76-A0EF-B9A1-F96B-84DDE2DB939B}"/>
              </a:ext>
            </a:extLst>
          </p:cNvPr>
          <p:cNvSpPr/>
          <p:nvPr/>
        </p:nvSpPr>
        <p:spPr>
          <a:xfrm>
            <a:off x="632550" y="1593236"/>
            <a:ext cx="2175290" cy="519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Sample Capture</a:t>
            </a:r>
            <a:endParaRPr lang="en-US" sz="16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2AB04A2-526A-833D-B821-C03B5455D653}"/>
              </a:ext>
            </a:extLst>
          </p:cNvPr>
          <p:cNvSpPr/>
          <p:nvPr/>
        </p:nvSpPr>
        <p:spPr>
          <a:xfrm>
            <a:off x="697189" y="2103119"/>
            <a:ext cx="2046012" cy="1385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each individual, 100 distinct image samples are captured to create a diverse training dataset.</a:t>
            </a:r>
            <a:endParaRPr lang="en-US" sz="12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07760C99-4C36-676F-08E3-5F3BEFCEF492}"/>
              </a:ext>
            </a:extLst>
          </p:cNvPr>
          <p:cNvSpPr/>
          <p:nvPr/>
        </p:nvSpPr>
        <p:spPr>
          <a:xfrm>
            <a:off x="3380142" y="1219976"/>
            <a:ext cx="2376000" cy="2326430"/>
          </a:xfrm>
          <a:prstGeom prst="roundRect">
            <a:avLst>
              <a:gd name="adj" fmla="val 5913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EAD6C068-37FC-59CA-A516-F998840428D3}"/>
              </a:ext>
            </a:extLst>
          </p:cNvPr>
          <p:cNvSpPr/>
          <p:nvPr/>
        </p:nvSpPr>
        <p:spPr>
          <a:xfrm>
            <a:off x="3380142" y="1200232"/>
            <a:ext cx="2376000" cy="78973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71B7D7A-C06A-1103-D64E-3FAF170E7980}"/>
              </a:ext>
            </a:extLst>
          </p:cNvPr>
          <p:cNvSpPr/>
          <p:nvPr/>
        </p:nvSpPr>
        <p:spPr>
          <a:xfrm>
            <a:off x="4414767" y="999636"/>
            <a:ext cx="435043" cy="440757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A29AA9CF-93AE-71BC-D12E-3C142872C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602" y="1113175"/>
            <a:ext cx="174017" cy="220341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CA769B6A-EDF1-F2C1-40EA-D3470369F4D4}"/>
              </a:ext>
            </a:extLst>
          </p:cNvPr>
          <p:cNvSpPr/>
          <p:nvPr/>
        </p:nvSpPr>
        <p:spPr>
          <a:xfrm>
            <a:off x="3480496" y="1587234"/>
            <a:ext cx="2175290" cy="51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Storage</a:t>
            </a:r>
            <a:endParaRPr lang="en-US" sz="16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EC572815-769F-D7FE-CA6E-FC695F2C5706}"/>
              </a:ext>
            </a:extLst>
          </p:cNvPr>
          <p:cNvSpPr/>
          <p:nvPr/>
        </p:nvSpPr>
        <p:spPr>
          <a:xfrm>
            <a:off x="3544645" y="2103119"/>
            <a:ext cx="2010336" cy="145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processed facial features (flattened 50x50 pixel data) are stored in 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faces_data.pkl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71B7CF5F-8E49-BB8B-AEDA-F4292F858CDD}"/>
              </a:ext>
            </a:extLst>
          </p:cNvPr>
          <p:cNvSpPr/>
          <p:nvPr/>
        </p:nvSpPr>
        <p:spPr>
          <a:xfrm>
            <a:off x="6227521" y="1222196"/>
            <a:ext cx="2376000" cy="2332906"/>
          </a:xfrm>
          <a:prstGeom prst="roundRect">
            <a:avLst>
              <a:gd name="adj" fmla="val 5913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35C2BA83-2189-2F29-A895-C55FB96BC153}"/>
              </a:ext>
            </a:extLst>
          </p:cNvPr>
          <p:cNvSpPr/>
          <p:nvPr/>
        </p:nvSpPr>
        <p:spPr>
          <a:xfrm>
            <a:off x="6227521" y="1202254"/>
            <a:ext cx="2376000" cy="7977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7ABEEC92-089D-710A-BCFC-7A412DF50F86}"/>
              </a:ext>
            </a:extLst>
          </p:cNvPr>
          <p:cNvSpPr/>
          <p:nvPr/>
        </p:nvSpPr>
        <p:spPr>
          <a:xfrm>
            <a:off x="7262146" y="1012892"/>
            <a:ext cx="435043" cy="445200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9A94B336-3A3C-F8D2-DC4B-DE93EF9A0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658" y="1110955"/>
            <a:ext cx="174017" cy="222561"/>
          </a:xfrm>
          <a:prstGeom prst="rect">
            <a:avLst/>
          </a:prstGeom>
        </p:spPr>
      </p:pic>
      <p:sp>
        <p:nvSpPr>
          <p:cNvPr id="33" name="Text 14">
            <a:extLst>
              <a:ext uri="{FF2B5EF4-FFF2-40B4-BE49-F238E27FC236}">
                <a16:creationId xmlns:a16="http://schemas.microsoft.com/office/drawing/2014/main" id="{0497D70B-0EC5-1F7C-603C-9FB53F397F27}"/>
              </a:ext>
            </a:extLst>
          </p:cNvPr>
          <p:cNvSpPr/>
          <p:nvPr/>
        </p:nvSpPr>
        <p:spPr>
          <a:xfrm>
            <a:off x="6327876" y="1582810"/>
            <a:ext cx="2175290" cy="44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Label Mapping</a:t>
            </a:r>
            <a:endParaRPr lang="en-US" sz="16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2E8090E-0CA1-1336-F4C6-78FDE2F773EC}"/>
              </a:ext>
            </a:extLst>
          </p:cNvPr>
          <p:cNvSpPr/>
          <p:nvPr/>
        </p:nvSpPr>
        <p:spPr>
          <a:xfrm>
            <a:off x="6392024" y="2103119"/>
            <a:ext cx="2054788" cy="144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Corresponding identity labels (names) for each set of samples are stored in 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names.pkl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247918-BD8E-8F53-6CD1-175BB49E63EE}"/>
              </a:ext>
            </a:extLst>
          </p:cNvPr>
          <p:cNvSpPr txBox="1"/>
          <p:nvPr/>
        </p:nvSpPr>
        <p:spPr>
          <a:xfrm>
            <a:off x="532686" y="3820515"/>
            <a:ext cx="7821292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This collected and pre-processed data forms the crucial dataset for training our face recognition model, allowing it to learn and differentiate between individuals.</a:t>
            </a:r>
            <a:endParaRPr lang="en-US" dirty="0">
              <a:latin typeface="Karu Italic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1384B-2E53-3420-FECC-22F8A8258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>
            <a:extLst>
              <a:ext uri="{FF2B5EF4-FFF2-40B4-BE49-F238E27FC236}">
                <a16:creationId xmlns:a16="http://schemas.microsoft.com/office/drawing/2014/main" id="{AED8FF20-A05A-033B-DA63-4ED05BA52C71}"/>
              </a:ext>
            </a:extLst>
          </p:cNvPr>
          <p:cNvSpPr/>
          <p:nvPr/>
        </p:nvSpPr>
        <p:spPr>
          <a:xfrm>
            <a:off x="1233236" y="193679"/>
            <a:ext cx="66775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Recognition using K-Nearest Neighbors (KNN)</a:t>
            </a:r>
            <a:endParaRPr lang="en-US" sz="24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641625E-B06A-32F1-3E56-8084FD2EC86C}"/>
              </a:ext>
            </a:extLst>
          </p:cNvPr>
          <p:cNvSpPr/>
          <p:nvPr/>
        </p:nvSpPr>
        <p:spPr>
          <a:xfrm>
            <a:off x="570766" y="1062464"/>
            <a:ext cx="78595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classifying and recognizing faces, we employ the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K-Nearest Neighbors (KNN) algorithm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from the </a:t>
            </a:r>
            <a:r>
              <a:rPr lang="en-US" sz="1300" dirty="0">
                <a:solidFill>
                  <a:srgbClr val="4A4A45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library.</a:t>
            </a:r>
            <a:endParaRPr lang="en-US" sz="13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5348427E-F3E4-CB2C-80E9-0D9FF02A58F8}"/>
              </a:ext>
            </a:extLst>
          </p:cNvPr>
          <p:cNvSpPr/>
          <p:nvPr/>
        </p:nvSpPr>
        <p:spPr>
          <a:xfrm>
            <a:off x="564999" y="1868525"/>
            <a:ext cx="4876800" cy="842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configured the classifier with </a:t>
            </a:r>
            <a:r>
              <a:rPr lang="en-US" sz="12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k=5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meaning it considers the 5 closest neighbors in the feature space to determine a face's identity.</a:t>
            </a: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08C5C036-9AC6-5EC3-983A-808003C6D880}"/>
              </a:ext>
            </a:extLst>
          </p:cNvPr>
          <p:cNvSpPr/>
          <p:nvPr/>
        </p:nvSpPr>
        <p:spPr>
          <a:xfrm>
            <a:off x="564999" y="2491849"/>
            <a:ext cx="4876800" cy="68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is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the collected 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faces_data.pkl</a:t>
            </a:r>
            <a:r>
              <a:rPr lang="en-US" sz="120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(features) and </a:t>
            </a:r>
            <a:r>
              <a:rPr lang="en-US" sz="1200" dirty="0">
                <a:solidFill>
                  <a:srgbClr val="4A4A45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names.pkl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(labels).</a:t>
            </a:r>
            <a:endParaRPr lang="en-US" sz="1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0A51FC52-1C13-58AA-2967-838115C6DBAC}"/>
              </a:ext>
            </a:extLst>
          </p:cNvPr>
          <p:cNvSpPr/>
          <p:nvPr/>
        </p:nvSpPr>
        <p:spPr>
          <a:xfrm>
            <a:off x="564999" y="3136822"/>
            <a:ext cx="4876800" cy="663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real-time, for a new detected face, KNN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predicts the most probable identity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based on its similarity to known face samples.</a:t>
            </a:r>
            <a:endParaRPr lang="en-US" sz="12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67F0FD9-45E2-72FC-1D69-463B381DAF80}"/>
              </a:ext>
            </a:extLst>
          </p:cNvPr>
          <p:cNvSpPr/>
          <p:nvPr/>
        </p:nvSpPr>
        <p:spPr>
          <a:xfrm>
            <a:off x="564999" y="3800091"/>
            <a:ext cx="48768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KNN is particularly effective for this application due to its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simplicity and good performance on relatively small datasets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making it suitable for practical deployments.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922BB5-1D96-BB97-DAB5-432ECF57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4"/>
          <a:stretch>
            <a:fillRect/>
          </a:stretch>
        </p:blipFill>
        <p:spPr>
          <a:xfrm>
            <a:off x="5757777" y="1738686"/>
            <a:ext cx="2561444" cy="2590363"/>
          </a:xfrm>
          <a:prstGeom prst="roundRect">
            <a:avLst>
              <a:gd name="adj" fmla="val 1318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C93C94-B28B-57B2-F562-88662B653678}"/>
              </a:ext>
            </a:extLst>
          </p:cNvPr>
          <p:cNvCxnSpPr>
            <a:cxnSpLocks/>
          </p:cNvCxnSpPr>
          <p:nvPr/>
        </p:nvCxnSpPr>
        <p:spPr>
          <a:xfrm>
            <a:off x="1940299" y="817003"/>
            <a:ext cx="51204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7738A10-A3CD-7CD9-0546-454FD4BD3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184437D-3DCD-E637-750D-5F8C90BE2DA1}"/>
              </a:ext>
            </a:extLst>
          </p:cNvPr>
          <p:cNvSpPr txBox="1"/>
          <p:nvPr/>
        </p:nvSpPr>
        <p:spPr>
          <a:xfrm>
            <a:off x="2007202" y="194453"/>
            <a:ext cx="5073596" cy="588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Attendance Marking Logic</a:t>
            </a:r>
            <a:endParaRPr lang="en-US" sz="2400" dirty="0">
              <a:latin typeface="Redhawk" pitchFamily="50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63F75B-21B5-2FDD-D082-FF19F5033B72}"/>
              </a:ext>
            </a:extLst>
          </p:cNvPr>
          <p:cNvGrpSpPr/>
          <p:nvPr/>
        </p:nvGrpSpPr>
        <p:grpSpPr>
          <a:xfrm>
            <a:off x="487796" y="1040623"/>
            <a:ext cx="8168408" cy="3062253"/>
            <a:chOff x="564972" y="1160600"/>
            <a:chExt cx="7800131" cy="3023191"/>
          </a:xfrm>
        </p:grpSpPr>
        <p:sp>
          <p:nvSpPr>
            <p:cNvPr id="36" name="Scroll: Vertical 35">
              <a:extLst>
                <a:ext uri="{FF2B5EF4-FFF2-40B4-BE49-F238E27FC236}">
                  <a16:creationId xmlns:a16="http://schemas.microsoft.com/office/drawing/2014/main" id="{FACDDD86-9C67-C926-5904-C040C9D685B4}"/>
                </a:ext>
              </a:extLst>
            </p:cNvPr>
            <p:cNvSpPr/>
            <p:nvPr/>
          </p:nvSpPr>
          <p:spPr>
            <a:xfrm>
              <a:off x="564972" y="2046010"/>
              <a:ext cx="2512789" cy="2137781"/>
            </a:xfrm>
            <a:prstGeom prst="verticalScroll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55966811-61EF-5A13-A492-B7C255D0B192}"/>
                </a:ext>
              </a:extLst>
            </p:cNvPr>
            <p:cNvSpPr/>
            <p:nvPr/>
          </p:nvSpPr>
          <p:spPr>
            <a:xfrm>
              <a:off x="908425" y="1650122"/>
              <a:ext cx="1825885" cy="2649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Persistent Data Logging</a:t>
              </a:r>
              <a:endParaRPr lang="en-US" dirty="0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E9A5A965-4E7E-DC75-A9F4-C567732E1550}"/>
                </a:ext>
              </a:extLst>
            </p:cNvPr>
            <p:cNvSpPr/>
            <p:nvPr/>
          </p:nvSpPr>
          <p:spPr>
            <a:xfrm>
              <a:off x="908425" y="2435486"/>
              <a:ext cx="1828071" cy="15560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Attendance records are automatically saved daily as </a:t>
              </a:r>
              <a:r>
                <a:rPr lang="en-US" sz="1100" dirty="0">
                  <a:solidFill>
                    <a:srgbClr val="4A4A45"/>
                  </a:solidFill>
                  <a:highlight>
                    <a:srgbClr val="FFFF00"/>
                  </a:highlight>
                  <a:latin typeface="Constantia" panose="02030602050306030303" pitchFamily="18" charset="0"/>
                  <a:ea typeface="Consolas" pitchFamily="34" charset="-122"/>
                  <a:cs typeface="Consolas" pitchFamily="34" charset="-120"/>
                </a:rPr>
                <a:t>Attendance_&lt;date&gt;.csv</a:t>
              </a: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, containing precise </a:t>
              </a:r>
              <a:r>
                <a:rPr lang="en-US" sz="1100" b="1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Name</a:t>
              </a: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 and </a:t>
              </a:r>
              <a:r>
                <a:rPr lang="en-US" sz="1100" b="1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Time</a:t>
              </a: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 columns for easy management.</a:t>
              </a:r>
              <a:endParaRPr lang="en-US" sz="1100" dirty="0">
                <a:latin typeface="Constantia" panose="02030602050306030303" pitchFamily="18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43AB42B-76EF-FAE0-E501-181E912E6E4B}"/>
                </a:ext>
              </a:extLst>
            </p:cNvPr>
            <p:cNvGrpSpPr/>
            <p:nvPr/>
          </p:nvGrpSpPr>
          <p:grpSpPr>
            <a:xfrm>
              <a:off x="1565950" y="1160600"/>
              <a:ext cx="495962" cy="478924"/>
              <a:chOff x="1942433" y="976056"/>
              <a:chExt cx="680440" cy="680444"/>
            </a:xfrm>
          </p:grpSpPr>
          <p:sp>
            <p:nvSpPr>
              <p:cNvPr id="33" name="Shape 3">
                <a:extLst>
                  <a:ext uri="{FF2B5EF4-FFF2-40B4-BE49-F238E27FC236}">
                    <a16:creationId xmlns:a16="http://schemas.microsoft.com/office/drawing/2014/main" id="{CED8E27E-1D99-C0E9-4E5C-3FB4A9A7463D}"/>
                  </a:ext>
                </a:extLst>
              </p:cNvPr>
              <p:cNvSpPr/>
              <p:nvPr/>
            </p:nvSpPr>
            <p:spPr>
              <a:xfrm>
                <a:off x="1942433" y="976056"/>
                <a:ext cx="680440" cy="680444"/>
              </a:xfrm>
              <a:prstGeom prst="roundRect">
                <a:avLst>
                  <a:gd name="adj" fmla="val 13436980"/>
                </a:avLst>
              </a:prstGeom>
              <a:solidFill>
                <a:srgbClr val="282824"/>
              </a:solidFill>
              <a:ln/>
            </p:spPr>
          </p:sp>
          <p:pic>
            <p:nvPicPr>
              <p:cNvPr id="34" name="Image 0" descr="preencoded.png">
                <a:extLst>
                  <a:ext uri="{FF2B5EF4-FFF2-40B4-BE49-F238E27FC236}">
                    <a16:creationId xmlns:a16="http://schemas.microsoft.com/office/drawing/2014/main" id="{754AE9FF-5A22-97C3-1055-CC51BC9C8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9603" y="1124883"/>
                <a:ext cx="306110" cy="382667"/>
              </a:xfrm>
              <a:prstGeom prst="rect">
                <a:avLst/>
              </a:prstGeom>
            </p:spPr>
          </p:pic>
        </p:grpSp>
        <p:sp>
          <p:nvSpPr>
            <p:cNvPr id="37" name="Scroll: Vertical 36">
              <a:extLst>
                <a:ext uri="{FF2B5EF4-FFF2-40B4-BE49-F238E27FC236}">
                  <a16:creationId xmlns:a16="http://schemas.microsoft.com/office/drawing/2014/main" id="{377C694E-93CB-043F-F84A-21007845FD78}"/>
                </a:ext>
              </a:extLst>
            </p:cNvPr>
            <p:cNvSpPr/>
            <p:nvPr/>
          </p:nvSpPr>
          <p:spPr>
            <a:xfrm>
              <a:off x="3211523" y="2046010"/>
              <a:ext cx="2512789" cy="2137781"/>
            </a:xfrm>
            <a:prstGeom prst="verticalScroll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B4369D70-0A17-D741-66BB-C2EEC65764D2}"/>
                </a:ext>
              </a:extLst>
            </p:cNvPr>
            <p:cNvSpPr/>
            <p:nvPr/>
          </p:nvSpPr>
          <p:spPr>
            <a:xfrm>
              <a:off x="3433909" y="1661360"/>
              <a:ext cx="2068019" cy="2649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Instant Voice Confirmation</a:t>
              </a:r>
              <a:endParaRPr lang="en-US" dirty="0"/>
            </a:p>
          </p:txBody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91BD578D-4DE3-A953-ADED-99532081D5C4}"/>
                </a:ext>
              </a:extLst>
            </p:cNvPr>
            <p:cNvSpPr/>
            <p:nvPr/>
          </p:nvSpPr>
          <p:spPr>
            <a:xfrm>
              <a:off x="3620789" y="2416272"/>
              <a:ext cx="1694259" cy="15560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The system provides immediate audio feedback, announcing "Attendance taken for [recognized name]," enhancing real-time user verification.</a:t>
              </a:r>
              <a:endParaRPr lang="en-US" sz="1100" dirty="0">
                <a:latin typeface="Constantia" panose="02030602050306030303" pitchFamily="18" charset="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endParaRPr lang="en-US" sz="1100" dirty="0">
                <a:latin typeface="Constantia" panose="02030602050306030303" pitchFamily="18" charset="0"/>
              </a:endParaRPr>
            </a:p>
          </p:txBody>
        </p:sp>
        <p:sp>
          <p:nvSpPr>
            <p:cNvPr id="43" name="Scroll: Vertical 42">
              <a:extLst>
                <a:ext uri="{FF2B5EF4-FFF2-40B4-BE49-F238E27FC236}">
                  <a16:creationId xmlns:a16="http://schemas.microsoft.com/office/drawing/2014/main" id="{C501BAD4-6844-8F40-9E2E-21769CD71042}"/>
                </a:ext>
              </a:extLst>
            </p:cNvPr>
            <p:cNvSpPr/>
            <p:nvPr/>
          </p:nvSpPr>
          <p:spPr>
            <a:xfrm>
              <a:off x="5852314" y="2046010"/>
              <a:ext cx="2512789" cy="2137781"/>
            </a:xfrm>
            <a:prstGeom prst="verticalScroll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Text 4">
              <a:extLst>
                <a:ext uri="{FF2B5EF4-FFF2-40B4-BE49-F238E27FC236}">
                  <a16:creationId xmlns:a16="http://schemas.microsoft.com/office/drawing/2014/main" id="{B3885323-E91A-8CFD-EA87-91F293C66939}"/>
                </a:ext>
              </a:extLst>
            </p:cNvPr>
            <p:cNvSpPr/>
            <p:nvPr/>
          </p:nvSpPr>
          <p:spPr>
            <a:xfrm>
              <a:off x="6074698" y="1661360"/>
              <a:ext cx="2068019" cy="2649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b="1" dirty="0">
                  <a:solidFill>
                    <a:srgbClr val="4A4A45"/>
                  </a:solidFill>
                  <a:latin typeface="Lato Bold" pitchFamily="34" charset="0"/>
                  <a:ea typeface="Lato Bold" pitchFamily="34" charset="-122"/>
                  <a:cs typeface="Lato Bold" pitchFamily="34" charset="-120"/>
                </a:rPr>
                <a:t>Duplicate Entry Prevention</a:t>
              </a:r>
              <a:endParaRPr lang="en-US" dirty="0"/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161588AF-25E7-A00B-3BEC-9AE1006BBAFE}"/>
                </a:ext>
              </a:extLst>
            </p:cNvPr>
            <p:cNvSpPr/>
            <p:nvPr/>
          </p:nvSpPr>
          <p:spPr>
            <a:xfrm>
              <a:off x="6228125" y="2448832"/>
              <a:ext cx="1761167" cy="15560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100" dirty="0">
                  <a:solidFill>
                    <a:srgbClr val="4A4A45"/>
                  </a:solidFill>
                  <a:latin typeface="Constantia" panose="02030602050306030303" pitchFamily="18" charset="0"/>
                  <a:ea typeface="Lato" pitchFamily="34" charset="-122"/>
                  <a:cs typeface="Lato" pitchFamily="34" charset="-120"/>
                </a:rPr>
                <a:t>A sophisticated internal 'marked set' is utilized to ensure that each recognized individual is recorded only once per session, maintaining data integrity.</a:t>
              </a:r>
              <a:endParaRPr lang="en-US" sz="1100" dirty="0">
                <a:latin typeface="Constantia" panose="02030602050306030303" pitchFamily="18" charset="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endParaRPr lang="en-US" sz="1100" dirty="0">
                <a:latin typeface="Constantia" panose="02030602050306030303" pitchFamily="18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5376477-074E-EC24-0252-F0665DE15E82}"/>
                </a:ext>
              </a:extLst>
            </p:cNvPr>
            <p:cNvGrpSpPr/>
            <p:nvPr/>
          </p:nvGrpSpPr>
          <p:grpSpPr>
            <a:xfrm>
              <a:off x="4219940" y="1171199"/>
              <a:ext cx="495963" cy="478923"/>
              <a:chOff x="5443776" y="3200400"/>
              <a:chExt cx="680442" cy="680442"/>
            </a:xfrm>
          </p:grpSpPr>
          <p:sp>
            <p:nvSpPr>
              <p:cNvPr id="49" name="Shape 7">
                <a:extLst>
                  <a:ext uri="{FF2B5EF4-FFF2-40B4-BE49-F238E27FC236}">
                    <a16:creationId xmlns:a16="http://schemas.microsoft.com/office/drawing/2014/main" id="{CE378A15-79B8-CC41-8A3B-6AC43E7E9A6B}"/>
                  </a:ext>
                </a:extLst>
              </p:cNvPr>
              <p:cNvSpPr/>
              <p:nvPr/>
            </p:nvSpPr>
            <p:spPr>
              <a:xfrm>
                <a:off x="5443776" y="3200400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282824"/>
              </a:solidFill>
              <a:ln/>
            </p:spPr>
          </p:sp>
          <p:pic>
            <p:nvPicPr>
              <p:cNvPr id="50" name="Image 1" descr="preencoded.png">
                <a:extLst>
                  <a:ext uri="{FF2B5EF4-FFF2-40B4-BE49-F238E27FC236}">
                    <a16:creationId xmlns:a16="http://schemas.microsoft.com/office/drawing/2014/main" id="{AE4455A8-C96A-22C3-D443-5EB274F4D7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0942" y="3349228"/>
                <a:ext cx="306110" cy="382667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12D298F-2EC9-1A30-D9F6-11E9B267813E}"/>
                </a:ext>
              </a:extLst>
            </p:cNvPr>
            <p:cNvGrpSpPr/>
            <p:nvPr/>
          </p:nvGrpSpPr>
          <p:grpSpPr>
            <a:xfrm>
              <a:off x="6860725" y="1182437"/>
              <a:ext cx="495963" cy="478923"/>
              <a:chOff x="9848833" y="3216366"/>
              <a:chExt cx="680442" cy="680442"/>
            </a:xfrm>
          </p:grpSpPr>
          <p:sp>
            <p:nvSpPr>
              <p:cNvPr id="53" name="Shape 11">
                <a:extLst>
                  <a:ext uri="{FF2B5EF4-FFF2-40B4-BE49-F238E27FC236}">
                    <a16:creationId xmlns:a16="http://schemas.microsoft.com/office/drawing/2014/main" id="{5F04FFC1-C369-FF93-BFBD-EE188E08981D}"/>
                  </a:ext>
                </a:extLst>
              </p:cNvPr>
              <p:cNvSpPr/>
              <p:nvPr/>
            </p:nvSpPr>
            <p:spPr>
              <a:xfrm>
                <a:off x="9848833" y="3216366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rgbClr val="282824"/>
              </a:solidFill>
              <a:ln/>
            </p:spPr>
          </p:sp>
          <p:pic>
            <p:nvPicPr>
              <p:cNvPr id="54" name="Image 2" descr="preencoded.png">
                <a:extLst>
                  <a:ext uri="{FF2B5EF4-FFF2-40B4-BE49-F238E27FC236}">
                    <a16:creationId xmlns:a16="http://schemas.microsoft.com/office/drawing/2014/main" id="{0C7BA159-EEFA-FF88-E5FC-BD98C9948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4114" y="3349228"/>
                <a:ext cx="306110" cy="382667"/>
              </a:xfrm>
              <a:prstGeom prst="rect">
                <a:avLst/>
              </a:prstGeom>
            </p:spPr>
          </p:pic>
        </p:grp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3CD5B88-0873-F587-402F-1C5CB87B00F5}"/>
              </a:ext>
            </a:extLst>
          </p:cNvPr>
          <p:cNvCxnSpPr>
            <a:cxnSpLocks/>
          </p:cNvCxnSpPr>
          <p:nvPr/>
        </p:nvCxnSpPr>
        <p:spPr>
          <a:xfrm flipV="1">
            <a:off x="2354697" y="831416"/>
            <a:ext cx="4434605" cy="114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34F4C59-15AB-7F16-EDE5-624F959E89D2}"/>
              </a:ext>
            </a:extLst>
          </p:cNvPr>
          <p:cNvSpPr txBox="1"/>
          <p:nvPr/>
        </p:nvSpPr>
        <p:spPr>
          <a:xfrm>
            <a:off x="657922" y="4233090"/>
            <a:ext cx="7998282" cy="57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Karu Italic" panose="00000500000000000000" pitchFamily="2" charset="0"/>
                <a:ea typeface="Lato" pitchFamily="34" charset="-122"/>
                <a:cs typeface="Lato" pitchFamily="34" charset="-120"/>
              </a:rPr>
              <a:t>Once a face is recognized, our system proceeds with a well-defined logic to mark and confirm attendance, ensuring accuracy and a seamless user experience.</a:t>
            </a:r>
            <a:endParaRPr lang="en-US" sz="1100" dirty="0">
              <a:latin typeface="Karu Italic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57B735-A81E-57E3-384E-50B6D5CF3D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6" name="Google Shape;1646;p48"/>
          <p:cNvGrpSpPr/>
          <p:nvPr/>
        </p:nvGrpSpPr>
        <p:grpSpPr>
          <a:xfrm flipH="1">
            <a:off x="720000" y="465160"/>
            <a:ext cx="1009703" cy="130500"/>
            <a:chOff x="5461400" y="616025"/>
            <a:chExt cx="1009703" cy="130500"/>
          </a:xfrm>
        </p:grpSpPr>
        <p:sp>
          <p:nvSpPr>
            <p:cNvPr id="1647" name="Google Shape;1647;p4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48"/>
          <p:cNvGrpSpPr/>
          <p:nvPr/>
        </p:nvGrpSpPr>
        <p:grpSpPr>
          <a:xfrm flipH="1">
            <a:off x="7421075" y="4547840"/>
            <a:ext cx="1009703" cy="130500"/>
            <a:chOff x="5461400" y="616025"/>
            <a:chExt cx="1009703" cy="130500"/>
          </a:xfrm>
        </p:grpSpPr>
        <p:sp>
          <p:nvSpPr>
            <p:cNvPr id="1653" name="Google Shape;1653;p4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4387F0A8-6BA4-A25A-A12F-65BB95C86194}"/>
              </a:ext>
            </a:extLst>
          </p:cNvPr>
          <p:cNvSpPr/>
          <p:nvPr/>
        </p:nvSpPr>
        <p:spPr>
          <a:xfrm>
            <a:off x="2108511" y="203582"/>
            <a:ext cx="5401648" cy="549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Integration with Background UI</a:t>
            </a:r>
            <a:endParaRPr lang="en-US" sz="2200" dirty="0">
              <a:latin typeface="Redhawk" pitchFamily="50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81B3190-30DD-29EA-6F43-67C099F943F1}"/>
              </a:ext>
            </a:extLst>
          </p:cNvPr>
          <p:cNvSpPr/>
          <p:nvPr/>
        </p:nvSpPr>
        <p:spPr>
          <a:xfrm>
            <a:off x="719999" y="915040"/>
            <a:ext cx="8178673" cy="64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attendance system provides a seamless and intuitive user experience through its integrated graphical interface, designed for real-time monitoring and ease of use.</a:t>
            </a:r>
            <a:endParaRPr lang="en-US" sz="1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877DFD5-6986-BF83-CEED-9C0083926477}"/>
              </a:ext>
            </a:extLst>
          </p:cNvPr>
          <p:cNvSpPr/>
          <p:nvPr/>
        </p:nvSpPr>
        <p:spPr>
          <a:xfrm>
            <a:off x="3774164" y="1558163"/>
            <a:ext cx="5124508" cy="640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custom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background template (`background.png`)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loaded, ensuring a professional and consistent visual theme across the application.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ED1446D-DE03-DFF7-288E-6A23AFEE9A0C}"/>
              </a:ext>
            </a:extLst>
          </p:cNvPr>
          <p:cNvSpPr/>
          <p:nvPr/>
        </p:nvSpPr>
        <p:spPr>
          <a:xfrm>
            <a:off x="3749319" y="2225280"/>
            <a:ext cx="5124508" cy="883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video feed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from the camera is dynamically placed within a dedicated, allocated region of the UI, offering immediate visual feedback of the captured stream.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5DB4FF4-7E07-9154-89E3-3C3D495CCFEC}"/>
              </a:ext>
            </a:extLst>
          </p:cNvPr>
          <p:cNvSpPr/>
          <p:nvPr/>
        </p:nvSpPr>
        <p:spPr>
          <a:xfrm>
            <a:off x="3754735" y="3148391"/>
            <a:ext cx="5143937" cy="883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Recognized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names are displayed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a real-time side panel, providing instantaneous visual confirmation of attendance events as they occur.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93766EC-B79B-4489-85DD-6BBD89A38B61}"/>
              </a:ext>
            </a:extLst>
          </p:cNvPr>
          <p:cNvSpPr/>
          <p:nvPr/>
        </p:nvSpPr>
        <p:spPr>
          <a:xfrm>
            <a:off x="719999" y="3836664"/>
            <a:ext cx="6834833" cy="68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integrated design ensures that administrators have a clear and organized view of the attendance process, enhancing usability and data transparency.</a:t>
            </a:r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0A642A-5CE8-E280-8550-B1053FC4FCB0}"/>
              </a:ext>
            </a:extLst>
          </p:cNvPr>
          <p:cNvCxnSpPr>
            <a:cxnSpLocks/>
          </p:cNvCxnSpPr>
          <p:nvPr/>
        </p:nvCxnSpPr>
        <p:spPr>
          <a:xfrm flipV="1">
            <a:off x="2592032" y="758617"/>
            <a:ext cx="4434605" cy="114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29223E6-49A4-2DA3-03F8-FEDD83927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46" y="1750156"/>
            <a:ext cx="3124116" cy="17573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52E1D2-5978-D427-B64A-0A4D06826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49"/>
          <p:cNvGrpSpPr/>
          <p:nvPr/>
        </p:nvGrpSpPr>
        <p:grpSpPr>
          <a:xfrm>
            <a:off x="7398773" y="338778"/>
            <a:ext cx="1009703" cy="130500"/>
            <a:chOff x="5461400" y="616025"/>
            <a:chExt cx="1009703" cy="130500"/>
          </a:xfrm>
        </p:grpSpPr>
        <p:sp>
          <p:nvSpPr>
            <p:cNvPr id="1836" name="Google Shape;1836;p4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1" name="Google Shape;1841;p49"/>
          <p:cNvGrpSpPr/>
          <p:nvPr/>
        </p:nvGrpSpPr>
        <p:grpSpPr>
          <a:xfrm>
            <a:off x="720000" y="4696525"/>
            <a:ext cx="1009703" cy="130500"/>
            <a:chOff x="5461400" y="616025"/>
            <a:chExt cx="1009703" cy="130500"/>
          </a:xfrm>
        </p:grpSpPr>
        <p:sp>
          <p:nvSpPr>
            <p:cNvPr id="1842" name="Google Shape;1842;p4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6" name="Google Shape;1846;p4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5572B41A-91D9-5AEE-78E8-AC4A4B49FC9C}"/>
              </a:ext>
            </a:extLst>
          </p:cNvPr>
          <p:cNvSpPr/>
          <p:nvPr/>
        </p:nvSpPr>
        <p:spPr>
          <a:xfrm>
            <a:off x="2947619" y="260184"/>
            <a:ext cx="3248762" cy="493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Interactive Dashboard</a:t>
            </a:r>
            <a:endParaRPr lang="en-US" sz="2200" dirty="0">
              <a:latin typeface="Redhawk" pitchFamily="50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C7F29D5-BEE5-BDFA-8A74-23C53D429782}"/>
              </a:ext>
            </a:extLst>
          </p:cNvPr>
          <p:cNvSpPr/>
          <p:nvPr/>
        </p:nvSpPr>
        <p:spPr>
          <a:xfrm>
            <a:off x="656629" y="1113751"/>
            <a:ext cx="8106370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system integrates a dynamic dashboard built with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providing a user-friendly interface for real-time attendance tracking and management.</a:t>
            </a:r>
            <a:endParaRPr lang="en-US" sz="1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0D14653-5EE8-8EB3-686A-FB68CDE89F66}"/>
              </a:ext>
            </a:extLst>
          </p:cNvPr>
          <p:cNvSpPr/>
          <p:nvPr/>
        </p:nvSpPr>
        <p:spPr>
          <a:xfrm>
            <a:off x="656629" y="1806996"/>
            <a:ext cx="35355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dashboard seamlessly loads daily attendance data directly from the generated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CSV files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0CB6080-379A-2016-2DB2-EE3A98A7A421}"/>
              </a:ext>
            </a:extLst>
          </p:cNvPr>
          <p:cNvSpPr/>
          <p:nvPr/>
        </p:nvSpPr>
        <p:spPr>
          <a:xfrm>
            <a:off x="656629" y="2365481"/>
            <a:ext cx="3535540" cy="65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Leveraging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DataFrame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capabilities, the raw data is transformed into a clean, intuitive tabular display.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9410CE2-B2CB-3ED8-7E44-517C304557A9}"/>
              </a:ext>
            </a:extLst>
          </p:cNvPr>
          <p:cNvSpPr/>
          <p:nvPr/>
        </p:nvSpPr>
        <p:spPr>
          <a:xfrm>
            <a:off x="656630" y="3181260"/>
            <a:ext cx="3535540" cy="1178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crucial feature is the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 refresh mechanism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updating every 2 seconds to ensure administrators always have the most current attendance records at their fingertips.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0949ECD-03D6-3698-97FF-3EFB0117F98D}"/>
              </a:ext>
            </a:extLst>
          </p:cNvPr>
          <p:cNvSpPr/>
          <p:nvPr/>
        </p:nvSpPr>
        <p:spPr>
          <a:xfrm>
            <a:off x="656629" y="4315841"/>
            <a:ext cx="8028131" cy="38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interactive view facilitates quick oversight and data verification, significantly enhancing operational efficiency.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BD885A-0DE2-89C2-9033-9C447F825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764785"/>
            <a:ext cx="3967363" cy="21009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F54BAF-04A8-13EA-AFBF-69E5111B5D85}"/>
              </a:ext>
            </a:extLst>
          </p:cNvPr>
          <p:cNvCxnSpPr>
            <a:cxnSpLocks/>
          </p:cNvCxnSpPr>
          <p:nvPr/>
        </p:nvCxnSpPr>
        <p:spPr>
          <a:xfrm>
            <a:off x="2893057" y="753541"/>
            <a:ext cx="33578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1EA65C-CE86-C5B8-F534-E2010A7B873B}"/>
              </a:ext>
            </a:extLst>
          </p:cNvPr>
          <p:cNvSpPr txBox="1"/>
          <p:nvPr/>
        </p:nvSpPr>
        <p:spPr>
          <a:xfrm>
            <a:off x="3079285" y="795460"/>
            <a:ext cx="3059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82824"/>
                </a:solidFill>
                <a:latin typeface="Karu Italic" panose="00000500000000000000" pitchFamily="2" charset="0"/>
                <a:ea typeface="Lato Bold" pitchFamily="34" charset="-122"/>
                <a:cs typeface="Lato Bold" pitchFamily="34" charset="-120"/>
              </a:rPr>
              <a:t>Real-time Attendance Monitoring</a:t>
            </a:r>
            <a:endParaRPr lang="en-IN" sz="1200" dirty="0">
              <a:latin typeface="Karu Italic" panose="000005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4A5477-6C76-1B90-DFBD-B8340AB85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p43"/>
          <p:cNvGrpSpPr/>
          <p:nvPr/>
        </p:nvGrpSpPr>
        <p:grpSpPr>
          <a:xfrm>
            <a:off x="7421075" y="364923"/>
            <a:ext cx="1009703" cy="130500"/>
            <a:chOff x="5461400" y="616025"/>
            <a:chExt cx="1009703" cy="130500"/>
          </a:xfrm>
        </p:grpSpPr>
        <p:sp>
          <p:nvSpPr>
            <p:cNvPr id="1294" name="Google Shape;1294;p4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43"/>
          <p:cNvGrpSpPr/>
          <p:nvPr/>
        </p:nvGrpSpPr>
        <p:grpSpPr>
          <a:xfrm>
            <a:off x="713222" y="4703959"/>
            <a:ext cx="1009703" cy="130500"/>
            <a:chOff x="5461400" y="616025"/>
            <a:chExt cx="1009703" cy="130500"/>
          </a:xfrm>
        </p:grpSpPr>
        <p:sp>
          <p:nvSpPr>
            <p:cNvPr id="1300" name="Google Shape;1300;p4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2579159-439D-3E4E-0121-992A9BD8FA8E}"/>
              </a:ext>
            </a:extLst>
          </p:cNvPr>
          <p:cNvSpPr/>
          <p:nvPr/>
        </p:nvSpPr>
        <p:spPr>
          <a:xfrm>
            <a:off x="2946605" y="201589"/>
            <a:ext cx="3250788" cy="5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Output Screenshots</a:t>
            </a:r>
            <a:endParaRPr lang="en-US" sz="2400" dirty="0">
              <a:latin typeface="Redhawk" pitchFamily="50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805C125-DF44-5561-EA40-BDD8FDC634F2}"/>
              </a:ext>
            </a:extLst>
          </p:cNvPr>
          <p:cNvSpPr/>
          <p:nvPr/>
        </p:nvSpPr>
        <p:spPr>
          <a:xfrm>
            <a:off x="844349" y="1074318"/>
            <a:ext cx="2072243" cy="42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Live Detection Window</a:t>
            </a:r>
            <a:endParaRPr lang="en-US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65C20A0-8108-FBED-B778-866270E52853}"/>
              </a:ext>
            </a:extLst>
          </p:cNvPr>
          <p:cNvSpPr/>
          <p:nvPr/>
        </p:nvSpPr>
        <p:spPr>
          <a:xfrm>
            <a:off x="3535878" y="1074318"/>
            <a:ext cx="2072243" cy="42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Attendance CSV Log</a:t>
            </a:r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6F576E5-9754-8B75-598F-F1AF52D95940}"/>
              </a:ext>
            </a:extLst>
          </p:cNvPr>
          <p:cNvSpPr/>
          <p:nvPr/>
        </p:nvSpPr>
        <p:spPr>
          <a:xfrm>
            <a:off x="6227408" y="1074317"/>
            <a:ext cx="2072243" cy="422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Streamlit Dashboard</a:t>
            </a:r>
            <a:endParaRPr lang="en-US" dirty="0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EC1A195E-06C7-7C3B-9486-8D971FDA3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1554" y="1597012"/>
            <a:ext cx="1837834" cy="1376655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E2635DE-2BAE-9937-2F49-1343D4F663CF}"/>
              </a:ext>
            </a:extLst>
          </p:cNvPr>
          <p:cNvSpPr/>
          <p:nvPr/>
        </p:nvSpPr>
        <p:spPr>
          <a:xfrm>
            <a:off x="713222" y="3155520"/>
            <a:ext cx="2334499" cy="137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Witness the system in action: real-time face detection with recognized names overlayed directly on the video feed, confirming successful identification.</a:t>
            </a:r>
            <a:endParaRPr lang="en-US" sz="1100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D406B342-515A-12B5-0C3D-87222EEC0E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0696" y="1602544"/>
            <a:ext cx="2415128" cy="1365590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1CA1208D-AE0C-982A-0AAD-51EBBB9EE8F4}"/>
              </a:ext>
            </a:extLst>
          </p:cNvPr>
          <p:cNvSpPr/>
          <p:nvPr/>
        </p:nvSpPr>
        <p:spPr>
          <a:xfrm>
            <a:off x="3380696" y="3155520"/>
            <a:ext cx="2415128" cy="137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Verify attendance records through the automatically updated CSV file, meticulously logging precise names and timestamps for daily record-keeping.</a:t>
            </a:r>
            <a:endParaRPr lang="en-US" sz="1100" dirty="0"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B55C680C-66B2-342C-3C01-92CEB63CCB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1232" y="1597012"/>
            <a:ext cx="2334499" cy="1376655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24FF2B7A-D047-5A78-20C8-489B004818F8}"/>
              </a:ext>
            </a:extLst>
          </p:cNvPr>
          <p:cNvSpPr/>
          <p:nvPr/>
        </p:nvSpPr>
        <p:spPr>
          <a:xfrm>
            <a:off x="6170164" y="3155520"/>
            <a:ext cx="2334499" cy="137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Engage with the interactive dashboard, offering a clean, real-time overview of attendance data for effortless monitoring and management.</a:t>
            </a:r>
            <a:endParaRPr lang="en-US" sz="11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058BBE-19EE-DFEA-E045-0175287E6EB4}"/>
              </a:ext>
            </a:extLst>
          </p:cNvPr>
          <p:cNvCxnSpPr>
            <a:cxnSpLocks/>
          </p:cNvCxnSpPr>
          <p:nvPr/>
        </p:nvCxnSpPr>
        <p:spPr>
          <a:xfrm>
            <a:off x="2893057" y="753541"/>
            <a:ext cx="33578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96381F4-4CCE-9ECF-EFBD-270D70D0C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646;p48">
            <a:extLst>
              <a:ext uri="{FF2B5EF4-FFF2-40B4-BE49-F238E27FC236}">
                <a16:creationId xmlns:a16="http://schemas.microsoft.com/office/drawing/2014/main" id="{A300EED1-7562-6C0C-180C-9473140A2B39}"/>
              </a:ext>
            </a:extLst>
          </p:cNvPr>
          <p:cNvGrpSpPr/>
          <p:nvPr/>
        </p:nvGrpSpPr>
        <p:grpSpPr>
          <a:xfrm flipH="1">
            <a:off x="720000" y="465160"/>
            <a:ext cx="1009703" cy="130500"/>
            <a:chOff x="5461400" y="616025"/>
            <a:chExt cx="1009703" cy="130500"/>
          </a:xfrm>
        </p:grpSpPr>
        <p:sp>
          <p:nvSpPr>
            <p:cNvPr id="5" name="Google Shape;1647;p48">
              <a:extLst>
                <a:ext uri="{FF2B5EF4-FFF2-40B4-BE49-F238E27FC236}">
                  <a16:creationId xmlns:a16="http://schemas.microsoft.com/office/drawing/2014/main" id="{A9415890-0233-03F6-A5DE-95A8994A21FB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48;p48">
              <a:extLst>
                <a:ext uri="{FF2B5EF4-FFF2-40B4-BE49-F238E27FC236}">
                  <a16:creationId xmlns:a16="http://schemas.microsoft.com/office/drawing/2014/main" id="{17BCEE5F-E953-C8F0-A477-0B823C67ABA8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49;p48">
              <a:extLst>
                <a:ext uri="{FF2B5EF4-FFF2-40B4-BE49-F238E27FC236}">
                  <a16:creationId xmlns:a16="http://schemas.microsoft.com/office/drawing/2014/main" id="{8D3576BA-2425-B2B5-A6A1-7FB11B8C7BA1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50;p48">
              <a:extLst>
                <a:ext uri="{FF2B5EF4-FFF2-40B4-BE49-F238E27FC236}">
                  <a16:creationId xmlns:a16="http://schemas.microsoft.com/office/drawing/2014/main" id="{B48474B2-7519-73D4-3641-59E5B38D56C4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51;p48">
              <a:extLst>
                <a:ext uri="{FF2B5EF4-FFF2-40B4-BE49-F238E27FC236}">
                  <a16:creationId xmlns:a16="http://schemas.microsoft.com/office/drawing/2014/main" id="{00D5E73E-C2C5-E73D-146B-F28255E549EC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52;p48">
            <a:extLst>
              <a:ext uri="{FF2B5EF4-FFF2-40B4-BE49-F238E27FC236}">
                <a16:creationId xmlns:a16="http://schemas.microsoft.com/office/drawing/2014/main" id="{8B3D66E4-E135-CEDE-5696-DB4115B9CE73}"/>
              </a:ext>
            </a:extLst>
          </p:cNvPr>
          <p:cNvGrpSpPr/>
          <p:nvPr/>
        </p:nvGrpSpPr>
        <p:grpSpPr>
          <a:xfrm flipH="1">
            <a:off x="7421075" y="4547840"/>
            <a:ext cx="1009703" cy="130500"/>
            <a:chOff x="5461400" y="616025"/>
            <a:chExt cx="1009703" cy="130500"/>
          </a:xfrm>
        </p:grpSpPr>
        <p:sp>
          <p:nvSpPr>
            <p:cNvPr id="17" name="Google Shape;1653;p48">
              <a:extLst>
                <a:ext uri="{FF2B5EF4-FFF2-40B4-BE49-F238E27FC236}">
                  <a16:creationId xmlns:a16="http://schemas.microsoft.com/office/drawing/2014/main" id="{98A765C7-AE0D-8DA3-2B3E-72C26D7442C1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4;p48">
              <a:extLst>
                <a:ext uri="{FF2B5EF4-FFF2-40B4-BE49-F238E27FC236}">
                  <a16:creationId xmlns:a16="http://schemas.microsoft.com/office/drawing/2014/main" id="{C2E58AB7-95DF-34DC-7D96-29D42834B258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5;p48">
              <a:extLst>
                <a:ext uri="{FF2B5EF4-FFF2-40B4-BE49-F238E27FC236}">
                  <a16:creationId xmlns:a16="http://schemas.microsoft.com/office/drawing/2014/main" id="{8CF08CBB-566C-45FE-DC31-899B21D74D79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6;p48">
              <a:extLst>
                <a:ext uri="{FF2B5EF4-FFF2-40B4-BE49-F238E27FC236}">
                  <a16:creationId xmlns:a16="http://schemas.microsoft.com/office/drawing/2014/main" id="{8B97286A-5612-B45C-4F19-1267C7935BAB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57;p48">
              <a:extLst>
                <a:ext uri="{FF2B5EF4-FFF2-40B4-BE49-F238E27FC236}">
                  <a16:creationId xmlns:a16="http://schemas.microsoft.com/office/drawing/2014/main" id="{F6F09B3A-C2E4-9E08-902F-99421D2E210B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C084E21-B9DB-713A-571B-8645D076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75"/>
          <a:stretch>
            <a:fillRect/>
          </a:stretch>
        </p:blipFill>
        <p:spPr>
          <a:xfrm>
            <a:off x="408197" y="1976164"/>
            <a:ext cx="2512511" cy="22603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8E581AA-C709-96EA-9E99-B1459543D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475"/>
          <a:stretch>
            <a:fillRect/>
          </a:stretch>
        </p:blipFill>
        <p:spPr>
          <a:xfrm>
            <a:off x="3315744" y="1976164"/>
            <a:ext cx="2512511" cy="22603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8576EE3-0911-11E8-A2EC-B6296604B2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475"/>
          <a:stretch>
            <a:fillRect/>
          </a:stretch>
        </p:blipFill>
        <p:spPr>
          <a:xfrm>
            <a:off x="6230069" y="1976165"/>
            <a:ext cx="2512511" cy="22603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E3048D1-5413-C765-7323-9858440E9DB2}"/>
              </a:ext>
            </a:extLst>
          </p:cNvPr>
          <p:cNvSpPr txBox="1"/>
          <p:nvPr/>
        </p:nvSpPr>
        <p:spPr>
          <a:xfrm>
            <a:off x="878090" y="1427356"/>
            <a:ext cx="1442225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add_faces.py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279E94-C3FC-4701-0F98-354DABDE156D}"/>
              </a:ext>
            </a:extLst>
          </p:cNvPr>
          <p:cNvSpPr txBox="1"/>
          <p:nvPr/>
        </p:nvSpPr>
        <p:spPr>
          <a:xfrm>
            <a:off x="3854276" y="1427355"/>
            <a:ext cx="1442225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app.py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45D940-B14E-1B47-7C20-A76FB99F2891}"/>
              </a:ext>
            </a:extLst>
          </p:cNvPr>
          <p:cNvSpPr txBox="1"/>
          <p:nvPr/>
        </p:nvSpPr>
        <p:spPr>
          <a:xfrm>
            <a:off x="6830462" y="1427356"/>
            <a:ext cx="1442225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main.py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2EA001F4-D6AA-DAF9-E449-A518D11A8C76}"/>
              </a:ext>
            </a:extLst>
          </p:cNvPr>
          <p:cNvSpPr/>
          <p:nvPr/>
        </p:nvSpPr>
        <p:spPr>
          <a:xfrm>
            <a:off x="2946605" y="236576"/>
            <a:ext cx="3250788" cy="5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Redhawk" pitchFamily="50" charset="0"/>
              </a:rPr>
              <a:t>Code Snippets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F01BFB-18B6-C6BE-6A98-A6A76782F8E6}"/>
              </a:ext>
            </a:extLst>
          </p:cNvPr>
          <p:cNvCxnSpPr>
            <a:cxnSpLocks/>
          </p:cNvCxnSpPr>
          <p:nvPr/>
        </p:nvCxnSpPr>
        <p:spPr>
          <a:xfrm>
            <a:off x="3054470" y="824244"/>
            <a:ext cx="30350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2915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646;p48">
            <a:extLst>
              <a:ext uri="{FF2B5EF4-FFF2-40B4-BE49-F238E27FC236}">
                <a16:creationId xmlns:a16="http://schemas.microsoft.com/office/drawing/2014/main" id="{578424A6-61EB-D5F7-9CC2-0302F4E94D34}"/>
              </a:ext>
            </a:extLst>
          </p:cNvPr>
          <p:cNvGrpSpPr/>
          <p:nvPr/>
        </p:nvGrpSpPr>
        <p:grpSpPr>
          <a:xfrm flipH="1">
            <a:off x="720000" y="465160"/>
            <a:ext cx="1009703" cy="130500"/>
            <a:chOff x="5461400" y="616025"/>
            <a:chExt cx="1009703" cy="130500"/>
          </a:xfrm>
        </p:grpSpPr>
        <p:sp>
          <p:nvSpPr>
            <p:cNvPr id="5" name="Google Shape;1647;p48">
              <a:extLst>
                <a:ext uri="{FF2B5EF4-FFF2-40B4-BE49-F238E27FC236}">
                  <a16:creationId xmlns:a16="http://schemas.microsoft.com/office/drawing/2014/main" id="{55A0582D-967D-431B-A16D-C67D1EEB2612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48;p48">
              <a:extLst>
                <a:ext uri="{FF2B5EF4-FFF2-40B4-BE49-F238E27FC236}">
                  <a16:creationId xmlns:a16="http://schemas.microsoft.com/office/drawing/2014/main" id="{0CE8E6FF-007A-8046-17FE-36440F2A5C38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49;p48">
              <a:extLst>
                <a:ext uri="{FF2B5EF4-FFF2-40B4-BE49-F238E27FC236}">
                  <a16:creationId xmlns:a16="http://schemas.microsoft.com/office/drawing/2014/main" id="{BD54BD44-BAFB-41F3-D8E8-A472B5359038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50;p48">
              <a:extLst>
                <a:ext uri="{FF2B5EF4-FFF2-40B4-BE49-F238E27FC236}">
                  <a16:creationId xmlns:a16="http://schemas.microsoft.com/office/drawing/2014/main" id="{44A004F1-A01B-9A04-9E57-CC4A6C3B7960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51;p48">
              <a:extLst>
                <a:ext uri="{FF2B5EF4-FFF2-40B4-BE49-F238E27FC236}">
                  <a16:creationId xmlns:a16="http://schemas.microsoft.com/office/drawing/2014/main" id="{BE44ACA0-414D-87C5-BB44-EFA61DA79E15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652;p48">
            <a:extLst>
              <a:ext uri="{FF2B5EF4-FFF2-40B4-BE49-F238E27FC236}">
                <a16:creationId xmlns:a16="http://schemas.microsoft.com/office/drawing/2014/main" id="{DAF97D59-3994-EE78-3582-DF92CDD9DF4F}"/>
              </a:ext>
            </a:extLst>
          </p:cNvPr>
          <p:cNvGrpSpPr/>
          <p:nvPr/>
        </p:nvGrpSpPr>
        <p:grpSpPr>
          <a:xfrm flipH="1">
            <a:off x="7421075" y="4547840"/>
            <a:ext cx="1009703" cy="130500"/>
            <a:chOff x="5461400" y="616025"/>
            <a:chExt cx="1009703" cy="130500"/>
          </a:xfrm>
        </p:grpSpPr>
        <p:sp>
          <p:nvSpPr>
            <p:cNvPr id="11" name="Google Shape;1653;p48">
              <a:extLst>
                <a:ext uri="{FF2B5EF4-FFF2-40B4-BE49-F238E27FC236}">
                  <a16:creationId xmlns:a16="http://schemas.microsoft.com/office/drawing/2014/main" id="{2F329355-4F27-F19A-495B-7547D0712E79}"/>
                </a:ext>
              </a:extLst>
            </p:cNvPr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4;p48">
              <a:extLst>
                <a:ext uri="{FF2B5EF4-FFF2-40B4-BE49-F238E27FC236}">
                  <a16:creationId xmlns:a16="http://schemas.microsoft.com/office/drawing/2014/main" id="{DE6281CB-F8A1-5B8A-F6CA-C2994C92DBD8}"/>
                </a:ext>
              </a:extLst>
            </p:cNvPr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5;p48">
              <a:extLst>
                <a:ext uri="{FF2B5EF4-FFF2-40B4-BE49-F238E27FC236}">
                  <a16:creationId xmlns:a16="http://schemas.microsoft.com/office/drawing/2014/main" id="{A04F6CF8-1B5C-01D2-DC16-BC66E3A95225}"/>
                </a:ext>
              </a:extLst>
            </p:cNvPr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6;p48">
              <a:extLst>
                <a:ext uri="{FF2B5EF4-FFF2-40B4-BE49-F238E27FC236}">
                  <a16:creationId xmlns:a16="http://schemas.microsoft.com/office/drawing/2014/main" id="{C86792B1-3EE2-DDAF-5894-460E37209B38}"/>
                </a:ext>
              </a:extLst>
            </p:cNvPr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7;p48">
              <a:extLst>
                <a:ext uri="{FF2B5EF4-FFF2-40B4-BE49-F238E27FC236}">
                  <a16:creationId xmlns:a16="http://schemas.microsoft.com/office/drawing/2014/main" id="{A743C8C8-1B1A-77CB-53D5-CF2C5B7E267C}"/>
                </a:ext>
              </a:extLst>
            </p:cNvPr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96AE2478-8896-D4EC-A85A-0B8AF87BC57B}"/>
              </a:ext>
            </a:extLst>
          </p:cNvPr>
          <p:cNvSpPr/>
          <p:nvPr/>
        </p:nvSpPr>
        <p:spPr>
          <a:xfrm>
            <a:off x="1290101" y="2043554"/>
            <a:ext cx="6604835" cy="5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latin typeface="Redhawk" pitchFamily="50" charset="0"/>
              </a:rPr>
              <a:t>PRACTICAL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983091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2" name="Google Shape;2132;p51"/>
          <p:cNvGrpSpPr/>
          <p:nvPr/>
        </p:nvGrpSpPr>
        <p:grpSpPr>
          <a:xfrm>
            <a:off x="720000" y="539500"/>
            <a:ext cx="1009703" cy="130500"/>
            <a:chOff x="5461400" y="616025"/>
            <a:chExt cx="1009703" cy="130500"/>
          </a:xfrm>
        </p:grpSpPr>
        <p:sp>
          <p:nvSpPr>
            <p:cNvPr id="2133" name="Google Shape;2133;p5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2AB0D91D-A18D-1AEE-A67F-73840C79CBCB}"/>
              </a:ext>
            </a:extLst>
          </p:cNvPr>
          <p:cNvSpPr/>
          <p:nvPr/>
        </p:nvSpPr>
        <p:spPr>
          <a:xfrm>
            <a:off x="2174273" y="180891"/>
            <a:ext cx="5071202" cy="71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Advantages &amp; Limitations</a:t>
            </a:r>
            <a:endParaRPr lang="en-US" sz="2400" dirty="0">
              <a:latin typeface="Redhawk" pitchFamily="50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6DCDFA5-374C-3337-D5A8-5BCD7A026D8C}"/>
              </a:ext>
            </a:extLst>
          </p:cNvPr>
          <p:cNvSpPr/>
          <p:nvPr/>
        </p:nvSpPr>
        <p:spPr>
          <a:xfrm>
            <a:off x="1453838" y="1087042"/>
            <a:ext cx="1797055" cy="4081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778806F-35B2-E259-C72B-B3F7CD769D27}"/>
              </a:ext>
            </a:extLst>
          </p:cNvPr>
          <p:cNvSpPr/>
          <p:nvPr/>
        </p:nvSpPr>
        <p:spPr>
          <a:xfrm>
            <a:off x="521878" y="1790318"/>
            <a:ext cx="3989161" cy="62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Contactless, fast, and secure: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Eliminates physical touchpoints, speeding up the process and enhancing hygiene.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3AC302E-EA02-4E3B-9DCA-28155C03C3CE}"/>
              </a:ext>
            </a:extLst>
          </p:cNvPr>
          <p:cNvSpPr/>
          <p:nvPr/>
        </p:nvSpPr>
        <p:spPr>
          <a:xfrm>
            <a:off x="521878" y="2332100"/>
            <a:ext cx="4050122" cy="62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Prevents proxy attendance: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Ensures that only the authorized individual can mark their presence, curbing fraudulent practices.</a:t>
            </a:r>
            <a:endParaRPr lang="en-US" sz="11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E41FC4E-23F6-5507-377E-862830B4F266}"/>
              </a:ext>
            </a:extLst>
          </p:cNvPr>
          <p:cNvSpPr/>
          <p:nvPr/>
        </p:nvSpPr>
        <p:spPr>
          <a:xfrm>
            <a:off x="521878" y="3127667"/>
            <a:ext cx="4083605" cy="62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Automated record keeping: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Streamlines administrative tasks by automatically logging attendance data with precise timestamps.</a:t>
            </a:r>
            <a:endParaRPr lang="en-US" sz="11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F6A282-CEFC-CB47-41DB-F3CF6CC0EF0D}"/>
              </a:ext>
            </a:extLst>
          </p:cNvPr>
          <p:cNvSpPr/>
          <p:nvPr/>
        </p:nvSpPr>
        <p:spPr>
          <a:xfrm>
            <a:off x="521878" y="3925763"/>
            <a:ext cx="3821521" cy="620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Real-time confirmation with speech: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Provides instant audio feedback, enhancing user experience and verification.</a:t>
            </a:r>
            <a:endParaRPr lang="en-US" sz="11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D5AA18A-C0F4-DE38-872D-3611760931C9}"/>
              </a:ext>
            </a:extLst>
          </p:cNvPr>
          <p:cNvSpPr/>
          <p:nvPr/>
        </p:nvSpPr>
        <p:spPr>
          <a:xfrm>
            <a:off x="5853149" y="1080327"/>
            <a:ext cx="1797055" cy="384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C0E5153-96CC-4CEE-753B-926D2ECB8F04}"/>
              </a:ext>
            </a:extLst>
          </p:cNvPr>
          <p:cNvSpPr/>
          <p:nvPr/>
        </p:nvSpPr>
        <p:spPr>
          <a:xfrm>
            <a:off x="4922069" y="1790318"/>
            <a:ext cx="4083605" cy="62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Accuracy depends on lighting/camera quality: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Performance can be affected by poor illumination or low-resolution cameras.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BF6B433-D386-79AE-DD22-D790BD0DD120}"/>
              </a:ext>
            </a:extLst>
          </p:cNvPr>
          <p:cNvSpPr/>
          <p:nvPr/>
        </p:nvSpPr>
        <p:spPr>
          <a:xfrm>
            <a:off x="4922069" y="2410449"/>
            <a:ext cx="4083606" cy="71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Faces with masks/sunglasses reduce accuracy: 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Partial facial obstructions can hinder the system's ability to recognize individuals effectively.</a:t>
            </a:r>
            <a:endParaRPr lang="en-US" sz="1100" dirty="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EBB3343A-F679-C836-45C2-DF575EE2B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1453" y="3303673"/>
            <a:ext cx="2700445" cy="1519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369365-30B6-ABA0-869F-C50B681409E8}"/>
              </a:ext>
            </a:extLst>
          </p:cNvPr>
          <p:cNvCxnSpPr>
            <a:cxnSpLocks/>
          </p:cNvCxnSpPr>
          <p:nvPr/>
        </p:nvCxnSpPr>
        <p:spPr>
          <a:xfrm>
            <a:off x="3302422" y="723061"/>
            <a:ext cx="2814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C2204AC-3A91-190E-A700-E280949AD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9" name="Google Shape;2609;p53"/>
          <p:cNvGrpSpPr/>
          <p:nvPr/>
        </p:nvGrpSpPr>
        <p:grpSpPr>
          <a:xfrm>
            <a:off x="7557320" y="394271"/>
            <a:ext cx="1009703" cy="130500"/>
            <a:chOff x="5461400" y="616025"/>
            <a:chExt cx="1009703" cy="130500"/>
          </a:xfrm>
        </p:grpSpPr>
        <p:sp>
          <p:nvSpPr>
            <p:cNvPr id="2610" name="Google Shape;2610;p5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53"/>
          <p:cNvGrpSpPr/>
          <p:nvPr/>
        </p:nvGrpSpPr>
        <p:grpSpPr>
          <a:xfrm>
            <a:off x="5142523" y="1229797"/>
            <a:ext cx="3359250" cy="3381155"/>
            <a:chOff x="1519550" y="166550"/>
            <a:chExt cx="4987750" cy="5020275"/>
          </a:xfrm>
        </p:grpSpPr>
        <p:sp>
          <p:nvSpPr>
            <p:cNvPr id="2616" name="Google Shape;2616;p53"/>
            <p:cNvSpPr/>
            <p:nvPr/>
          </p:nvSpPr>
          <p:spPr>
            <a:xfrm>
              <a:off x="1519550" y="211125"/>
              <a:ext cx="4987750" cy="4672275"/>
            </a:xfrm>
            <a:custGeom>
              <a:avLst/>
              <a:gdLst/>
              <a:ahLst/>
              <a:cxnLst/>
              <a:rect l="l" t="t" r="r" b="b"/>
              <a:pathLst>
                <a:path w="199510" h="186891" extrusionOk="0">
                  <a:moveTo>
                    <a:pt x="130329" y="1"/>
                  </a:moveTo>
                  <a:cubicBezTo>
                    <a:pt x="124188" y="1"/>
                    <a:pt x="118417" y="2112"/>
                    <a:pt x="112014" y="4722"/>
                  </a:cubicBezTo>
                  <a:cubicBezTo>
                    <a:pt x="94535" y="11894"/>
                    <a:pt x="82726" y="43483"/>
                    <a:pt x="67315" y="48587"/>
                  </a:cubicBezTo>
                  <a:cubicBezTo>
                    <a:pt x="51904" y="53690"/>
                    <a:pt x="11876" y="56059"/>
                    <a:pt x="5938" y="93719"/>
                  </a:cubicBezTo>
                  <a:cubicBezTo>
                    <a:pt x="1" y="131412"/>
                    <a:pt x="45400" y="172575"/>
                    <a:pt x="95969" y="185384"/>
                  </a:cubicBezTo>
                  <a:cubicBezTo>
                    <a:pt x="100031" y="186413"/>
                    <a:pt x="104039" y="186890"/>
                    <a:pt x="107978" y="186890"/>
                  </a:cubicBezTo>
                  <a:cubicBezTo>
                    <a:pt x="153108" y="186890"/>
                    <a:pt x="189158" y="124197"/>
                    <a:pt x="193239" y="108796"/>
                  </a:cubicBezTo>
                  <a:cubicBezTo>
                    <a:pt x="197709" y="92018"/>
                    <a:pt x="197108" y="79609"/>
                    <a:pt x="197108" y="79609"/>
                  </a:cubicBezTo>
                  <a:cubicBezTo>
                    <a:pt x="197108" y="79609"/>
                    <a:pt x="199510" y="60762"/>
                    <a:pt x="170889" y="27471"/>
                  </a:cubicBezTo>
                  <a:cubicBezTo>
                    <a:pt x="152755" y="6354"/>
                    <a:pt x="140983" y="1"/>
                    <a:pt x="1303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3"/>
            <p:cNvSpPr/>
            <p:nvPr/>
          </p:nvSpPr>
          <p:spPr>
            <a:xfrm>
              <a:off x="1837275" y="4806525"/>
              <a:ext cx="4549125" cy="380300"/>
            </a:xfrm>
            <a:custGeom>
              <a:avLst/>
              <a:gdLst/>
              <a:ahLst/>
              <a:cxnLst/>
              <a:rect l="l" t="t" r="r" b="b"/>
              <a:pathLst>
                <a:path w="181965" h="15212" extrusionOk="0">
                  <a:moveTo>
                    <a:pt x="90966" y="1"/>
                  </a:moveTo>
                  <a:cubicBezTo>
                    <a:pt x="40730" y="1"/>
                    <a:pt x="1" y="3403"/>
                    <a:pt x="1" y="7606"/>
                  </a:cubicBezTo>
                  <a:cubicBezTo>
                    <a:pt x="1" y="11809"/>
                    <a:pt x="40730" y="15212"/>
                    <a:pt x="90966" y="15212"/>
                  </a:cubicBezTo>
                  <a:cubicBezTo>
                    <a:pt x="141235" y="15212"/>
                    <a:pt x="181964" y="11809"/>
                    <a:pt x="181964" y="7606"/>
                  </a:cubicBezTo>
                  <a:cubicBezTo>
                    <a:pt x="181964" y="3403"/>
                    <a:pt x="141235" y="1"/>
                    <a:pt x="909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3"/>
            <p:cNvSpPr/>
            <p:nvPr/>
          </p:nvSpPr>
          <p:spPr>
            <a:xfrm>
              <a:off x="4258175" y="166550"/>
              <a:ext cx="1322650" cy="826450"/>
            </a:xfrm>
            <a:custGeom>
              <a:avLst/>
              <a:gdLst/>
              <a:ahLst/>
              <a:cxnLst/>
              <a:rect l="l" t="t" r="r" b="b"/>
              <a:pathLst>
                <a:path w="52906" h="33058" fill="none" extrusionOk="0">
                  <a:moveTo>
                    <a:pt x="1" y="33057"/>
                  </a:moveTo>
                  <a:cubicBezTo>
                    <a:pt x="1" y="33057"/>
                    <a:pt x="39862" y="33024"/>
                    <a:pt x="52905" y="0"/>
                  </a:cubicBezTo>
                </a:path>
              </a:pathLst>
            </a:custGeom>
            <a:noFill/>
            <a:ln w="41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3"/>
            <p:cNvSpPr/>
            <p:nvPr/>
          </p:nvSpPr>
          <p:spPr>
            <a:xfrm>
              <a:off x="4273200" y="190725"/>
              <a:ext cx="1220875" cy="1236750"/>
            </a:xfrm>
            <a:custGeom>
              <a:avLst/>
              <a:gdLst/>
              <a:ahLst/>
              <a:cxnLst/>
              <a:rect l="l" t="t" r="r" b="b"/>
              <a:pathLst>
                <a:path w="48835" h="49470" fill="none" extrusionOk="0">
                  <a:moveTo>
                    <a:pt x="0" y="36060"/>
                  </a:moveTo>
                  <a:cubicBezTo>
                    <a:pt x="0" y="36060"/>
                    <a:pt x="2735" y="35626"/>
                    <a:pt x="4303" y="36460"/>
                  </a:cubicBezTo>
                  <a:cubicBezTo>
                    <a:pt x="11008" y="40129"/>
                    <a:pt x="27987" y="49469"/>
                    <a:pt x="40396" y="35793"/>
                  </a:cubicBezTo>
                  <a:cubicBezTo>
                    <a:pt x="44332" y="31423"/>
                    <a:pt x="46767" y="25852"/>
                    <a:pt x="47300" y="19981"/>
                  </a:cubicBezTo>
                  <a:cubicBezTo>
                    <a:pt x="47934" y="13377"/>
                    <a:pt x="48835" y="2602"/>
                    <a:pt x="48101" y="1"/>
                  </a:cubicBezTo>
                </a:path>
              </a:pathLst>
            </a:custGeom>
            <a:noFill/>
            <a:ln w="41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3"/>
            <p:cNvSpPr/>
            <p:nvPr/>
          </p:nvSpPr>
          <p:spPr>
            <a:xfrm>
              <a:off x="4254000" y="170700"/>
              <a:ext cx="997400" cy="1213400"/>
            </a:xfrm>
            <a:custGeom>
              <a:avLst/>
              <a:gdLst/>
              <a:ahLst/>
              <a:cxnLst/>
              <a:rect l="l" t="t" r="r" b="b"/>
              <a:pathLst>
                <a:path w="39896" h="48536" fill="none" extrusionOk="0">
                  <a:moveTo>
                    <a:pt x="1" y="41597"/>
                  </a:moveTo>
                  <a:cubicBezTo>
                    <a:pt x="1" y="41597"/>
                    <a:pt x="39896" y="48536"/>
                    <a:pt x="38829" y="1"/>
                  </a:cubicBezTo>
                </a:path>
              </a:pathLst>
            </a:custGeom>
            <a:noFill/>
            <a:ln w="41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3"/>
            <p:cNvSpPr/>
            <p:nvPr/>
          </p:nvSpPr>
          <p:spPr>
            <a:xfrm>
              <a:off x="4188125" y="967125"/>
              <a:ext cx="58400" cy="66725"/>
            </a:xfrm>
            <a:custGeom>
              <a:avLst/>
              <a:gdLst/>
              <a:ahLst/>
              <a:cxnLst/>
              <a:rect l="l" t="t" r="r" b="b"/>
              <a:pathLst>
                <a:path w="2336" h="2669" extrusionOk="0">
                  <a:moveTo>
                    <a:pt x="2035" y="0"/>
                  </a:moveTo>
                  <a:lnTo>
                    <a:pt x="1" y="267"/>
                  </a:lnTo>
                  <a:lnTo>
                    <a:pt x="334" y="2669"/>
                  </a:lnTo>
                  <a:lnTo>
                    <a:pt x="2336" y="2402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3"/>
            <p:cNvSpPr/>
            <p:nvPr/>
          </p:nvSpPr>
          <p:spPr>
            <a:xfrm>
              <a:off x="4240675" y="975450"/>
              <a:ext cx="35050" cy="35875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1234" y="1"/>
                  </a:moveTo>
                  <a:lnTo>
                    <a:pt x="0" y="167"/>
                  </a:lnTo>
                  <a:lnTo>
                    <a:pt x="167" y="1435"/>
                  </a:lnTo>
                  <a:lnTo>
                    <a:pt x="1401" y="1235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3"/>
            <p:cNvSpPr/>
            <p:nvPr/>
          </p:nvSpPr>
          <p:spPr>
            <a:xfrm>
              <a:off x="4188125" y="1068850"/>
              <a:ext cx="58400" cy="66750"/>
            </a:xfrm>
            <a:custGeom>
              <a:avLst/>
              <a:gdLst/>
              <a:ahLst/>
              <a:cxnLst/>
              <a:rect l="l" t="t" r="r" b="b"/>
              <a:pathLst>
                <a:path w="2336" h="2670" extrusionOk="0">
                  <a:moveTo>
                    <a:pt x="2002" y="1"/>
                  </a:moveTo>
                  <a:lnTo>
                    <a:pt x="1" y="268"/>
                  </a:lnTo>
                  <a:lnTo>
                    <a:pt x="334" y="2669"/>
                  </a:lnTo>
                  <a:lnTo>
                    <a:pt x="2336" y="2369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3"/>
            <p:cNvSpPr/>
            <p:nvPr/>
          </p:nvSpPr>
          <p:spPr>
            <a:xfrm>
              <a:off x="4240675" y="1077200"/>
              <a:ext cx="35050" cy="35875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1234" y="0"/>
                  </a:moveTo>
                  <a:lnTo>
                    <a:pt x="0" y="167"/>
                  </a:lnTo>
                  <a:lnTo>
                    <a:pt x="167" y="1435"/>
                  </a:lnTo>
                  <a:lnTo>
                    <a:pt x="1401" y="1268"/>
                  </a:lnTo>
                  <a:lnTo>
                    <a:pt x="1234" y="0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3"/>
            <p:cNvSpPr/>
            <p:nvPr/>
          </p:nvSpPr>
          <p:spPr>
            <a:xfrm>
              <a:off x="4164775" y="1190600"/>
              <a:ext cx="58400" cy="66750"/>
            </a:xfrm>
            <a:custGeom>
              <a:avLst/>
              <a:gdLst/>
              <a:ahLst/>
              <a:cxnLst/>
              <a:rect l="l" t="t" r="r" b="b"/>
              <a:pathLst>
                <a:path w="2336" h="2670" extrusionOk="0">
                  <a:moveTo>
                    <a:pt x="2002" y="1"/>
                  </a:moveTo>
                  <a:lnTo>
                    <a:pt x="1" y="268"/>
                  </a:lnTo>
                  <a:lnTo>
                    <a:pt x="301" y="2669"/>
                  </a:lnTo>
                  <a:lnTo>
                    <a:pt x="2336" y="2403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3"/>
            <p:cNvSpPr/>
            <p:nvPr/>
          </p:nvSpPr>
          <p:spPr>
            <a:xfrm>
              <a:off x="4216475" y="119977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1268" y="1"/>
                  </a:moveTo>
                  <a:lnTo>
                    <a:pt x="1" y="168"/>
                  </a:lnTo>
                  <a:lnTo>
                    <a:pt x="168" y="1402"/>
                  </a:lnTo>
                  <a:lnTo>
                    <a:pt x="1435" y="1235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1"/>
            </a:solidFill>
            <a:ln w="100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3"/>
            <p:cNvSpPr/>
            <p:nvPr/>
          </p:nvSpPr>
          <p:spPr>
            <a:xfrm>
              <a:off x="3224100" y="1469200"/>
              <a:ext cx="163475" cy="158450"/>
            </a:xfrm>
            <a:custGeom>
              <a:avLst/>
              <a:gdLst/>
              <a:ahLst/>
              <a:cxnLst/>
              <a:rect l="l" t="t" r="r" b="b"/>
              <a:pathLst>
                <a:path w="6539" h="6338" extrusionOk="0">
                  <a:moveTo>
                    <a:pt x="4650" y="0"/>
                  </a:moveTo>
                  <a:cubicBezTo>
                    <a:pt x="4563" y="0"/>
                    <a:pt x="4471" y="31"/>
                    <a:pt x="4371" y="98"/>
                  </a:cubicBezTo>
                  <a:cubicBezTo>
                    <a:pt x="4371" y="98"/>
                    <a:pt x="534" y="1166"/>
                    <a:pt x="368" y="1232"/>
                  </a:cubicBezTo>
                  <a:cubicBezTo>
                    <a:pt x="168" y="1299"/>
                    <a:pt x="1" y="1833"/>
                    <a:pt x="301" y="2333"/>
                  </a:cubicBezTo>
                  <a:cubicBezTo>
                    <a:pt x="601" y="2800"/>
                    <a:pt x="1202" y="5168"/>
                    <a:pt x="1202" y="5168"/>
                  </a:cubicBezTo>
                  <a:cubicBezTo>
                    <a:pt x="1835" y="5602"/>
                    <a:pt x="2503" y="5969"/>
                    <a:pt x="3203" y="6203"/>
                  </a:cubicBezTo>
                  <a:cubicBezTo>
                    <a:pt x="3515" y="6268"/>
                    <a:pt x="3980" y="6338"/>
                    <a:pt x="4452" y="6338"/>
                  </a:cubicBezTo>
                  <a:cubicBezTo>
                    <a:pt x="5190" y="6338"/>
                    <a:pt x="5948" y="6166"/>
                    <a:pt x="6172" y="5535"/>
                  </a:cubicBezTo>
                  <a:cubicBezTo>
                    <a:pt x="6539" y="4501"/>
                    <a:pt x="6472" y="1799"/>
                    <a:pt x="5805" y="1066"/>
                  </a:cubicBezTo>
                  <a:cubicBezTo>
                    <a:pt x="5272" y="480"/>
                    <a:pt x="4995" y="0"/>
                    <a:pt x="4650" y="0"/>
                  </a:cubicBezTo>
                  <a:close/>
                </a:path>
              </a:pathLst>
            </a:custGeom>
            <a:solidFill>
              <a:srgbClr val="BABABA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3"/>
            <p:cNvSpPr/>
            <p:nvPr/>
          </p:nvSpPr>
          <p:spPr>
            <a:xfrm>
              <a:off x="3244950" y="1501675"/>
              <a:ext cx="76750" cy="119275"/>
            </a:xfrm>
            <a:custGeom>
              <a:avLst/>
              <a:gdLst/>
              <a:ahLst/>
              <a:cxnLst/>
              <a:rect l="l" t="t" r="r" b="b"/>
              <a:pathLst>
                <a:path w="3070" h="4771" extrusionOk="0">
                  <a:moveTo>
                    <a:pt x="1" y="0"/>
                  </a:moveTo>
                  <a:lnTo>
                    <a:pt x="3070" y="4770"/>
                  </a:lnTo>
                  <a:cubicBezTo>
                    <a:pt x="3070" y="3936"/>
                    <a:pt x="3003" y="3069"/>
                    <a:pt x="2836" y="2235"/>
                  </a:cubicBezTo>
                  <a:cubicBezTo>
                    <a:pt x="2803" y="1935"/>
                    <a:pt x="2669" y="1801"/>
                    <a:pt x="2002" y="1201"/>
                  </a:cubicBezTo>
                  <a:cubicBezTo>
                    <a:pt x="1402" y="734"/>
                    <a:pt x="735" y="33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3"/>
            <p:cNvSpPr/>
            <p:nvPr/>
          </p:nvSpPr>
          <p:spPr>
            <a:xfrm>
              <a:off x="3244950" y="1501675"/>
              <a:ext cx="76750" cy="119275"/>
            </a:xfrm>
            <a:custGeom>
              <a:avLst/>
              <a:gdLst/>
              <a:ahLst/>
              <a:cxnLst/>
              <a:rect l="l" t="t" r="r" b="b"/>
              <a:pathLst>
                <a:path w="3070" h="4771" fill="none" extrusionOk="0">
                  <a:moveTo>
                    <a:pt x="1" y="0"/>
                  </a:moveTo>
                  <a:cubicBezTo>
                    <a:pt x="735" y="334"/>
                    <a:pt x="1402" y="734"/>
                    <a:pt x="2002" y="1201"/>
                  </a:cubicBezTo>
                  <a:cubicBezTo>
                    <a:pt x="2669" y="1801"/>
                    <a:pt x="2803" y="1935"/>
                    <a:pt x="2836" y="2235"/>
                  </a:cubicBezTo>
                  <a:cubicBezTo>
                    <a:pt x="3003" y="3069"/>
                    <a:pt x="3070" y="3936"/>
                    <a:pt x="3070" y="477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3"/>
            <p:cNvSpPr/>
            <p:nvPr/>
          </p:nvSpPr>
          <p:spPr>
            <a:xfrm>
              <a:off x="3316675" y="1495000"/>
              <a:ext cx="52550" cy="62550"/>
            </a:xfrm>
            <a:custGeom>
              <a:avLst/>
              <a:gdLst/>
              <a:ahLst/>
              <a:cxnLst/>
              <a:rect l="l" t="t" r="r" b="b"/>
              <a:pathLst>
                <a:path w="2102" h="2502" extrusionOk="0">
                  <a:moveTo>
                    <a:pt x="2102" y="0"/>
                  </a:moveTo>
                  <a:lnTo>
                    <a:pt x="0" y="2502"/>
                  </a:lnTo>
                  <a:cubicBezTo>
                    <a:pt x="0" y="2502"/>
                    <a:pt x="2102" y="1468"/>
                    <a:pt x="2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3"/>
            <p:cNvSpPr/>
            <p:nvPr/>
          </p:nvSpPr>
          <p:spPr>
            <a:xfrm>
              <a:off x="3316675" y="1495000"/>
              <a:ext cx="52550" cy="62550"/>
            </a:xfrm>
            <a:custGeom>
              <a:avLst/>
              <a:gdLst/>
              <a:ahLst/>
              <a:cxnLst/>
              <a:rect l="l" t="t" r="r" b="b"/>
              <a:pathLst>
                <a:path w="2102" h="2502" fill="none" extrusionOk="0">
                  <a:moveTo>
                    <a:pt x="0" y="2502"/>
                  </a:moveTo>
                  <a:cubicBezTo>
                    <a:pt x="0" y="2502"/>
                    <a:pt x="2102" y="1468"/>
                    <a:pt x="2102" y="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3"/>
            <p:cNvSpPr/>
            <p:nvPr/>
          </p:nvSpPr>
          <p:spPr>
            <a:xfrm>
              <a:off x="3170725" y="1365200"/>
              <a:ext cx="622150" cy="1069075"/>
            </a:xfrm>
            <a:custGeom>
              <a:avLst/>
              <a:gdLst/>
              <a:ahLst/>
              <a:cxnLst/>
              <a:rect l="l" t="t" r="r" b="b"/>
              <a:pathLst>
                <a:path w="24886" h="42763" extrusionOk="0">
                  <a:moveTo>
                    <a:pt x="2139" y="1"/>
                  </a:moveTo>
                  <a:cubicBezTo>
                    <a:pt x="1273" y="1"/>
                    <a:pt x="660" y="564"/>
                    <a:pt x="1735" y="1690"/>
                  </a:cubicBezTo>
                  <a:cubicBezTo>
                    <a:pt x="2736" y="2624"/>
                    <a:pt x="4037" y="3224"/>
                    <a:pt x="5371" y="3324"/>
                  </a:cubicBezTo>
                  <a:lnTo>
                    <a:pt x="7206" y="4859"/>
                  </a:lnTo>
                  <a:cubicBezTo>
                    <a:pt x="7206" y="4859"/>
                    <a:pt x="7873" y="7994"/>
                    <a:pt x="7740" y="8795"/>
                  </a:cubicBezTo>
                  <a:cubicBezTo>
                    <a:pt x="7706" y="9195"/>
                    <a:pt x="7540" y="9595"/>
                    <a:pt x="7273" y="9929"/>
                  </a:cubicBezTo>
                  <a:cubicBezTo>
                    <a:pt x="7082" y="9967"/>
                    <a:pt x="6892" y="9986"/>
                    <a:pt x="6703" y="9986"/>
                  </a:cubicBezTo>
                  <a:cubicBezTo>
                    <a:pt x="6233" y="9986"/>
                    <a:pt x="5776" y="9867"/>
                    <a:pt x="5371" y="9629"/>
                  </a:cubicBezTo>
                  <a:cubicBezTo>
                    <a:pt x="4619" y="9213"/>
                    <a:pt x="4048" y="8637"/>
                    <a:pt x="2952" y="8637"/>
                  </a:cubicBezTo>
                  <a:cubicBezTo>
                    <a:pt x="2639" y="8637"/>
                    <a:pt x="2284" y="8684"/>
                    <a:pt x="1869" y="8795"/>
                  </a:cubicBezTo>
                  <a:cubicBezTo>
                    <a:pt x="1" y="9295"/>
                    <a:pt x="535" y="10729"/>
                    <a:pt x="1702" y="10896"/>
                  </a:cubicBezTo>
                  <a:cubicBezTo>
                    <a:pt x="2836" y="11096"/>
                    <a:pt x="4771" y="11563"/>
                    <a:pt x="5638" y="12597"/>
                  </a:cubicBezTo>
                  <a:cubicBezTo>
                    <a:pt x="6472" y="13632"/>
                    <a:pt x="5872" y="14799"/>
                    <a:pt x="7640" y="16000"/>
                  </a:cubicBezTo>
                  <a:cubicBezTo>
                    <a:pt x="9374" y="17201"/>
                    <a:pt x="9808" y="17501"/>
                    <a:pt x="9808" y="17501"/>
                  </a:cubicBezTo>
                  <a:cubicBezTo>
                    <a:pt x="10608" y="20136"/>
                    <a:pt x="11176" y="22805"/>
                    <a:pt x="11509" y="25507"/>
                  </a:cubicBezTo>
                  <a:cubicBezTo>
                    <a:pt x="12009" y="29743"/>
                    <a:pt x="12610" y="34280"/>
                    <a:pt x="16713" y="37982"/>
                  </a:cubicBezTo>
                  <a:cubicBezTo>
                    <a:pt x="20647" y="41504"/>
                    <a:pt x="22529" y="42762"/>
                    <a:pt x="23392" y="42762"/>
                  </a:cubicBezTo>
                  <a:cubicBezTo>
                    <a:pt x="23437" y="42762"/>
                    <a:pt x="23478" y="42759"/>
                    <a:pt x="23518" y="42752"/>
                  </a:cubicBezTo>
                  <a:cubicBezTo>
                    <a:pt x="24285" y="42652"/>
                    <a:pt x="24885" y="42352"/>
                    <a:pt x="24885" y="40818"/>
                  </a:cubicBezTo>
                  <a:cubicBezTo>
                    <a:pt x="24885" y="39317"/>
                    <a:pt x="24185" y="28943"/>
                    <a:pt x="24185" y="28943"/>
                  </a:cubicBezTo>
                  <a:cubicBezTo>
                    <a:pt x="24185" y="28943"/>
                    <a:pt x="21816" y="26908"/>
                    <a:pt x="19081" y="24106"/>
                  </a:cubicBezTo>
                  <a:cubicBezTo>
                    <a:pt x="16346" y="21304"/>
                    <a:pt x="13577" y="17201"/>
                    <a:pt x="13010" y="15500"/>
                  </a:cubicBezTo>
                  <a:cubicBezTo>
                    <a:pt x="12443" y="13798"/>
                    <a:pt x="11075" y="8528"/>
                    <a:pt x="10408" y="6727"/>
                  </a:cubicBezTo>
                  <a:cubicBezTo>
                    <a:pt x="9741" y="4892"/>
                    <a:pt x="9608" y="3624"/>
                    <a:pt x="9074" y="2957"/>
                  </a:cubicBezTo>
                  <a:cubicBezTo>
                    <a:pt x="8540" y="2290"/>
                    <a:pt x="5938" y="1323"/>
                    <a:pt x="5672" y="1223"/>
                  </a:cubicBezTo>
                  <a:cubicBezTo>
                    <a:pt x="5438" y="1089"/>
                    <a:pt x="4171" y="656"/>
                    <a:pt x="3036" y="189"/>
                  </a:cubicBezTo>
                  <a:cubicBezTo>
                    <a:pt x="2745" y="64"/>
                    <a:pt x="2428" y="1"/>
                    <a:pt x="2139" y="1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3"/>
            <p:cNvSpPr/>
            <p:nvPr/>
          </p:nvSpPr>
          <p:spPr>
            <a:xfrm>
              <a:off x="3485950" y="1882775"/>
              <a:ext cx="286075" cy="477850"/>
            </a:xfrm>
            <a:custGeom>
              <a:avLst/>
              <a:gdLst/>
              <a:ahLst/>
              <a:cxnLst/>
              <a:rect l="l" t="t" r="r" b="b"/>
              <a:pathLst>
                <a:path w="11443" h="19114" fill="none" extrusionOk="0">
                  <a:moveTo>
                    <a:pt x="1" y="0"/>
                  </a:moveTo>
                  <a:cubicBezTo>
                    <a:pt x="1" y="0"/>
                    <a:pt x="2903" y="10074"/>
                    <a:pt x="6939" y="15144"/>
                  </a:cubicBezTo>
                  <a:cubicBezTo>
                    <a:pt x="9574" y="18413"/>
                    <a:pt x="11442" y="19114"/>
                    <a:pt x="11442" y="19114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3"/>
            <p:cNvSpPr/>
            <p:nvPr/>
          </p:nvSpPr>
          <p:spPr>
            <a:xfrm>
              <a:off x="3421750" y="1769350"/>
              <a:ext cx="117600" cy="117625"/>
            </a:xfrm>
            <a:custGeom>
              <a:avLst/>
              <a:gdLst/>
              <a:ahLst/>
              <a:cxnLst/>
              <a:rect l="l" t="t" r="r" b="b"/>
              <a:pathLst>
                <a:path w="4704" h="4705" extrusionOk="0">
                  <a:moveTo>
                    <a:pt x="3269" y="1"/>
                  </a:moveTo>
                  <a:cubicBezTo>
                    <a:pt x="1868" y="1435"/>
                    <a:pt x="734" y="1935"/>
                    <a:pt x="0" y="2136"/>
                  </a:cubicBezTo>
                  <a:cubicBezTo>
                    <a:pt x="167" y="2703"/>
                    <a:pt x="434" y="3603"/>
                    <a:pt x="668" y="4704"/>
                  </a:cubicBezTo>
                  <a:cubicBezTo>
                    <a:pt x="2235" y="4437"/>
                    <a:pt x="3636" y="3670"/>
                    <a:pt x="4704" y="2503"/>
                  </a:cubicBezTo>
                  <a:cubicBezTo>
                    <a:pt x="4170" y="1702"/>
                    <a:pt x="3670" y="868"/>
                    <a:pt x="3269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3"/>
            <p:cNvSpPr/>
            <p:nvPr/>
          </p:nvSpPr>
          <p:spPr>
            <a:xfrm>
              <a:off x="3260800" y="1386575"/>
              <a:ext cx="62575" cy="60075"/>
            </a:xfrm>
            <a:custGeom>
              <a:avLst/>
              <a:gdLst/>
              <a:ahLst/>
              <a:cxnLst/>
              <a:rect l="l" t="t" r="r" b="b"/>
              <a:pathLst>
                <a:path w="2503" h="2403" extrusionOk="0">
                  <a:moveTo>
                    <a:pt x="1168" y="1"/>
                  </a:moveTo>
                  <a:cubicBezTo>
                    <a:pt x="568" y="568"/>
                    <a:pt x="167" y="1268"/>
                    <a:pt x="0" y="2069"/>
                  </a:cubicBezTo>
                  <a:cubicBezTo>
                    <a:pt x="401" y="2202"/>
                    <a:pt x="834" y="2336"/>
                    <a:pt x="1235" y="2402"/>
                  </a:cubicBezTo>
                  <a:cubicBezTo>
                    <a:pt x="1401" y="1635"/>
                    <a:pt x="1835" y="968"/>
                    <a:pt x="2502" y="534"/>
                  </a:cubicBezTo>
                  <a:cubicBezTo>
                    <a:pt x="2302" y="434"/>
                    <a:pt x="2135" y="401"/>
                    <a:pt x="2069" y="368"/>
                  </a:cubicBezTo>
                  <a:cubicBezTo>
                    <a:pt x="1969" y="301"/>
                    <a:pt x="1602" y="168"/>
                    <a:pt x="1168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3"/>
            <p:cNvSpPr/>
            <p:nvPr/>
          </p:nvSpPr>
          <p:spPr>
            <a:xfrm>
              <a:off x="3293325" y="1608400"/>
              <a:ext cx="54225" cy="77575"/>
            </a:xfrm>
            <a:custGeom>
              <a:avLst/>
              <a:gdLst/>
              <a:ahLst/>
              <a:cxnLst/>
              <a:rect l="l" t="t" r="r" b="b"/>
              <a:pathLst>
                <a:path w="2169" h="3103" extrusionOk="0">
                  <a:moveTo>
                    <a:pt x="701" y="1"/>
                  </a:moveTo>
                  <a:lnTo>
                    <a:pt x="701" y="1"/>
                  </a:lnTo>
                  <a:cubicBezTo>
                    <a:pt x="868" y="434"/>
                    <a:pt x="1034" y="1268"/>
                    <a:pt x="0" y="2236"/>
                  </a:cubicBezTo>
                  <a:cubicBezTo>
                    <a:pt x="267" y="2436"/>
                    <a:pt x="534" y="2636"/>
                    <a:pt x="734" y="2869"/>
                  </a:cubicBezTo>
                  <a:cubicBezTo>
                    <a:pt x="801" y="2936"/>
                    <a:pt x="868" y="3036"/>
                    <a:pt x="901" y="3103"/>
                  </a:cubicBezTo>
                  <a:cubicBezTo>
                    <a:pt x="1735" y="2402"/>
                    <a:pt x="2169" y="1335"/>
                    <a:pt x="2069" y="268"/>
                  </a:cubicBezTo>
                  <a:lnTo>
                    <a:pt x="2069" y="268"/>
                  </a:lnTo>
                  <a:cubicBezTo>
                    <a:pt x="2009" y="272"/>
                    <a:pt x="1950" y="274"/>
                    <a:pt x="1891" y="274"/>
                  </a:cubicBezTo>
                  <a:cubicBezTo>
                    <a:pt x="1483" y="274"/>
                    <a:pt x="1079" y="175"/>
                    <a:pt x="701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3"/>
            <p:cNvSpPr/>
            <p:nvPr/>
          </p:nvSpPr>
          <p:spPr>
            <a:xfrm>
              <a:off x="3333350" y="1425775"/>
              <a:ext cx="70075" cy="75075"/>
            </a:xfrm>
            <a:custGeom>
              <a:avLst/>
              <a:gdLst/>
              <a:ahLst/>
              <a:cxnLst/>
              <a:rect l="l" t="t" r="r" b="b"/>
              <a:pathLst>
                <a:path w="2803" h="3003" extrusionOk="0">
                  <a:moveTo>
                    <a:pt x="1802" y="1"/>
                  </a:moveTo>
                  <a:cubicBezTo>
                    <a:pt x="1001" y="401"/>
                    <a:pt x="401" y="1068"/>
                    <a:pt x="1" y="1869"/>
                  </a:cubicBezTo>
                  <a:lnTo>
                    <a:pt x="701" y="2436"/>
                  </a:lnTo>
                  <a:lnTo>
                    <a:pt x="834" y="3003"/>
                  </a:lnTo>
                  <a:lnTo>
                    <a:pt x="901" y="3003"/>
                  </a:lnTo>
                  <a:cubicBezTo>
                    <a:pt x="901" y="2936"/>
                    <a:pt x="1301" y="1335"/>
                    <a:pt x="2803" y="935"/>
                  </a:cubicBezTo>
                  <a:cubicBezTo>
                    <a:pt x="2769" y="801"/>
                    <a:pt x="2669" y="668"/>
                    <a:pt x="2602" y="568"/>
                  </a:cubicBezTo>
                  <a:cubicBezTo>
                    <a:pt x="2369" y="334"/>
                    <a:pt x="2102" y="134"/>
                    <a:pt x="1802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3"/>
            <p:cNvSpPr/>
            <p:nvPr/>
          </p:nvSpPr>
          <p:spPr>
            <a:xfrm>
              <a:off x="3866225" y="4691450"/>
              <a:ext cx="184325" cy="184325"/>
            </a:xfrm>
            <a:custGeom>
              <a:avLst/>
              <a:gdLst/>
              <a:ahLst/>
              <a:cxnLst/>
              <a:rect l="l" t="t" r="r" b="b"/>
              <a:pathLst>
                <a:path w="7373" h="7373" extrusionOk="0">
                  <a:moveTo>
                    <a:pt x="3670" y="0"/>
                  </a:moveTo>
                  <a:cubicBezTo>
                    <a:pt x="1635" y="0"/>
                    <a:pt x="1" y="1635"/>
                    <a:pt x="1" y="3670"/>
                  </a:cubicBezTo>
                  <a:cubicBezTo>
                    <a:pt x="1" y="5704"/>
                    <a:pt x="1635" y="7372"/>
                    <a:pt x="3670" y="7372"/>
                  </a:cubicBezTo>
                  <a:cubicBezTo>
                    <a:pt x="5705" y="7372"/>
                    <a:pt x="7373" y="5704"/>
                    <a:pt x="7373" y="3670"/>
                  </a:cubicBezTo>
                  <a:cubicBezTo>
                    <a:pt x="7373" y="1635"/>
                    <a:pt x="5705" y="0"/>
                    <a:pt x="3670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3"/>
            <p:cNvSpPr/>
            <p:nvPr/>
          </p:nvSpPr>
          <p:spPr>
            <a:xfrm>
              <a:off x="3465950" y="4644750"/>
              <a:ext cx="653825" cy="353525"/>
            </a:xfrm>
            <a:custGeom>
              <a:avLst/>
              <a:gdLst/>
              <a:ahLst/>
              <a:cxnLst/>
              <a:rect l="l" t="t" r="r" b="b"/>
              <a:pathLst>
                <a:path w="26153" h="14141" extrusionOk="0">
                  <a:moveTo>
                    <a:pt x="14477" y="0"/>
                  </a:moveTo>
                  <a:cubicBezTo>
                    <a:pt x="14477" y="0"/>
                    <a:pt x="11142" y="4937"/>
                    <a:pt x="9174" y="6505"/>
                  </a:cubicBezTo>
                  <a:cubicBezTo>
                    <a:pt x="7205" y="8039"/>
                    <a:pt x="3103" y="10074"/>
                    <a:pt x="1535" y="10608"/>
                  </a:cubicBezTo>
                  <a:cubicBezTo>
                    <a:pt x="0" y="11108"/>
                    <a:pt x="0" y="12042"/>
                    <a:pt x="0" y="12576"/>
                  </a:cubicBezTo>
                  <a:cubicBezTo>
                    <a:pt x="0" y="13076"/>
                    <a:pt x="100" y="14010"/>
                    <a:pt x="768" y="14110"/>
                  </a:cubicBezTo>
                  <a:cubicBezTo>
                    <a:pt x="1001" y="14133"/>
                    <a:pt x="3696" y="14140"/>
                    <a:pt x="7184" y="14140"/>
                  </a:cubicBezTo>
                  <a:cubicBezTo>
                    <a:pt x="14162" y="14140"/>
                    <a:pt x="24318" y="14110"/>
                    <a:pt x="24318" y="14110"/>
                  </a:cubicBezTo>
                  <a:cubicBezTo>
                    <a:pt x="24318" y="14110"/>
                    <a:pt x="26119" y="13610"/>
                    <a:pt x="26119" y="12242"/>
                  </a:cubicBezTo>
                  <a:cubicBezTo>
                    <a:pt x="26152" y="11542"/>
                    <a:pt x="26019" y="10875"/>
                    <a:pt x="25752" y="10241"/>
                  </a:cubicBezTo>
                  <a:lnTo>
                    <a:pt x="25685" y="2302"/>
                  </a:lnTo>
                  <a:lnTo>
                    <a:pt x="14477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3"/>
            <p:cNvSpPr/>
            <p:nvPr/>
          </p:nvSpPr>
          <p:spPr>
            <a:xfrm>
              <a:off x="4050525" y="4802350"/>
              <a:ext cx="50900" cy="25"/>
            </a:xfrm>
            <a:custGeom>
              <a:avLst/>
              <a:gdLst/>
              <a:ahLst/>
              <a:cxnLst/>
              <a:rect l="l" t="t" r="r" b="b"/>
              <a:pathLst>
                <a:path w="2036" h="1" fill="none" extrusionOk="0">
                  <a:moveTo>
                    <a:pt x="2035" y="1"/>
                  </a:moveTo>
                  <a:lnTo>
                    <a:pt x="1" y="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3"/>
            <p:cNvSpPr/>
            <p:nvPr/>
          </p:nvSpPr>
          <p:spPr>
            <a:xfrm>
              <a:off x="3957975" y="4875750"/>
              <a:ext cx="25" cy="53400"/>
            </a:xfrm>
            <a:custGeom>
              <a:avLst/>
              <a:gdLst/>
              <a:ahLst/>
              <a:cxnLst/>
              <a:rect l="l" t="t" r="r" b="b"/>
              <a:pathLst>
                <a:path w="1" h="2136" extrusionOk="0">
                  <a:moveTo>
                    <a:pt x="0" y="0"/>
                  </a:moveTo>
                  <a:lnTo>
                    <a:pt x="0" y="21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3"/>
            <p:cNvSpPr/>
            <p:nvPr/>
          </p:nvSpPr>
          <p:spPr>
            <a:xfrm>
              <a:off x="3957975" y="4875750"/>
              <a:ext cx="25" cy="53400"/>
            </a:xfrm>
            <a:custGeom>
              <a:avLst/>
              <a:gdLst/>
              <a:ahLst/>
              <a:cxnLst/>
              <a:rect l="l" t="t" r="r" b="b"/>
              <a:pathLst>
                <a:path w="1" h="2136" fill="none" extrusionOk="0">
                  <a:moveTo>
                    <a:pt x="0" y="0"/>
                  </a:moveTo>
                  <a:lnTo>
                    <a:pt x="0" y="213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3"/>
            <p:cNvSpPr/>
            <p:nvPr/>
          </p:nvSpPr>
          <p:spPr>
            <a:xfrm>
              <a:off x="3658575" y="4802350"/>
              <a:ext cx="120125" cy="196000"/>
            </a:xfrm>
            <a:custGeom>
              <a:avLst/>
              <a:gdLst/>
              <a:ahLst/>
              <a:cxnLst/>
              <a:rect l="l" t="t" r="r" b="b"/>
              <a:pathLst>
                <a:path w="4805" h="7840" extrusionOk="0">
                  <a:moveTo>
                    <a:pt x="1702" y="1"/>
                  </a:moveTo>
                  <a:lnTo>
                    <a:pt x="1469" y="201"/>
                  </a:lnTo>
                  <a:cubicBezTo>
                    <a:pt x="1002" y="535"/>
                    <a:pt x="501" y="868"/>
                    <a:pt x="1" y="1202"/>
                  </a:cubicBezTo>
                  <a:cubicBezTo>
                    <a:pt x="1235" y="3237"/>
                    <a:pt x="2136" y="5505"/>
                    <a:pt x="2669" y="7840"/>
                  </a:cubicBezTo>
                  <a:lnTo>
                    <a:pt x="4804" y="7840"/>
                  </a:lnTo>
                  <a:cubicBezTo>
                    <a:pt x="4237" y="5071"/>
                    <a:pt x="3203" y="2403"/>
                    <a:pt x="1702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3"/>
            <p:cNvSpPr/>
            <p:nvPr/>
          </p:nvSpPr>
          <p:spPr>
            <a:xfrm>
              <a:off x="3465100" y="4929125"/>
              <a:ext cx="653825" cy="69150"/>
            </a:xfrm>
            <a:custGeom>
              <a:avLst/>
              <a:gdLst/>
              <a:ahLst/>
              <a:cxnLst/>
              <a:rect l="l" t="t" r="r" b="b"/>
              <a:pathLst>
                <a:path w="26153" h="2766" extrusionOk="0">
                  <a:moveTo>
                    <a:pt x="368" y="0"/>
                  </a:moveTo>
                  <a:cubicBezTo>
                    <a:pt x="134" y="334"/>
                    <a:pt x="1" y="767"/>
                    <a:pt x="34" y="1201"/>
                  </a:cubicBezTo>
                  <a:cubicBezTo>
                    <a:pt x="34" y="1701"/>
                    <a:pt x="134" y="2635"/>
                    <a:pt x="802" y="2735"/>
                  </a:cubicBezTo>
                  <a:cubicBezTo>
                    <a:pt x="1035" y="2758"/>
                    <a:pt x="3730" y="2765"/>
                    <a:pt x="7218" y="2765"/>
                  </a:cubicBezTo>
                  <a:cubicBezTo>
                    <a:pt x="14196" y="2765"/>
                    <a:pt x="24352" y="2735"/>
                    <a:pt x="24352" y="2735"/>
                  </a:cubicBezTo>
                  <a:cubicBezTo>
                    <a:pt x="24352" y="2735"/>
                    <a:pt x="26153" y="2202"/>
                    <a:pt x="26153" y="867"/>
                  </a:cubicBezTo>
                  <a:cubicBezTo>
                    <a:pt x="26153" y="567"/>
                    <a:pt x="26120" y="267"/>
                    <a:pt x="26086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3"/>
            <p:cNvSpPr/>
            <p:nvPr/>
          </p:nvSpPr>
          <p:spPr>
            <a:xfrm>
              <a:off x="3748650" y="4703125"/>
              <a:ext cx="653825" cy="295975"/>
            </a:xfrm>
            <a:custGeom>
              <a:avLst/>
              <a:gdLst/>
              <a:ahLst/>
              <a:cxnLst/>
              <a:rect l="l" t="t" r="r" b="b"/>
              <a:pathLst>
                <a:path w="26153" h="11839" extrusionOk="0">
                  <a:moveTo>
                    <a:pt x="12976" y="0"/>
                  </a:moveTo>
                  <a:cubicBezTo>
                    <a:pt x="12976" y="0"/>
                    <a:pt x="11108" y="2636"/>
                    <a:pt x="9140" y="4170"/>
                  </a:cubicBezTo>
                  <a:cubicBezTo>
                    <a:pt x="7172" y="5704"/>
                    <a:pt x="3069" y="7773"/>
                    <a:pt x="1535" y="8273"/>
                  </a:cubicBezTo>
                  <a:cubicBezTo>
                    <a:pt x="0" y="8807"/>
                    <a:pt x="0" y="9741"/>
                    <a:pt x="0" y="10241"/>
                  </a:cubicBezTo>
                  <a:cubicBezTo>
                    <a:pt x="0" y="10775"/>
                    <a:pt x="67" y="11709"/>
                    <a:pt x="768" y="11809"/>
                  </a:cubicBezTo>
                  <a:cubicBezTo>
                    <a:pt x="990" y="11831"/>
                    <a:pt x="3681" y="11838"/>
                    <a:pt x="7170" y="11838"/>
                  </a:cubicBezTo>
                  <a:cubicBezTo>
                    <a:pt x="14148" y="11838"/>
                    <a:pt x="24318" y="11809"/>
                    <a:pt x="24318" y="11809"/>
                  </a:cubicBezTo>
                  <a:cubicBezTo>
                    <a:pt x="24318" y="11809"/>
                    <a:pt x="26086" y="11275"/>
                    <a:pt x="26086" y="9907"/>
                  </a:cubicBezTo>
                  <a:cubicBezTo>
                    <a:pt x="26152" y="9240"/>
                    <a:pt x="26019" y="8540"/>
                    <a:pt x="25752" y="7906"/>
                  </a:cubicBezTo>
                  <a:lnTo>
                    <a:pt x="25052" y="1401"/>
                  </a:lnTo>
                  <a:lnTo>
                    <a:pt x="12976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3"/>
            <p:cNvSpPr/>
            <p:nvPr/>
          </p:nvSpPr>
          <p:spPr>
            <a:xfrm>
              <a:off x="4148100" y="4691450"/>
              <a:ext cx="184325" cy="184325"/>
            </a:xfrm>
            <a:custGeom>
              <a:avLst/>
              <a:gdLst/>
              <a:ahLst/>
              <a:cxnLst/>
              <a:rect l="l" t="t" r="r" b="b"/>
              <a:pathLst>
                <a:path w="7373" h="7373" extrusionOk="0">
                  <a:moveTo>
                    <a:pt x="3703" y="0"/>
                  </a:moveTo>
                  <a:cubicBezTo>
                    <a:pt x="1668" y="0"/>
                    <a:pt x="0" y="1635"/>
                    <a:pt x="0" y="3670"/>
                  </a:cubicBezTo>
                  <a:cubicBezTo>
                    <a:pt x="0" y="5704"/>
                    <a:pt x="1668" y="7372"/>
                    <a:pt x="3703" y="7372"/>
                  </a:cubicBezTo>
                  <a:cubicBezTo>
                    <a:pt x="5738" y="7372"/>
                    <a:pt x="7372" y="5704"/>
                    <a:pt x="7372" y="3670"/>
                  </a:cubicBezTo>
                  <a:cubicBezTo>
                    <a:pt x="7372" y="1635"/>
                    <a:pt x="5738" y="0"/>
                    <a:pt x="3703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3"/>
            <p:cNvSpPr/>
            <p:nvPr/>
          </p:nvSpPr>
          <p:spPr>
            <a:xfrm>
              <a:off x="4332400" y="4802350"/>
              <a:ext cx="51725" cy="25"/>
            </a:xfrm>
            <a:custGeom>
              <a:avLst/>
              <a:gdLst/>
              <a:ahLst/>
              <a:cxnLst/>
              <a:rect l="l" t="t" r="r" b="b"/>
              <a:pathLst>
                <a:path w="2069" h="1" fill="none" extrusionOk="0">
                  <a:moveTo>
                    <a:pt x="2069" y="1"/>
                  </a:moveTo>
                  <a:lnTo>
                    <a:pt x="0" y="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3"/>
            <p:cNvSpPr/>
            <p:nvPr/>
          </p:nvSpPr>
          <p:spPr>
            <a:xfrm>
              <a:off x="4240675" y="4875750"/>
              <a:ext cx="25" cy="53400"/>
            </a:xfrm>
            <a:custGeom>
              <a:avLst/>
              <a:gdLst/>
              <a:ahLst/>
              <a:cxnLst/>
              <a:rect l="l" t="t" r="r" b="b"/>
              <a:pathLst>
                <a:path w="1" h="2136" extrusionOk="0">
                  <a:moveTo>
                    <a:pt x="0" y="0"/>
                  </a:moveTo>
                  <a:lnTo>
                    <a:pt x="0" y="21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3"/>
            <p:cNvSpPr/>
            <p:nvPr/>
          </p:nvSpPr>
          <p:spPr>
            <a:xfrm>
              <a:off x="4240675" y="4875750"/>
              <a:ext cx="25" cy="53400"/>
            </a:xfrm>
            <a:custGeom>
              <a:avLst/>
              <a:gdLst/>
              <a:ahLst/>
              <a:cxnLst/>
              <a:rect l="l" t="t" r="r" b="b"/>
              <a:pathLst>
                <a:path w="1" h="2136" fill="none" extrusionOk="0">
                  <a:moveTo>
                    <a:pt x="0" y="0"/>
                  </a:moveTo>
                  <a:lnTo>
                    <a:pt x="0" y="213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3"/>
            <p:cNvSpPr/>
            <p:nvPr/>
          </p:nvSpPr>
          <p:spPr>
            <a:xfrm>
              <a:off x="3941275" y="4802350"/>
              <a:ext cx="119275" cy="196000"/>
            </a:xfrm>
            <a:custGeom>
              <a:avLst/>
              <a:gdLst/>
              <a:ahLst/>
              <a:cxnLst/>
              <a:rect l="l" t="t" r="r" b="b"/>
              <a:pathLst>
                <a:path w="4771" h="7840" extrusionOk="0">
                  <a:moveTo>
                    <a:pt x="1702" y="1"/>
                  </a:moveTo>
                  <a:lnTo>
                    <a:pt x="1435" y="201"/>
                  </a:lnTo>
                  <a:cubicBezTo>
                    <a:pt x="968" y="535"/>
                    <a:pt x="501" y="868"/>
                    <a:pt x="1" y="1202"/>
                  </a:cubicBezTo>
                  <a:cubicBezTo>
                    <a:pt x="1235" y="3237"/>
                    <a:pt x="2136" y="5505"/>
                    <a:pt x="2669" y="7840"/>
                  </a:cubicBezTo>
                  <a:lnTo>
                    <a:pt x="4771" y="7840"/>
                  </a:lnTo>
                  <a:cubicBezTo>
                    <a:pt x="4204" y="5071"/>
                    <a:pt x="3170" y="2403"/>
                    <a:pt x="1702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3"/>
            <p:cNvSpPr/>
            <p:nvPr/>
          </p:nvSpPr>
          <p:spPr>
            <a:xfrm>
              <a:off x="3747825" y="4929125"/>
              <a:ext cx="652975" cy="69150"/>
            </a:xfrm>
            <a:custGeom>
              <a:avLst/>
              <a:gdLst/>
              <a:ahLst/>
              <a:cxnLst/>
              <a:rect l="l" t="t" r="r" b="b"/>
              <a:pathLst>
                <a:path w="26119" h="2766" extrusionOk="0">
                  <a:moveTo>
                    <a:pt x="367" y="0"/>
                  </a:moveTo>
                  <a:cubicBezTo>
                    <a:pt x="100" y="334"/>
                    <a:pt x="0" y="767"/>
                    <a:pt x="33" y="1201"/>
                  </a:cubicBezTo>
                  <a:cubicBezTo>
                    <a:pt x="33" y="1701"/>
                    <a:pt x="100" y="2635"/>
                    <a:pt x="801" y="2735"/>
                  </a:cubicBezTo>
                  <a:cubicBezTo>
                    <a:pt x="1023" y="2758"/>
                    <a:pt x="3710" y="2765"/>
                    <a:pt x="7194" y="2765"/>
                  </a:cubicBezTo>
                  <a:cubicBezTo>
                    <a:pt x="14162" y="2765"/>
                    <a:pt x="24317" y="2735"/>
                    <a:pt x="24317" y="2735"/>
                  </a:cubicBezTo>
                  <a:cubicBezTo>
                    <a:pt x="24317" y="2735"/>
                    <a:pt x="26119" y="2202"/>
                    <a:pt x="26119" y="867"/>
                  </a:cubicBezTo>
                  <a:cubicBezTo>
                    <a:pt x="26119" y="567"/>
                    <a:pt x="26119" y="267"/>
                    <a:pt x="26085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3"/>
            <p:cNvSpPr/>
            <p:nvPr/>
          </p:nvSpPr>
          <p:spPr>
            <a:xfrm>
              <a:off x="3729475" y="2567425"/>
              <a:ext cx="678825" cy="2193275"/>
            </a:xfrm>
            <a:custGeom>
              <a:avLst/>
              <a:gdLst/>
              <a:ahLst/>
              <a:cxnLst/>
              <a:rect l="l" t="t" r="r" b="b"/>
              <a:pathLst>
                <a:path w="27153" h="87731" extrusionOk="0">
                  <a:moveTo>
                    <a:pt x="1801" y="1"/>
                  </a:moveTo>
                  <a:lnTo>
                    <a:pt x="1801" y="3803"/>
                  </a:lnTo>
                  <a:cubicBezTo>
                    <a:pt x="1801" y="3803"/>
                    <a:pt x="1435" y="10475"/>
                    <a:pt x="1168" y="13744"/>
                  </a:cubicBezTo>
                  <a:cubicBezTo>
                    <a:pt x="901" y="17013"/>
                    <a:pt x="1535" y="21082"/>
                    <a:pt x="1535" y="21082"/>
                  </a:cubicBezTo>
                  <a:cubicBezTo>
                    <a:pt x="1535" y="21082"/>
                    <a:pt x="0" y="41063"/>
                    <a:pt x="1635" y="47668"/>
                  </a:cubicBezTo>
                  <a:cubicBezTo>
                    <a:pt x="3269" y="54273"/>
                    <a:pt x="4070" y="73520"/>
                    <a:pt x="4070" y="73520"/>
                  </a:cubicBezTo>
                  <a:lnTo>
                    <a:pt x="4437" y="77690"/>
                  </a:lnTo>
                  <a:cubicBezTo>
                    <a:pt x="4437" y="77690"/>
                    <a:pt x="4437" y="79324"/>
                    <a:pt x="3970" y="79324"/>
                  </a:cubicBezTo>
                  <a:cubicBezTo>
                    <a:pt x="3536" y="79324"/>
                    <a:pt x="3236" y="79424"/>
                    <a:pt x="3136" y="80558"/>
                  </a:cubicBezTo>
                  <a:cubicBezTo>
                    <a:pt x="3036" y="81726"/>
                    <a:pt x="3403" y="83294"/>
                    <a:pt x="3870" y="83560"/>
                  </a:cubicBezTo>
                  <a:cubicBezTo>
                    <a:pt x="4303" y="83827"/>
                    <a:pt x="12776" y="86296"/>
                    <a:pt x="12776" y="86296"/>
                  </a:cubicBezTo>
                  <a:cubicBezTo>
                    <a:pt x="12776" y="86296"/>
                    <a:pt x="12576" y="85462"/>
                    <a:pt x="13743" y="85395"/>
                  </a:cubicBezTo>
                  <a:cubicBezTo>
                    <a:pt x="13760" y="85394"/>
                    <a:pt x="13778" y="85394"/>
                    <a:pt x="13798" y="85394"/>
                  </a:cubicBezTo>
                  <a:cubicBezTo>
                    <a:pt x="15242" y="85394"/>
                    <a:pt x="25885" y="87730"/>
                    <a:pt x="25885" y="87730"/>
                  </a:cubicBezTo>
                  <a:cubicBezTo>
                    <a:pt x="26386" y="87163"/>
                    <a:pt x="26686" y="86429"/>
                    <a:pt x="26786" y="85662"/>
                  </a:cubicBezTo>
                  <a:cubicBezTo>
                    <a:pt x="26886" y="84494"/>
                    <a:pt x="25318" y="82126"/>
                    <a:pt x="25318" y="82126"/>
                  </a:cubicBezTo>
                  <a:lnTo>
                    <a:pt x="25151" y="74354"/>
                  </a:lnTo>
                  <a:cubicBezTo>
                    <a:pt x="25151" y="74354"/>
                    <a:pt x="25518" y="62245"/>
                    <a:pt x="24251" y="56174"/>
                  </a:cubicBezTo>
                  <a:cubicBezTo>
                    <a:pt x="22983" y="50103"/>
                    <a:pt x="22883" y="43498"/>
                    <a:pt x="23150" y="36794"/>
                  </a:cubicBezTo>
                  <a:cubicBezTo>
                    <a:pt x="23417" y="30122"/>
                    <a:pt x="24785" y="21883"/>
                    <a:pt x="25418" y="20515"/>
                  </a:cubicBezTo>
                  <a:cubicBezTo>
                    <a:pt x="26052" y="19181"/>
                    <a:pt x="27153" y="12476"/>
                    <a:pt x="26786" y="8206"/>
                  </a:cubicBezTo>
                  <a:cubicBezTo>
                    <a:pt x="26419" y="3970"/>
                    <a:pt x="26052" y="2169"/>
                    <a:pt x="26052" y="2169"/>
                  </a:cubicBezTo>
                  <a:lnTo>
                    <a:pt x="26052" y="1301"/>
                  </a:lnTo>
                  <a:cubicBezTo>
                    <a:pt x="26052" y="801"/>
                    <a:pt x="1801" y="1"/>
                    <a:pt x="1801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3"/>
            <p:cNvSpPr/>
            <p:nvPr/>
          </p:nvSpPr>
          <p:spPr>
            <a:xfrm>
              <a:off x="3774500" y="2567425"/>
              <a:ext cx="187650" cy="92600"/>
            </a:xfrm>
            <a:custGeom>
              <a:avLst/>
              <a:gdLst/>
              <a:ahLst/>
              <a:cxnLst/>
              <a:rect l="l" t="t" r="r" b="b"/>
              <a:pathLst>
                <a:path w="7506" h="3704" extrusionOk="0">
                  <a:moveTo>
                    <a:pt x="0" y="1"/>
                  </a:moveTo>
                  <a:lnTo>
                    <a:pt x="0" y="3603"/>
                  </a:lnTo>
                  <a:lnTo>
                    <a:pt x="7506" y="3703"/>
                  </a:lnTo>
                  <a:lnTo>
                    <a:pt x="7506" y="267"/>
                  </a:lnTo>
                  <a:cubicBezTo>
                    <a:pt x="3336" y="10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1A1A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3"/>
            <p:cNvSpPr/>
            <p:nvPr/>
          </p:nvSpPr>
          <p:spPr>
            <a:xfrm>
              <a:off x="4219825" y="2585775"/>
              <a:ext cx="166800" cy="77575"/>
            </a:xfrm>
            <a:custGeom>
              <a:avLst/>
              <a:gdLst/>
              <a:ahLst/>
              <a:cxnLst/>
              <a:rect l="l" t="t" r="r" b="b"/>
              <a:pathLst>
                <a:path w="6672" h="3103" extrusionOk="0">
                  <a:moveTo>
                    <a:pt x="0" y="0"/>
                  </a:moveTo>
                  <a:lnTo>
                    <a:pt x="0" y="3036"/>
                  </a:lnTo>
                  <a:lnTo>
                    <a:pt x="6672" y="3103"/>
                  </a:lnTo>
                  <a:cubicBezTo>
                    <a:pt x="6538" y="1968"/>
                    <a:pt x="6405" y="1435"/>
                    <a:pt x="6405" y="1435"/>
                  </a:cubicBezTo>
                  <a:lnTo>
                    <a:pt x="6405" y="567"/>
                  </a:lnTo>
                  <a:cubicBezTo>
                    <a:pt x="6405" y="401"/>
                    <a:pt x="3669" y="201"/>
                    <a:pt x="0" y="0"/>
                  </a:cubicBezTo>
                  <a:close/>
                </a:path>
              </a:pathLst>
            </a:custGeom>
            <a:solidFill>
              <a:srgbClr val="A1A1A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3"/>
            <p:cNvSpPr/>
            <p:nvPr/>
          </p:nvSpPr>
          <p:spPr>
            <a:xfrm>
              <a:off x="4005500" y="2575775"/>
              <a:ext cx="185150" cy="85900"/>
            </a:xfrm>
            <a:custGeom>
              <a:avLst/>
              <a:gdLst/>
              <a:ahLst/>
              <a:cxnLst/>
              <a:rect l="l" t="t" r="r" b="b"/>
              <a:pathLst>
                <a:path w="7406" h="3436" extrusionOk="0">
                  <a:moveTo>
                    <a:pt x="0" y="0"/>
                  </a:moveTo>
                  <a:lnTo>
                    <a:pt x="0" y="3369"/>
                  </a:lnTo>
                  <a:lnTo>
                    <a:pt x="7406" y="3436"/>
                  </a:lnTo>
                  <a:lnTo>
                    <a:pt x="7406" y="334"/>
                  </a:lnTo>
                  <a:cubicBezTo>
                    <a:pt x="5071" y="200"/>
                    <a:pt x="2435" y="100"/>
                    <a:pt x="0" y="0"/>
                  </a:cubicBezTo>
                  <a:close/>
                </a:path>
              </a:pathLst>
            </a:custGeom>
            <a:solidFill>
              <a:srgbClr val="A1A1A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3"/>
            <p:cNvSpPr/>
            <p:nvPr/>
          </p:nvSpPr>
          <p:spPr>
            <a:xfrm>
              <a:off x="3797025" y="2594100"/>
              <a:ext cx="95075" cy="59250"/>
            </a:xfrm>
            <a:custGeom>
              <a:avLst/>
              <a:gdLst/>
              <a:ahLst/>
              <a:cxnLst/>
              <a:rect l="l" t="t" r="r" b="b"/>
              <a:pathLst>
                <a:path w="3803" h="2370" extrusionOk="0">
                  <a:moveTo>
                    <a:pt x="0" y="1"/>
                  </a:moveTo>
                  <a:lnTo>
                    <a:pt x="0" y="2369"/>
                  </a:lnTo>
                  <a:lnTo>
                    <a:pt x="3803" y="2369"/>
                  </a:lnTo>
                  <a:lnTo>
                    <a:pt x="3803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3"/>
            <p:cNvSpPr/>
            <p:nvPr/>
          </p:nvSpPr>
          <p:spPr>
            <a:xfrm>
              <a:off x="4023000" y="4512150"/>
              <a:ext cx="65925" cy="155975"/>
            </a:xfrm>
            <a:custGeom>
              <a:avLst/>
              <a:gdLst/>
              <a:ahLst/>
              <a:cxnLst/>
              <a:rect l="l" t="t" r="r" b="b"/>
              <a:pathLst>
                <a:path w="2637" h="6239" fill="none" extrusionOk="0">
                  <a:moveTo>
                    <a:pt x="2136" y="1"/>
                  </a:moveTo>
                  <a:lnTo>
                    <a:pt x="2636" y="2903"/>
                  </a:lnTo>
                  <a:lnTo>
                    <a:pt x="1" y="3069"/>
                  </a:lnTo>
                  <a:lnTo>
                    <a:pt x="1469" y="6238"/>
                  </a:lnTo>
                </a:path>
              </a:pathLst>
            </a:custGeom>
            <a:noFill/>
            <a:ln w="10850" cap="rnd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3"/>
            <p:cNvSpPr/>
            <p:nvPr/>
          </p:nvSpPr>
          <p:spPr>
            <a:xfrm>
              <a:off x="3888750" y="3404700"/>
              <a:ext cx="172650" cy="1019075"/>
            </a:xfrm>
            <a:custGeom>
              <a:avLst/>
              <a:gdLst/>
              <a:ahLst/>
              <a:cxnLst/>
              <a:rect l="l" t="t" r="r" b="b"/>
              <a:pathLst>
                <a:path w="6906" h="40763" fill="none" extrusionOk="0">
                  <a:moveTo>
                    <a:pt x="0" y="0"/>
                  </a:moveTo>
                  <a:cubicBezTo>
                    <a:pt x="401" y="7272"/>
                    <a:pt x="1001" y="16579"/>
                    <a:pt x="1501" y="18614"/>
                  </a:cubicBezTo>
                  <a:cubicBezTo>
                    <a:pt x="2335" y="22049"/>
                    <a:pt x="6905" y="40763"/>
                    <a:pt x="6905" y="40763"/>
                  </a:cubicBezTo>
                </a:path>
              </a:pathLst>
            </a:custGeom>
            <a:noFill/>
            <a:ln w="10850" cap="rnd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3"/>
            <p:cNvSpPr/>
            <p:nvPr/>
          </p:nvSpPr>
          <p:spPr>
            <a:xfrm>
              <a:off x="3837875" y="3044425"/>
              <a:ext cx="47550" cy="299425"/>
            </a:xfrm>
            <a:custGeom>
              <a:avLst/>
              <a:gdLst/>
              <a:ahLst/>
              <a:cxnLst/>
              <a:rect l="l" t="t" r="r" b="b"/>
              <a:pathLst>
                <a:path w="1902" h="11977" fill="none" extrusionOk="0">
                  <a:moveTo>
                    <a:pt x="1" y="1"/>
                  </a:moveTo>
                  <a:lnTo>
                    <a:pt x="1535" y="5238"/>
                  </a:lnTo>
                  <a:cubicBezTo>
                    <a:pt x="1535" y="5238"/>
                    <a:pt x="1668" y="8107"/>
                    <a:pt x="1902" y="11976"/>
                  </a:cubicBezTo>
                </a:path>
              </a:pathLst>
            </a:custGeom>
            <a:noFill/>
            <a:ln w="10850" cap="rnd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3"/>
            <p:cNvSpPr/>
            <p:nvPr/>
          </p:nvSpPr>
          <p:spPr>
            <a:xfrm>
              <a:off x="3732800" y="1362400"/>
              <a:ext cx="760575" cy="1239100"/>
            </a:xfrm>
            <a:custGeom>
              <a:avLst/>
              <a:gdLst/>
              <a:ahLst/>
              <a:cxnLst/>
              <a:rect l="l" t="t" r="r" b="b"/>
              <a:pathLst>
                <a:path w="30423" h="49564" extrusionOk="0">
                  <a:moveTo>
                    <a:pt x="21416" y="0"/>
                  </a:moveTo>
                  <a:lnTo>
                    <a:pt x="6572" y="9674"/>
                  </a:lnTo>
                  <a:cubicBezTo>
                    <a:pt x="6572" y="9674"/>
                    <a:pt x="434" y="19081"/>
                    <a:pt x="501" y="22116"/>
                  </a:cubicBezTo>
                  <a:cubicBezTo>
                    <a:pt x="601" y="25152"/>
                    <a:pt x="601" y="29755"/>
                    <a:pt x="601" y="29755"/>
                  </a:cubicBezTo>
                  <a:cubicBezTo>
                    <a:pt x="601" y="29755"/>
                    <a:pt x="901" y="44265"/>
                    <a:pt x="668" y="45333"/>
                  </a:cubicBezTo>
                  <a:cubicBezTo>
                    <a:pt x="434" y="46367"/>
                    <a:pt x="1" y="48268"/>
                    <a:pt x="334" y="48435"/>
                  </a:cubicBezTo>
                  <a:cubicBezTo>
                    <a:pt x="668" y="48602"/>
                    <a:pt x="6005" y="48935"/>
                    <a:pt x="7139" y="49102"/>
                  </a:cubicBezTo>
                  <a:cubicBezTo>
                    <a:pt x="8091" y="49211"/>
                    <a:pt x="18933" y="49564"/>
                    <a:pt x="23754" y="49564"/>
                  </a:cubicBezTo>
                  <a:cubicBezTo>
                    <a:pt x="24846" y="49564"/>
                    <a:pt x="25630" y="49546"/>
                    <a:pt x="25919" y="49502"/>
                  </a:cubicBezTo>
                  <a:cubicBezTo>
                    <a:pt x="27454" y="49269"/>
                    <a:pt x="27720" y="47134"/>
                    <a:pt x="27720" y="46567"/>
                  </a:cubicBezTo>
                  <a:cubicBezTo>
                    <a:pt x="27720" y="45967"/>
                    <a:pt x="30422" y="19114"/>
                    <a:pt x="30422" y="12209"/>
                  </a:cubicBezTo>
                  <a:cubicBezTo>
                    <a:pt x="30422" y="5338"/>
                    <a:pt x="29255" y="4170"/>
                    <a:pt x="27454" y="2936"/>
                  </a:cubicBezTo>
                  <a:cubicBezTo>
                    <a:pt x="25652" y="1735"/>
                    <a:pt x="21416" y="0"/>
                    <a:pt x="21416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3"/>
            <p:cNvSpPr/>
            <p:nvPr/>
          </p:nvSpPr>
          <p:spPr>
            <a:xfrm>
              <a:off x="4173950" y="1447300"/>
              <a:ext cx="384475" cy="822450"/>
            </a:xfrm>
            <a:custGeom>
              <a:avLst/>
              <a:gdLst/>
              <a:ahLst/>
              <a:cxnLst/>
              <a:rect l="l" t="t" r="r" b="b"/>
              <a:pathLst>
                <a:path w="15379" h="32898" extrusionOk="0">
                  <a:moveTo>
                    <a:pt x="9279" y="1"/>
                  </a:moveTo>
                  <a:cubicBezTo>
                    <a:pt x="9115" y="1"/>
                    <a:pt x="8947" y="13"/>
                    <a:pt x="8773" y="40"/>
                  </a:cubicBezTo>
                  <a:lnTo>
                    <a:pt x="4671" y="6411"/>
                  </a:lnTo>
                  <a:cubicBezTo>
                    <a:pt x="4671" y="6411"/>
                    <a:pt x="401" y="10881"/>
                    <a:pt x="201" y="15852"/>
                  </a:cubicBezTo>
                  <a:cubicBezTo>
                    <a:pt x="1" y="20822"/>
                    <a:pt x="1368" y="32664"/>
                    <a:pt x="1368" y="32664"/>
                  </a:cubicBezTo>
                  <a:cubicBezTo>
                    <a:pt x="1368" y="32664"/>
                    <a:pt x="6197" y="31196"/>
                    <a:pt x="8864" y="31196"/>
                  </a:cubicBezTo>
                  <a:cubicBezTo>
                    <a:pt x="9179" y="31196"/>
                    <a:pt x="9464" y="31217"/>
                    <a:pt x="9707" y="31263"/>
                  </a:cubicBezTo>
                  <a:cubicBezTo>
                    <a:pt x="11275" y="31596"/>
                    <a:pt x="12843" y="32163"/>
                    <a:pt x="14277" y="32897"/>
                  </a:cubicBezTo>
                  <a:cubicBezTo>
                    <a:pt x="14277" y="32897"/>
                    <a:pt x="15378" y="27860"/>
                    <a:pt x="14578" y="19588"/>
                  </a:cubicBezTo>
                  <a:cubicBezTo>
                    <a:pt x="13810" y="11282"/>
                    <a:pt x="14177" y="6011"/>
                    <a:pt x="13510" y="4210"/>
                  </a:cubicBezTo>
                  <a:cubicBezTo>
                    <a:pt x="12888" y="2498"/>
                    <a:pt x="11568" y="1"/>
                    <a:pt x="9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3"/>
            <p:cNvSpPr/>
            <p:nvPr/>
          </p:nvSpPr>
          <p:spPr>
            <a:xfrm>
              <a:off x="4173950" y="1438275"/>
              <a:ext cx="384475" cy="831475"/>
            </a:xfrm>
            <a:custGeom>
              <a:avLst/>
              <a:gdLst/>
              <a:ahLst/>
              <a:cxnLst/>
              <a:rect l="l" t="t" r="r" b="b"/>
              <a:pathLst>
                <a:path w="15379" h="33259" fill="none" extrusionOk="0">
                  <a:moveTo>
                    <a:pt x="4671" y="6772"/>
                  </a:moveTo>
                  <a:cubicBezTo>
                    <a:pt x="4671" y="6772"/>
                    <a:pt x="401" y="11242"/>
                    <a:pt x="201" y="16213"/>
                  </a:cubicBezTo>
                  <a:cubicBezTo>
                    <a:pt x="1" y="21183"/>
                    <a:pt x="1368" y="33025"/>
                    <a:pt x="1368" y="33025"/>
                  </a:cubicBezTo>
                  <a:cubicBezTo>
                    <a:pt x="1368" y="33025"/>
                    <a:pt x="7406" y="31190"/>
                    <a:pt x="9707" y="31624"/>
                  </a:cubicBezTo>
                  <a:cubicBezTo>
                    <a:pt x="11275" y="31957"/>
                    <a:pt x="12843" y="32524"/>
                    <a:pt x="14277" y="33258"/>
                  </a:cubicBezTo>
                  <a:cubicBezTo>
                    <a:pt x="14277" y="33258"/>
                    <a:pt x="15378" y="28221"/>
                    <a:pt x="14578" y="19949"/>
                  </a:cubicBezTo>
                  <a:cubicBezTo>
                    <a:pt x="13810" y="11643"/>
                    <a:pt x="14177" y="6372"/>
                    <a:pt x="13510" y="4571"/>
                  </a:cubicBezTo>
                  <a:cubicBezTo>
                    <a:pt x="12843" y="2736"/>
                    <a:pt x="11375" y="1"/>
                    <a:pt x="8773" y="40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3"/>
            <p:cNvSpPr/>
            <p:nvPr/>
          </p:nvSpPr>
          <p:spPr>
            <a:xfrm>
              <a:off x="3880400" y="1510000"/>
              <a:ext cx="90925" cy="100100"/>
            </a:xfrm>
            <a:custGeom>
              <a:avLst/>
              <a:gdLst/>
              <a:ahLst/>
              <a:cxnLst/>
              <a:rect l="l" t="t" r="r" b="b"/>
              <a:pathLst>
                <a:path w="3637" h="4004" extrusionOk="0">
                  <a:moveTo>
                    <a:pt x="2669" y="1"/>
                  </a:moveTo>
                  <a:lnTo>
                    <a:pt x="1" y="1802"/>
                  </a:lnTo>
                  <a:lnTo>
                    <a:pt x="3136" y="4003"/>
                  </a:lnTo>
                  <a:lnTo>
                    <a:pt x="3637" y="2836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3"/>
            <p:cNvSpPr/>
            <p:nvPr/>
          </p:nvSpPr>
          <p:spPr>
            <a:xfrm>
              <a:off x="3856225" y="1555025"/>
              <a:ext cx="80075" cy="116775"/>
            </a:xfrm>
            <a:custGeom>
              <a:avLst/>
              <a:gdLst/>
              <a:ahLst/>
              <a:cxnLst/>
              <a:rect l="l" t="t" r="r" b="b"/>
              <a:pathLst>
                <a:path w="3203" h="4671" extrusionOk="0">
                  <a:moveTo>
                    <a:pt x="968" y="1"/>
                  </a:moveTo>
                  <a:lnTo>
                    <a:pt x="0" y="4671"/>
                  </a:lnTo>
                  <a:lnTo>
                    <a:pt x="3203" y="1735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3"/>
            <p:cNvSpPr/>
            <p:nvPr/>
          </p:nvSpPr>
          <p:spPr>
            <a:xfrm>
              <a:off x="3767825" y="1571725"/>
              <a:ext cx="262725" cy="984875"/>
            </a:xfrm>
            <a:custGeom>
              <a:avLst/>
              <a:gdLst/>
              <a:ahLst/>
              <a:cxnLst/>
              <a:rect l="l" t="t" r="r" b="b"/>
              <a:pathLst>
                <a:path w="10509" h="39395" extrusionOk="0">
                  <a:moveTo>
                    <a:pt x="9274" y="0"/>
                  </a:moveTo>
                  <a:cubicBezTo>
                    <a:pt x="9274" y="0"/>
                    <a:pt x="6805" y="634"/>
                    <a:pt x="6072" y="1534"/>
                  </a:cubicBezTo>
                  <a:cubicBezTo>
                    <a:pt x="5338" y="2435"/>
                    <a:pt x="4671" y="3503"/>
                    <a:pt x="4771" y="4670"/>
                  </a:cubicBezTo>
                  <a:cubicBezTo>
                    <a:pt x="4837" y="5804"/>
                    <a:pt x="4837" y="6305"/>
                    <a:pt x="4937" y="6872"/>
                  </a:cubicBezTo>
                  <a:cubicBezTo>
                    <a:pt x="5004" y="7439"/>
                    <a:pt x="1568" y="16378"/>
                    <a:pt x="1235" y="22349"/>
                  </a:cubicBezTo>
                  <a:cubicBezTo>
                    <a:pt x="901" y="28354"/>
                    <a:pt x="1" y="36126"/>
                    <a:pt x="1" y="36126"/>
                  </a:cubicBezTo>
                  <a:lnTo>
                    <a:pt x="1335" y="39395"/>
                  </a:lnTo>
                  <a:lnTo>
                    <a:pt x="4937" y="34358"/>
                  </a:lnTo>
                  <a:cubicBezTo>
                    <a:pt x="4937" y="34358"/>
                    <a:pt x="3270" y="23450"/>
                    <a:pt x="4604" y="15811"/>
                  </a:cubicBezTo>
                  <a:cubicBezTo>
                    <a:pt x="5905" y="8206"/>
                    <a:pt x="6572" y="6905"/>
                    <a:pt x="6572" y="6905"/>
                  </a:cubicBezTo>
                  <a:cubicBezTo>
                    <a:pt x="7373" y="6305"/>
                    <a:pt x="8006" y="5571"/>
                    <a:pt x="8440" y="4670"/>
                  </a:cubicBezTo>
                  <a:cubicBezTo>
                    <a:pt x="9040" y="3569"/>
                    <a:pt x="9708" y="2535"/>
                    <a:pt x="10508" y="1568"/>
                  </a:cubicBezTo>
                  <a:lnTo>
                    <a:pt x="9274" y="0"/>
                  </a:ln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3"/>
            <p:cNvSpPr/>
            <p:nvPr/>
          </p:nvSpPr>
          <p:spPr>
            <a:xfrm>
              <a:off x="3645075" y="716800"/>
              <a:ext cx="423825" cy="265550"/>
            </a:xfrm>
            <a:custGeom>
              <a:avLst/>
              <a:gdLst/>
              <a:ahLst/>
              <a:cxnLst/>
              <a:rect l="l" t="t" r="r" b="b"/>
              <a:pathLst>
                <a:path w="16953" h="10622" extrusionOk="0">
                  <a:moveTo>
                    <a:pt x="11012" y="1"/>
                  </a:moveTo>
                  <a:cubicBezTo>
                    <a:pt x="9576" y="1"/>
                    <a:pt x="8446" y="400"/>
                    <a:pt x="6745" y="1340"/>
                  </a:cubicBezTo>
                  <a:cubicBezTo>
                    <a:pt x="4751" y="2442"/>
                    <a:pt x="4429" y="3028"/>
                    <a:pt x="4382" y="3228"/>
                  </a:cubicBezTo>
                  <a:lnTo>
                    <a:pt x="4382" y="3228"/>
                  </a:lnTo>
                  <a:cubicBezTo>
                    <a:pt x="4390" y="2993"/>
                    <a:pt x="4366" y="2322"/>
                    <a:pt x="3805" y="2322"/>
                  </a:cubicBezTo>
                  <a:cubicBezTo>
                    <a:pt x="3558" y="2322"/>
                    <a:pt x="3207" y="2452"/>
                    <a:pt x="2709" y="2808"/>
                  </a:cubicBezTo>
                  <a:cubicBezTo>
                    <a:pt x="874" y="4142"/>
                    <a:pt x="1708" y="6544"/>
                    <a:pt x="1708" y="6544"/>
                  </a:cubicBezTo>
                  <a:cubicBezTo>
                    <a:pt x="1708" y="6544"/>
                    <a:pt x="1375" y="6310"/>
                    <a:pt x="941" y="5977"/>
                  </a:cubicBezTo>
                  <a:cubicBezTo>
                    <a:pt x="866" y="5925"/>
                    <a:pt x="785" y="5898"/>
                    <a:pt x="706" y="5898"/>
                  </a:cubicBezTo>
                  <a:cubicBezTo>
                    <a:pt x="329" y="5898"/>
                    <a:pt x="1" y="6511"/>
                    <a:pt x="608" y="7945"/>
                  </a:cubicBezTo>
                  <a:cubicBezTo>
                    <a:pt x="1320" y="9556"/>
                    <a:pt x="2378" y="9613"/>
                    <a:pt x="2525" y="9613"/>
                  </a:cubicBezTo>
                  <a:cubicBezTo>
                    <a:pt x="2536" y="9613"/>
                    <a:pt x="2542" y="9613"/>
                    <a:pt x="2542" y="9613"/>
                  </a:cubicBezTo>
                  <a:cubicBezTo>
                    <a:pt x="2542" y="9613"/>
                    <a:pt x="3911" y="10621"/>
                    <a:pt x="5365" y="10621"/>
                  </a:cubicBezTo>
                  <a:cubicBezTo>
                    <a:pt x="5625" y="10621"/>
                    <a:pt x="5887" y="10589"/>
                    <a:pt x="6145" y="10513"/>
                  </a:cubicBezTo>
                  <a:cubicBezTo>
                    <a:pt x="7613" y="10080"/>
                    <a:pt x="8913" y="9112"/>
                    <a:pt x="9781" y="7845"/>
                  </a:cubicBezTo>
                  <a:cubicBezTo>
                    <a:pt x="10548" y="6744"/>
                    <a:pt x="10982" y="5310"/>
                    <a:pt x="12516" y="3275"/>
                  </a:cubicBezTo>
                  <a:cubicBezTo>
                    <a:pt x="13425" y="2070"/>
                    <a:pt x="14813" y="1824"/>
                    <a:pt x="15794" y="1824"/>
                  </a:cubicBezTo>
                  <a:cubicBezTo>
                    <a:pt x="16470" y="1824"/>
                    <a:pt x="16953" y="1941"/>
                    <a:pt x="16953" y="1941"/>
                  </a:cubicBezTo>
                  <a:cubicBezTo>
                    <a:pt x="16953" y="1941"/>
                    <a:pt x="16385" y="773"/>
                    <a:pt x="13450" y="273"/>
                  </a:cubicBezTo>
                  <a:cubicBezTo>
                    <a:pt x="12495" y="97"/>
                    <a:pt x="11717" y="1"/>
                    <a:pt x="11012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3"/>
            <p:cNvSpPr/>
            <p:nvPr/>
          </p:nvSpPr>
          <p:spPr>
            <a:xfrm>
              <a:off x="3708625" y="750725"/>
              <a:ext cx="517050" cy="831875"/>
            </a:xfrm>
            <a:custGeom>
              <a:avLst/>
              <a:gdLst/>
              <a:ahLst/>
              <a:cxnLst/>
              <a:rect l="l" t="t" r="r" b="b"/>
              <a:pathLst>
                <a:path w="20682" h="33275" extrusionOk="0">
                  <a:moveTo>
                    <a:pt x="12897" y="0"/>
                  </a:moveTo>
                  <a:cubicBezTo>
                    <a:pt x="11480" y="0"/>
                    <a:pt x="10081" y="521"/>
                    <a:pt x="8873" y="1351"/>
                  </a:cubicBezTo>
                  <a:cubicBezTo>
                    <a:pt x="6705" y="2819"/>
                    <a:pt x="5571" y="7388"/>
                    <a:pt x="5571" y="7388"/>
                  </a:cubicBezTo>
                  <a:lnTo>
                    <a:pt x="3169" y="8890"/>
                  </a:lnTo>
                  <a:lnTo>
                    <a:pt x="0" y="8256"/>
                  </a:lnTo>
                  <a:lnTo>
                    <a:pt x="0" y="8256"/>
                  </a:lnTo>
                  <a:cubicBezTo>
                    <a:pt x="0" y="8256"/>
                    <a:pt x="367" y="15995"/>
                    <a:pt x="1134" y="17896"/>
                  </a:cubicBezTo>
                  <a:cubicBezTo>
                    <a:pt x="1701" y="19197"/>
                    <a:pt x="2469" y="20398"/>
                    <a:pt x="3403" y="21465"/>
                  </a:cubicBezTo>
                  <a:cubicBezTo>
                    <a:pt x="3403" y="21465"/>
                    <a:pt x="4637" y="25768"/>
                    <a:pt x="5638" y="26369"/>
                  </a:cubicBezTo>
                  <a:cubicBezTo>
                    <a:pt x="5985" y="26565"/>
                    <a:pt x="6412" y="26630"/>
                    <a:pt x="6823" y="26630"/>
                  </a:cubicBezTo>
                  <a:cubicBezTo>
                    <a:pt x="7595" y="26630"/>
                    <a:pt x="8306" y="26402"/>
                    <a:pt x="8306" y="26402"/>
                  </a:cubicBezTo>
                  <a:cubicBezTo>
                    <a:pt x="8306" y="26402"/>
                    <a:pt x="10341" y="33207"/>
                    <a:pt x="10708" y="33274"/>
                  </a:cubicBezTo>
                  <a:cubicBezTo>
                    <a:pt x="10709" y="33274"/>
                    <a:pt x="10711" y="33274"/>
                    <a:pt x="10712" y="33274"/>
                  </a:cubicBezTo>
                  <a:cubicBezTo>
                    <a:pt x="11173" y="33274"/>
                    <a:pt x="20682" y="23567"/>
                    <a:pt x="20682" y="23567"/>
                  </a:cubicBezTo>
                  <a:cubicBezTo>
                    <a:pt x="20682" y="23567"/>
                    <a:pt x="19147" y="19497"/>
                    <a:pt x="19147" y="19297"/>
                  </a:cubicBezTo>
                  <a:cubicBezTo>
                    <a:pt x="19147" y="19130"/>
                    <a:pt x="20181" y="12192"/>
                    <a:pt x="19848" y="9457"/>
                  </a:cubicBezTo>
                  <a:cubicBezTo>
                    <a:pt x="19548" y="6721"/>
                    <a:pt x="18447" y="2685"/>
                    <a:pt x="16112" y="1017"/>
                  </a:cubicBezTo>
                  <a:cubicBezTo>
                    <a:pt x="15083" y="307"/>
                    <a:pt x="13985" y="0"/>
                    <a:pt x="12897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3"/>
            <p:cNvSpPr/>
            <p:nvPr/>
          </p:nvSpPr>
          <p:spPr>
            <a:xfrm>
              <a:off x="3847875" y="750725"/>
              <a:ext cx="377800" cy="830200"/>
            </a:xfrm>
            <a:custGeom>
              <a:avLst/>
              <a:gdLst/>
              <a:ahLst/>
              <a:cxnLst/>
              <a:rect l="l" t="t" r="r" b="b"/>
              <a:pathLst>
                <a:path w="15112" h="33208" extrusionOk="0">
                  <a:moveTo>
                    <a:pt x="7327" y="0"/>
                  </a:moveTo>
                  <a:cubicBezTo>
                    <a:pt x="5910" y="0"/>
                    <a:pt x="4511" y="521"/>
                    <a:pt x="3303" y="1351"/>
                  </a:cubicBezTo>
                  <a:cubicBezTo>
                    <a:pt x="1135" y="2785"/>
                    <a:pt x="1" y="7388"/>
                    <a:pt x="1" y="7388"/>
                  </a:cubicBezTo>
                  <a:cubicBezTo>
                    <a:pt x="1" y="7388"/>
                    <a:pt x="868" y="5921"/>
                    <a:pt x="4871" y="5654"/>
                  </a:cubicBezTo>
                  <a:cubicBezTo>
                    <a:pt x="4871" y="5654"/>
                    <a:pt x="5905" y="13793"/>
                    <a:pt x="6005" y="15561"/>
                  </a:cubicBezTo>
                  <a:cubicBezTo>
                    <a:pt x="6139" y="17329"/>
                    <a:pt x="4337" y="18363"/>
                    <a:pt x="4337" y="19230"/>
                  </a:cubicBezTo>
                  <a:cubicBezTo>
                    <a:pt x="4337" y="20131"/>
                    <a:pt x="5238" y="23500"/>
                    <a:pt x="5305" y="24067"/>
                  </a:cubicBezTo>
                  <a:cubicBezTo>
                    <a:pt x="5371" y="24634"/>
                    <a:pt x="2703" y="26402"/>
                    <a:pt x="2703" y="26402"/>
                  </a:cubicBezTo>
                  <a:cubicBezTo>
                    <a:pt x="2703" y="26402"/>
                    <a:pt x="4537" y="33140"/>
                    <a:pt x="4904" y="33207"/>
                  </a:cubicBezTo>
                  <a:cubicBezTo>
                    <a:pt x="4906" y="33207"/>
                    <a:pt x="4907" y="33207"/>
                    <a:pt x="4909" y="33207"/>
                  </a:cubicBezTo>
                  <a:cubicBezTo>
                    <a:pt x="5372" y="33207"/>
                    <a:pt x="15112" y="23567"/>
                    <a:pt x="15112" y="23567"/>
                  </a:cubicBezTo>
                  <a:cubicBezTo>
                    <a:pt x="15112" y="23567"/>
                    <a:pt x="13577" y="19497"/>
                    <a:pt x="13577" y="19297"/>
                  </a:cubicBezTo>
                  <a:cubicBezTo>
                    <a:pt x="13577" y="19097"/>
                    <a:pt x="14611" y="12192"/>
                    <a:pt x="14278" y="9457"/>
                  </a:cubicBezTo>
                  <a:cubicBezTo>
                    <a:pt x="13978" y="6721"/>
                    <a:pt x="12877" y="2685"/>
                    <a:pt x="10542" y="1017"/>
                  </a:cubicBezTo>
                  <a:cubicBezTo>
                    <a:pt x="9513" y="307"/>
                    <a:pt x="8415" y="0"/>
                    <a:pt x="7327" y="0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3"/>
            <p:cNvSpPr/>
            <p:nvPr/>
          </p:nvSpPr>
          <p:spPr>
            <a:xfrm>
              <a:off x="3847875" y="750375"/>
              <a:ext cx="353625" cy="211750"/>
            </a:xfrm>
            <a:custGeom>
              <a:avLst/>
              <a:gdLst/>
              <a:ahLst/>
              <a:cxnLst/>
              <a:rect l="l" t="t" r="r" b="b"/>
              <a:pathLst>
                <a:path w="14145" h="8470" extrusionOk="0">
                  <a:moveTo>
                    <a:pt x="7340" y="0"/>
                  </a:moveTo>
                  <a:cubicBezTo>
                    <a:pt x="5919" y="0"/>
                    <a:pt x="4514" y="532"/>
                    <a:pt x="3303" y="1365"/>
                  </a:cubicBezTo>
                  <a:cubicBezTo>
                    <a:pt x="1135" y="2799"/>
                    <a:pt x="1" y="7402"/>
                    <a:pt x="1" y="7402"/>
                  </a:cubicBezTo>
                  <a:cubicBezTo>
                    <a:pt x="1" y="7402"/>
                    <a:pt x="2058" y="5692"/>
                    <a:pt x="5408" y="5692"/>
                  </a:cubicBezTo>
                  <a:cubicBezTo>
                    <a:pt x="6346" y="5692"/>
                    <a:pt x="7384" y="5826"/>
                    <a:pt x="8507" y="6168"/>
                  </a:cubicBezTo>
                  <a:cubicBezTo>
                    <a:pt x="12310" y="7369"/>
                    <a:pt x="13677" y="8136"/>
                    <a:pt x="14144" y="8470"/>
                  </a:cubicBezTo>
                  <a:cubicBezTo>
                    <a:pt x="13711" y="5835"/>
                    <a:pt x="12610" y="2499"/>
                    <a:pt x="10542" y="1031"/>
                  </a:cubicBezTo>
                  <a:cubicBezTo>
                    <a:pt x="9517" y="310"/>
                    <a:pt x="8424" y="0"/>
                    <a:pt x="7340" y="0"/>
                  </a:cubicBezTo>
                  <a:close/>
                </a:path>
              </a:pathLst>
            </a:custGeom>
            <a:solidFill>
              <a:srgbClr val="BABABA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3"/>
            <p:cNvSpPr/>
            <p:nvPr/>
          </p:nvSpPr>
          <p:spPr>
            <a:xfrm>
              <a:off x="3916275" y="1146400"/>
              <a:ext cx="180975" cy="264400"/>
            </a:xfrm>
            <a:custGeom>
              <a:avLst/>
              <a:gdLst/>
              <a:ahLst/>
              <a:cxnLst/>
              <a:rect l="l" t="t" r="r" b="b"/>
              <a:pathLst>
                <a:path w="7239" h="10576" fill="none" extrusionOk="0">
                  <a:moveTo>
                    <a:pt x="0" y="10575"/>
                  </a:moveTo>
                  <a:cubicBezTo>
                    <a:pt x="0" y="10575"/>
                    <a:pt x="6605" y="6139"/>
                    <a:pt x="6838" y="4804"/>
                  </a:cubicBezTo>
                  <a:cubicBezTo>
                    <a:pt x="7105" y="3470"/>
                    <a:pt x="7239" y="1"/>
                    <a:pt x="7239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3"/>
            <p:cNvSpPr/>
            <p:nvPr/>
          </p:nvSpPr>
          <p:spPr>
            <a:xfrm>
              <a:off x="3952950" y="1311525"/>
              <a:ext cx="266050" cy="214350"/>
            </a:xfrm>
            <a:custGeom>
              <a:avLst/>
              <a:gdLst/>
              <a:ahLst/>
              <a:cxnLst/>
              <a:rect l="l" t="t" r="r" b="b"/>
              <a:pathLst>
                <a:path w="10642" h="8574" fill="none" extrusionOk="0">
                  <a:moveTo>
                    <a:pt x="10642" y="1"/>
                  </a:moveTo>
                  <a:lnTo>
                    <a:pt x="1" y="8573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3"/>
            <p:cNvSpPr/>
            <p:nvPr/>
          </p:nvSpPr>
          <p:spPr>
            <a:xfrm>
              <a:off x="3932950" y="1256500"/>
              <a:ext cx="262700" cy="214325"/>
            </a:xfrm>
            <a:custGeom>
              <a:avLst/>
              <a:gdLst/>
              <a:ahLst/>
              <a:cxnLst/>
              <a:rect l="l" t="t" r="r" b="b"/>
              <a:pathLst>
                <a:path w="10508" h="8573" fill="none" extrusionOk="0">
                  <a:moveTo>
                    <a:pt x="0" y="8573"/>
                  </a:moveTo>
                  <a:lnTo>
                    <a:pt x="10508" y="0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3"/>
            <p:cNvSpPr/>
            <p:nvPr/>
          </p:nvSpPr>
          <p:spPr>
            <a:xfrm>
              <a:off x="4092225" y="1211450"/>
              <a:ext cx="98425" cy="42550"/>
            </a:xfrm>
            <a:custGeom>
              <a:avLst/>
              <a:gdLst/>
              <a:ahLst/>
              <a:cxnLst/>
              <a:rect l="l" t="t" r="r" b="b"/>
              <a:pathLst>
                <a:path w="3937" h="1702" fill="none" extrusionOk="0">
                  <a:moveTo>
                    <a:pt x="1" y="1702"/>
                  </a:moveTo>
                  <a:lnTo>
                    <a:pt x="3803" y="868"/>
                  </a:lnTo>
                  <a:lnTo>
                    <a:pt x="3937" y="1"/>
                  </a:lnTo>
                  <a:lnTo>
                    <a:pt x="134" y="1"/>
                  </a:ln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3"/>
            <p:cNvSpPr/>
            <p:nvPr/>
          </p:nvSpPr>
          <p:spPr>
            <a:xfrm>
              <a:off x="4037175" y="988800"/>
              <a:ext cx="130125" cy="157625"/>
            </a:xfrm>
            <a:custGeom>
              <a:avLst/>
              <a:gdLst/>
              <a:ahLst/>
              <a:cxnLst/>
              <a:rect l="l" t="t" r="r" b="b"/>
              <a:pathLst>
                <a:path w="5205" h="6305" extrusionOk="0">
                  <a:moveTo>
                    <a:pt x="2603" y="0"/>
                  </a:moveTo>
                  <a:cubicBezTo>
                    <a:pt x="1135" y="0"/>
                    <a:pt x="1" y="1401"/>
                    <a:pt x="1" y="3136"/>
                  </a:cubicBezTo>
                  <a:cubicBezTo>
                    <a:pt x="1" y="4871"/>
                    <a:pt x="1135" y="6305"/>
                    <a:pt x="2603" y="6305"/>
                  </a:cubicBezTo>
                  <a:cubicBezTo>
                    <a:pt x="4037" y="6305"/>
                    <a:pt x="5205" y="4871"/>
                    <a:pt x="5205" y="3136"/>
                  </a:cubicBezTo>
                  <a:cubicBezTo>
                    <a:pt x="5205" y="1401"/>
                    <a:pt x="4037" y="0"/>
                    <a:pt x="2603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3"/>
            <p:cNvSpPr/>
            <p:nvPr/>
          </p:nvSpPr>
          <p:spPr>
            <a:xfrm>
              <a:off x="4059700" y="10246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1368" y="1"/>
                  </a:moveTo>
                  <a:cubicBezTo>
                    <a:pt x="601" y="1"/>
                    <a:pt x="1" y="768"/>
                    <a:pt x="1" y="1702"/>
                  </a:cubicBezTo>
                  <a:cubicBezTo>
                    <a:pt x="1" y="2669"/>
                    <a:pt x="601" y="3437"/>
                    <a:pt x="1368" y="3437"/>
                  </a:cubicBezTo>
                  <a:cubicBezTo>
                    <a:pt x="2135" y="3437"/>
                    <a:pt x="2736" y="2669"/>
                    <a:pt x="2736" y="1702"/>
                  </a:cubicBezTo>
                  <a:cubicBezTo>
                    <a:pt x="2736" y="768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3"/>
            <p:cNvSpPr/>
            <p:nvPr/>
          </p:nvSpPr>
          <p:spPr>
            <a:xfrm>
              <a:off x="4108900" y="1014650"/>
              <a:ext cx="39225" cy="106775"/>
            </a:xfrm>
            <a:custGeom>
              <a:avLst/>
              <a:gdLst/>
              <a:ahLst/>
              <a:cxnLst/>
              <a:rect l="l" t="t" r="r" b="b"/>
              <a:pathLst>
                <a:path w="1569" h="4271" fill="none" extrusionOk="0">
                  <a:moveTo>
                    <a:pt x="134" y="0"/>
                  </a:moveTo>
                  <a:cubicBezTo>
                    <a:pt x="1001" y="301"/>
                    <a:pt x="1568" y="1168"/>
                    <a:pt x="1535" y="2102"/>
                  </a:cubicBezTo>
                  <a:cubicBezTo>
                    <a:pt x="1535" y="3203"/>
                    <a:pt x="868" y="4103"/>
                    <a:pt x="1" y="4270"/>
                  </a:cubicBezTo>
                </a:path>
              </a:pathLst>
            </a:custGeom>
            <a:noFill/>
            <a:ln w="10850" cap="rnd" cmpd="sng">
              <a:solidFill>
                <a:srgbClr val="707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3"/>
            <p:cNvSpPr/>
            <p:nvPr/>
          </p:nvSpPr>
          <p:spPr>
            <a:xfrm>
              <a:off x="3728625" y="1060525"/>
              <a:ext cx="133450" cy="175975"/>
            </a:xfrm>
            <a:custGeom>
              <a:avLst/>
              <a:gdLst/>
              <a:ahLst/>
              <a:cxnLst/>
              <a:rect l="l" t="t" r="r" b="b"/>
              <a:pathLst>
                <a:path w="5338" h="7039" fill="none" extrusionOk="0">
                  <a:moveTo>
                    <a:pt x="5338" y="6338"/>
                  </a:moveTo>
                  <a:lnTo>
                    <a:pt x="3136" y="7038"/>
                  </a:lnTo>
                  <a:lnTo>
                    <a:pt x="2870" y="1401"/>
                  </a:lnTo>
                  <a:lnTo>
                    <a:pt x="1969" y="0"/>
                  </a:lnTo>
                  <a:cubicBezTo>
                    <a:pt x="1969" y="0"/>
                    <a:pt x="468" y="0"/>
                    <a:pt x="1" y="70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3"/>
            <p:cNvSpPr/>
            <p:nvPr/>
          </p:nvSpPr>
          <p:spPr>
            <a:xfrm>
              <a:off x="3830375" y="1268175"/>
              <a:ext cx="66725" cy="27525"/>
            </a:xfrm>
            <a:custGeom>
              <a:avLst/>
              <a:gdLst/>
              <a:ahLst/>
              <a:cxnLst/>
              <a:rect l="l" t="t" r="r" b="b"/>
              <a:pathLst>
                <a:path w="2669" h="1101" fill="none" extrusionOk="0">
                  <a:moveTo>
                    <a:pt x="0" y="1101"/>
                  </a:moveTo>
                  <a:cubicBezTo>
                    <a:pt x="0" y="1101"/>
                    <a:pt x="1768" y="967"/>
                    <a:pt x="2669" y="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3"/>
            <p:cNvSpPr/>
            <p:nvPr/>
          </p:nvSpPr>
          <p:spPr>
            <a:xfrm>
              <a:off x="3896250" y="1073650"/>
              <a:ext cx="31725" cy="46975"/>
            </a:xfrm>
            <a:custGeom>
              <a:avLst/>
              <a:gdLst/>
              <a:ahLst/>
              <a:cxnLst/>
              <a:rect l="l" t="t" r="r" b="b"/>
              <a:pathLst>
                <a:path w="1269" h="1879" extrusionOk="0">
                  <a:moveTo>
                    <a:pt x="539" y="1"/>
                  </a:moveTo>
                  <a:cubicBezTo>
                    <a:pt x="515" y="1"/>
                    <a:pt x="491" y="4"/>
                    <a:pt x="468" y="9"/>
                  </a:cubicBezTo>
                  <a:cubicBezTo>
                    <a:pt x="167" y="42"/>
                    <a:pt x="1" y="509"/>
                    <a:pt x="101" y="1043"/>
                  </a:cubicBezTo>
                  <a:cubicBezTo>
                    <a:pt x="197" y="1522"/>
                    <a:pt x="507" y="1879"/>
                    <a:pt x="767" y="1879"/>
                  </a:cubicBezTo>
                  <a:cubicBezTo>
                    <a:pt x="779" y="1879"/>
                    <a:pt x="790" y="1878"/>
                    <a:pt x="801" y="1877"/>
                  </a:cubicBezTo>
                  <a:cubicBezTo>
                    <a:pt x="1101" y="1810"/>
                    <a:pt x="1268" y="1343"/>
                    <a:pt x="1168" y="843"/>
                  </a:cubicBezTo>
                  <a:cubicBezTo>
                    <a:pt x="1107" y="351"/>
                    <a:pt x="819" y="1"/>
                    <a:pt x="5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53"/>
            <p:cNvSpPr/>
            <p:nvPr/>
          </p:nvSpPr>
          <p:spPr>
            <a:xfrm>
              <a:off x="3758650" y="1106200"/>
              <a:ext cx="31725" cy="47100"/>
            </a:xfrm>
            <a:custGeom>
              <a:avLst/>
              <a:gdLst/>
              <a:ahLst/>
              <a:cxnLst/>
              <a:rect l="l" t="t" r="r" b="b"/>
              <a:pathLst>
                <a:path w="1269" h="1884" extrusionOk="0">
                  <a:moveTo>
                    <a:pt x="534" y="0"/>
                  </a:moveTo>
                  <a:cubicBezTo>
                    <a:pt x="512" y="0"/>
                    <a:pt x="490" y="3"/>
                    <a:pt x="468" y="8"/>
                  </a:cubicBezTo>
                  <a:cubicBezTo>
                    <a:pt x="167" y="74"/>
                    <a:pt x="1" y="541"/>
                    <a:pt x="101" y="1042"/>
                  </a:cubicBezTo>
                  <a:cubicBezTo>
                    <a:pt x="193" y="1533"/>
                    <a:pt x="483" y="1884"/>
                    <a:pt x="737" y="1884"/>
                  </a:cubicBezTo>
                  <a:cubicBezTo>
                    <a:pt x="759" y="1884"/>
                    <a:pt x="780" y="1881"/>
                    <a:pt x="801" y="1876"/>
                  </a:cubicBezTo>
                  <a:cubicBezTo>
                    <a:pt x="1101" y="1842"/>
                    <a:pt x="1268" y="1375"/>
                    <a:pt x="1168" y="842"/>
                  </a:cubicBezTo>
                  <a:cubicBezTo>
                    <a:pt x="1075" y="378"/>
                    <a:pt x="811" y="0"/>
                    <a:pt x="5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3"/>
            <p:cNvSpPr/>
            <p:nvPr/>
          </p:nvSpPr>
          <p:spPr>
            <a:xfrm>
              <a:off x="3842875" y="1019650"/>
              <a:ext cx="115950" cy="30875"/>
            </a:xfrm>
            <a:custGeom>
              <a:avLst/>
              <a:gdLst/>
              <a:ahLst/>
              <a:cxnLst/>
              <a:rect l="l" t="t" r="r" b="b"/>
              <a:pathLst>
                <a:path w="4638" h="1235" fill="none" extrusionOk="0">
                  <a:moveTo>
                    <a:pt x="1" y="1235"/>
                  </a:moveTo>
                  <a:cubicBezTo>
                    <a:pt x="1" y="1235"/>
                    <a:pt x="2603" y="1"/>
                    <a:pt x="4637" y="5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3"/>
            <p:cNvSpPr/>
            <p:nvPr/>
          </p:nvSpPr>
          <p:spPr>
            <a:xfrm>
              <a:off x="3999650" y="1268175"/>
              <a:ext cx="305250" cy="379450"/>
            </a:xfrm>
            <a:custGeom>
              <a:avLst/>
              <a:gdLst/>
              <a:ahLst/>
              <a:cxnLst/>
              <a:rect l="l" t="t" r="r" b="b"/>
              <a:pathLst>
                <a:path w="12210" h="15178" extrusionOk="0">
                  <a:moveTo>
                    <a:pt x="10308" y="0"/>
                  </a:moveTo>
                  <a:lnTo>
                    <a:pt x="1" y="11542"/>
                  </a:lnTo>
                  <a:lnTo>
                    <a:pt x="2369" y="15178"/>
                  </a:lnTo>
                  <a:lnTo>
                    <a:pt x="12210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3"/>
            <p:cNvSpPr/>
            <p:nvPr/>
          </p:nvSpPr>
          <p:spPr>
            <a:xfrm>
              <a:off x="4195625" y="2238500"/>
              <a:ext cx="336100" cy="253925"/>
            </a:xfrm>
            <a:custGeom>
              <a:avLst/>
              <a:gdLst/>
              <a:ahLst/>
              <a:cxnLst/>
              <a:rect l="l" t="t" r="r" b="b"/>
              <a:pathLst>
                <a:path w="13444" h="10157" extrusionOk="0">
                  <a:moveTo>
                    <a:pt x="6323" y="1"/>
                  </a:moveTo>
                  <a:cubicBezTo>
                    <a:pt x="4536" y="1"/>
                    <a:pt x="2631" y="388"/>
                    <a:pt x="901" y="1483"/>
                  </a:cubicBezTo>
                  <a:cubicBezTo>
                    <a:pt x="901" y="1483"/>
                    <a:pt x="1" y="4485"/>
                    <a:pt x="901" y="7087"/>
                  </a:cubicBezTo>
                  <a:cubicBezTo>
                    <a:pt x="1583" y="8986"/>
                    <a:pt x="3599" y="10157"/>
                    <a:pt x="6079" y="10157"/>
                  </a:cubicBezTo>
                  <a:cubicBezTo>
                    <a:pt x="6995" y="10157"/>
                    <a:pt x="7975" y="9997"/>
                    <a:pt x="8974" y="9655"/>
                  </a:cubicBezTo>
                  <a:cubicBezTo>
                    <a:pt x="12677" y="8354"/>
                    <a:pt x="12777" y="5719"/>
                    <a:pt x="12910" y="4084"/>
                  </a:cubicBezTo>
                  <a:cubicBezTo>
                    <a:pt x="13010" y="2450"/>
                    <a:pt x="13444" y="2817"/>
                    <a:pt x="13277" y="2116"/>
                  </a:cubicBezTo>
                  <a:cubicBezTo>
                    <a:pt x="13143" y="1623"/>
                    <a:pt x="9982" y="1"/>
                    <a:pt x="6323" y="1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3"/>
            <p:cNvSpPr/>
            <p:nvPr/>
          </p:nvSpPr>
          <p:spPr>
            <a:xfrm>
              <a:off x="4097325" y="2097925"/>
              <a:ext cx="461100" cy="224875"/>
            </a:xfrm>
            <a:custGeom>
              <a:avLst/>
              <a:gdLst/>
              <a:ahLst/>
              <a:cxnLst/>
              <a:rect l="l" t="t" r="r" b="b"/>
              <a:pathLst>
                <a:path w="18444" h="8995" extrusionOk="0">
                  <a:moveTo>
                    <a:pt x="9937" y="0"/>
                  </a:moveTo>
                  <a:cubicBezTo>
                    <a:pt x="9937" y="0"/>
                    <a:pt x="8169" y="4003"/>
                    <a:pt x="7936" y="4270"/>
                  </a:cubicBezTo>
                  <a:cubicBezTo>
                    <a:pt x="7669" y="4537"/>
                    <a:pt x="5968" y="4637"/>
                    <a:pt x="5634" y="4904"/>
                  </a:cubicBezTo>
                  <a:cubicBezTo>
                    <a:pt x="5300" y="5171"/>
                    <a:pt x="4900" y="5371"/>
                    <a:pt x="4467" y="5471"/>
                  </a:cubicBezTo>
                  <a:cubicBezTo>
                    <a:pt x="3882" y="5685"/>
                    <a:pt x="3275" y="5786"/>
                    <a:pt x="2665" y="5786"/>
                  </a:cubicBezTo>
                  <a:cubicBezTo>
                    <a:pt x="2230" y="5786"/>
                    <a:pt x="1794" y="5735"/>
                    <a:pt x="1364" y="5638"/>
                  </a:cubicBezTo>
                  <a:cubicBezTo>
                    <a:pt x="1255" y="5605"/>
                    <a:pt x="1157" y="5590"/>
                    <a:pt x="1070" y="5590"/>
                  </a:cubicBezTo>
                  <a:cubicBezTo>
                    <a:pt x="1" y="5590"/>
                    <a:pt x="705" y="7900"/>
                    <a:pt x="2865" y="8240"/>
                  </a:cubicBezTo>
                  <a:cubicBezTo>
                    <a:pt x="3505" y="8342"/>
                    <a:pt x="3982" y="8384"/>
                    <a:pt x="4370" y="8384"/>
                  </a:cubicBezTo>
                  <a:cubicBezTo>
                    <a:pt x="5381" y="8384"/>
                    <a:pt x="5793" y="8095"/>
                    <a:pt x="6902" y="7806"/>
                  </a:cubicBezTo>
                  <a:cubicBezTo>
                    <a:pt x="7210" y="7726"/>
                    <a:pt x="7502" y="7692"/>
                    <a:pt x="7778" y="7692"/>
                  </a:cubicBezTo>
                  <a:cubicBezTo>
                    <a:pt x="8877" y="7692"/>
                    <a:pt x="9724" y="8220"/>
                    <a:pt x="10337" y="8406"/>
                  </a:cubicBezTo>
                  <a:cubicBezTo>
                    <a:pt x="10536" y="8473"/>
                    <a:pt x="10744" y="8498"/>
                    <a:pt x="10958" y="8498"/>
                  </a:cubicBezTo>
                  <a:cubicBezTo>
                    <a:pt x="11609" y="8498"/>
                    <a:pt x="12312" y="8265"/>
                    <a:pt x="12939" y="8240"/>
                  </a:cubicBezTo>
                  <a:cubicBezTo>
                    <a:pt x="13015" y="8237"/>
                    <a:pt x="13090" y="8235"/>
                    <a:pt x="13165" y="8235"/>
                  </a:cubicBezTo>
                  <a:cubicBezTo>
                    <a:pt x="13985" y="8235"/>
                    <a:pt x="14780" y="8401"/>
                    <a:pt x="15574" y="8707"/>
                  </a:cubicBezTo>
                  <a:cubicBezTo>
                    <a:pt x="16082" y="8887"/>
                    <a:pt x="16469" y="8995"/>
                    <a:pt x="16787" y="8995"/>
                  </a:cubicBezTo>
                  <a:cubicBezTo>
                    <a:pt x="17116" y="8995"/>
                    <a:pt x="17371" y="8878"/>
                    <a:pt x="17609" y="8607"/>
                  </a:cubicBezTo>
                  <a:cubicBezTo>
                    <a:pt x="18176" y="8006"/>
                    <a:pt x="18443" y="7172"/>
                    <a:pt x="18276" y="6405"/>
                  </a:cubicBezTo>
                  <a:cubicBezTo>
                    <a:pt x="18143" y="5371"/>
                    <a:pt x="16475" y="3937"/>
                    <a:pt x="14874" y="2969"/>
                  </a:cubicBezTo>
                  <a:cubicBezTo>
                    <a:pt x="13239" y="2002"/>
                    <a:pt x="10904" y="834"/>
                    <a:pt x="10904" y="834"/>
                  </a:cubicBezTo>
                  <a:lnTo>
                    <a:pt x="9937" y="0"/>
                  </a:ln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3"/>
            <p:cNvSpPr/>
            <p:nvPr/>
          </p:nvSpPr>
          <p:spPr>
            <a:xfrm>
              <a:off x="4238175" y="2214750"/>
              <a:ext cx="50875" cy="78350"/>
            </a:xfrm>
            <a:custGeom>
              <a:avLst/>
              <a:gdLst/>
              <a:ahLst/>
              <a:cxnLst/>
              <a:rect l="l" t="t" r="r" b="b"/>
              <a:pathLst>
                <a:path w="2035" h="3134" extrusionOk="0">
                  <a:moveTo>
                    <a:pt x="722" y="0"/>
                  </a:moveTo>
                  <a:cubicBezTo>
                    <a:pt x="494" y="0"/>
                    <a:pt x="164" y="46"/>
                    <a:pt x="0" y="231"/>
                  </a:cubicBezTo>
                  <a:cubicBezTo>
                    <a:pt x="734" y="998"/>
                    <a:pt x="1101" y="2066"/>
                    <a:pt x="934" y="3133"/>
                  </a:cubicBezTo>
                  <a:lnTo>
                    <a:pt x="1701" y="3033"/>
                  </a:lnTo>
                  <a:cubicBezTo>
                    <a:pt x="1701" y="3033"/>
                    <a:pt x="2035" y="565"/>
                    <a:pt x="967" y="31"/>
                  </a:cubicBezTo>
                  <a:cubicBezTo>
                    <a:pt x="967" y="18"/>
                    <a:pt x="864" y="0"/>
                    <a:pt x="722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3"/>
            <p:cNvSpPr/>
            <p:nvPr/>
          </p:nvSpPr>
          <p:spPr>
            <a:xfrm>
              <a:off x="4305700" y="2098750"/>
              <a:ext cx="251050" cy="201850"/>
            </a:xfrm>
            <a:custGeom>
              <a:avLst/>
              <a:gdLst/>
              <a:ahLst/>
              <a:cxnLst/>
              <a:rect l="l" t="t" r="r" b="b"/>
              <a:pathLst>
                <a:path w="10042" h="8074" extrusionOk="0">
                  <a:moveTo>
                    <a:pt x="1602" y="1"/>
                  </a:moveTo>
                  <a:cubicBezTo>
                    <a:pt x="1602" y="1"/>
                    <a:pt x="601" y="2236"/>
                    <a:pt x="1" y="3470"/>
                  </a:cubicBezTo>
                  <a:cubicBezTo>
                    <a:pt x="335" y="4004"/>
                    <a:pt x="1068" y="5004"/>
                    <a:pt x="2269" y="5205"/>
                  </a:cubicBezTo>
                  <a:cubicBezTo>
                    <a:pt x="2540" y="5249"/>
                    <a:pt x="2777" y="5265"/>
                    <a:pt x="2987" y="5265"/>
                  </a:cubicBezTo>
                  <a:cubicBezTo>
                    <a:pt x="3513" y="5265"/>
                    <a:pt x="3876" y="5165"/>
                    <a:pt x="4214" y="5165"/>
                  </a:cubicBezTo>
                  <a:cubicBezTo>
                    <a:pt x="4556" y="5165"/>
                    <a:pt x="4872" y="5266"/>
                    <a:pt x="5305" y="5672"/>
                  </a:cubicBezTo>
                  <a:cubicBezTo>
                    <a:pt x="6305" y="6672"/>
                    <a:pt x="8073" y="7973"/>
                    <a:pt x="9408" y="8073"/>
                  </a:cubicBezTo>
                  <a:lnTo>
                    <a:pt x="9641" y="8073"/>
                  </a:lnTo>
                  <a:cubicBezTo>
                    <a:pt x="9941" y="7540"/>
                    <a:pt x="10041" y="6939"/>
                    <a:pt x="9908" y="6372"/>
                  </a:cubicBezTo>
                  <a:cubicBezTo>
                    <a:pt x="9775" y="5338"/>
                    <a:pt x="8107" y="3904"/>
                    <a:pt x="6506" y="2936"/>
                  </a:cubicBezTo>
                  <a:cubicBezTo>
                    <a:pt x="4871" y="2002"/>
                    <a:pt x="2536" y="835"/>
                    <a:pt x="2536" y="835"/>
                  </a:cubicBezTo>
                  <a:lnTo>
                    <a:pt x="1602" y="1"/>
                  </a:ln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3"/>
            <p:cNvSpPr/>
            <p:nvPr/>
          </p:nvSpPr>
          <p:spPr>
            <a:xfrm>
              <a:off x="4331575" y="2069200"/>
              <a:ext cx="77575" cy="146250"/>
            </a:xfrm>
            <a:custGeom>
              <a:avLst/>
              <a:gdLst/>
              <a:ahLst/>
              <a:cxnLst/>
              <a:rect l="l" t="t" r="r" b="b"/>
              <a:pathLst>
                <a:path w="3103" h="5850" extrusionOk="0">
                  <a:moveTo>
                    <a:pt x="1814" y="1"/>
                  </a:moveTo>
                  <a:cubicBezTo>
                    <a:pt x="1447" y="1"/>
                    <a:pt x="1100" y="168"/>
                    <a:pt x="901" y="482"/>
                  </a:cubicBezTo>
                  <a:cubicBezTo>
                    <a:pt x="0" y="1650"/>
                    <a:pt x="300" y="3351"/>
                    <a:pt x="467" y="4085"/>
                  </a:cubicBezTo>
                  <a:cubicBezTo>
                    <a:pt x="619" y="4786"/>
                    <a:pt x="967" y="5849"/>
                    <a:pt x="1713" y="5849"/>
                  </a:cubicBezTo>
                  <a:cubicBezTo>
                    <a:pt x="1783" y="5849"/>
                    <a:pt x="1857" y="5840"/>
                    <a:pt x="1935" y="5819"/>
                  </a:cubicBezTo>
                  <a:cubicBezTo>
                    <a:pt x="2869" y="5586"/>
                    <a:pt x="3102" y="5152"/>
                    <a:pt x="3102" y="3685"/>
                  </a:cubicBezTo>
                  <a:cubicBezTo>
                    <a:pt x="3102" y="2784"/>
                    <a:pt x="3036" y="1817"/>
                    <a:pt x="3002" y="1216"/>
                  </a:cubicBezTo>
                  <a:cubicBezTo>
                    <a:pt x="2969" y="649"/>
                    <a:pt x="2569" y="149"/>
                    <a:pt x="2001" y="15"/>
                  </a:cubicBezTo>
                  <a:cubicBezTo>
                    <a:pt x="1939" y="6"/>
                    <a:pt x="1876" y="1"/>
                    <a:pt x="1814" y="1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3"/>
            <p:cNvSpPr/>
            <p:nvPr/>
          </p:nvSpPr>
          <p:spPr>
            <a:xfrm>
              <a:off x="4408275" y="2100625"/>
              <a:ext cx="78425" cy="146475"/>
            </a:xfrm>
            <a:custGeom>
              <a:avLst/>
              <a:gdLst/>
              <a:ahLst/>
              <a:cxnLst/>
              <a:rect l="l" t="t" r="r" b="b"/>
              <a:pathLst>
                <a:path w="3137" h="5859" extrusionOk="0">
                  <a:moveTo>
                    <a:pt x="1811" y="0"/>
                  </a:moveTo>
                  <a:cubicBezTo>
                    <a:pt x="1457" y="0"/>
                    <a:pt x="1122" y="190"/>
                    <a:pt x="902" y="493"/>
                  </a:cubicBezTo>
                  <a:cubicBezTo>
                    <a:pt x="1" y="1627"/>
                    <a:pt x="334" y="3362"/>
                    <a:pt x="501" y="4095"/>
                  </a:cubicBezTo>
                  <a:cubicBezTo>
                    <a:pt x="654" y="4767"/>
                    <a:pt x="1002" y="5859"/>
                    <a:pt x="1752" y="5859"/>
                  </a:cubicBezTo>
                  <a:cubicBezTo>
                    <a:pt x="1821" y="5859"/>
                    <a:pt x="1893" y="5850"/>
                    <a:pt x="1969" y="5830"/>
                  </a:cubicBezTo>
                  <a:cubicBezTo>
                    <a:pt x="2870" y="5563"/>
                    <a:pt x="3103" y="5163"/>
                    <a:pt x="3103" y="3695"/>
                  </a:cubicBezTo>
                  <a:cubicBezTo>
                    <a:pt x="3136" y="2761"/>
                    <a:pt x="3070" y="1827"/>
                    <a:pt x="3003" y="1193"/>
                  </a:cubicBezTo>
                  <a:cubicBezTo>
                    <a:pt x="2970" y="626"/>
                    <a:pt x="2569" y="159"/>
                    <a:pt x="2036" y="26"/>
                  </a:cubicBezTo>
                  <a:cubicBezTo>
                    <a:pt x="1961" y="9"/>
                    <a:pt x="1885" y="0"/>
                    <a:pt x="1811" y="0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3"/>
            <p:cNvSpPr/>
            <p:nvPr/>
          </p:nvSpPr>
          <p:spPr>
            <a:xfrm>
              <a:off x="4546725" y="2203450"/>
              <a:ext cx="47550" cy="117800"/>
            </a:xfrm>
            <a:custGeom>
              <a:avLst/>
              <a:gdLst/>
              <a:ahLst/>
              <a:cxnLst/>
              <a:rect l="l" t="t" r="r" b="b"/>
              <a:pathLst>
                <a:path w="1902" h="4712" extrusionOk="0">
                  <a:moveTo>
                    <a:pt x="587" y="1"/>
                  </a:moveTo>
                  <a:cubicBezTo>
                    <a:pt x="456" y="1"/>
                    <a:pt x="367" y="16"/>
                    <a:pt x="367" y="16"/>
                  </a:cubicBezTo>
                  <a:lnTo>
                    <a:pt x="0" y="83"/>
                  </a:lnTo>
                  <a:lnTo>
                    <a:pt x="34" y="2784"/>
                  </a:lnTo>
                  <a:cubicBezTo>
                    <a:pt x="67" y="3118"/>
                    <a:pt x="100" y="3518"/>
                    <a:pt x="100" y="3885"/>
                  </a:cubicBezTo>
                  <a:cubicBezTo>
                    <a:pt x="100" y="4349"/>
                    <a:pt x="226" y="4712"/>
                    <a:pt x="805" y="4712"/>
                  </a:cubicBezTo>
                  <a:cubicBezTo>
                    <a:pt x="893" y="4712"/>
                    <a:pt x="991" y="4703"/>
                    <a:pt x="1101" y="4686"/>
                  </a:cubicBezTo>
                  <a:cubicBezTo>
                    <a:pt x="1902" y="4552"/>
                    <a:pt x="1635" y="1951"/>
                    <a:pt x="1601" y="883"/>
                  </a:cubicBezTo>
                  <a:cubicBezTo>
                    <a:pt x="1577" y="107"/>
                    <a:pt x="935" y="1"/>
                    <a:pt x="587" y="1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3"/>
            <p:cNvSpPr/>
            <p:nvPr/>
          </p:nvSpPr>
          <p:spPr>
            <a:xfrm>
              <a:off x="4485000" y="2165950"/>
              <a:ext cx="66750" cy="126300"/>
            </a:xfrm>
            <a:custGeom>
              <a:avLst/>
              <a:gdLst/>
              <a:ahLst/>
              <a:cxnLst/>
              <a:rect l="l" t="t" r="r" b="b"/>
              <a:pathLst>
                <a:path w="2670" h="5052" extrusionOk="0">
                  <a:moveTo>
                    <a:pt x="1575" y="0"/>
                  </a:moveTo>
                  <a:cubicBezTo>
                    <a:pt x="1265" y="0"/>
                    <a:pt x="972" y="163"/>
                    <a:pt x="801" y="448"/>
                  </a:cubicBezTo>
                  <a:cubicBezTo>
                    <a:pt x="1" y="1416"/>
                    <a:pt x="301" y="2917"/>
                    <a:pt x="434" y="3551"/>
                  </a:cubicBezTo>
                  <a:cubicBezTo>
                    <a:pt x="555" y="4124"/>
                    <a:pt x="867" y="5051"/>
                    <a:pt x="1492" y="5051"/>
                  </a:cubicBezTo>
                  <a:cubicBezTo>
                    <a:pt x="1559" y="5051"/>
                    <a:pt x="1628" y="5041"/>
                    <a:pt x="1702" y="5018"/>
                  </a:cubicBezTo>
                  <a:cubicBezTo>
                    <a:pt x="2436" y="4818"/>
                    <a:pt x="2669" y="4451"/>
                    <a:pt x="2669" y="3184"/>
                  </a:cubicBezTo>
                  <a:cubicBezTo>
                    <a:pt x="2669" y="2383"/>
                    <a:pt x="2636" y="1583"/>
                    <a:pt x="2569" y="1049"/>
                  </a:cubicBezTo>
                  <a:cubicBezTo>
                    <a:pt x="2569" y="548"/>
                    <a:pt x="2202" y="148"/>
                    <a:pt x="1735" y="15"/>
                  </a:cubicBezTo>
                  <a:cubicBezTo>
                    <a:pt x="1682" y="5"/>
                    <a:pt x="1628" y="0"/>
                    <a:pt x="1575" y="0"/>
                  </a:cubicBezTo>
                  <a:close/>
                </a:path>
              </a:pathLst>
            </a:custGeom>
            <a:solidFill>
              <a:srgbClr val="E5E5E5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3"/>
            <p:cNvSpPr/>
            <p:nvPr/>
          </p:nvSpPr>
          <p:spPr>
            <a:xfrm>
              <a:off x="4759375" y="4007625"/>
              <a:ext cx="907325" cy="683850"/>
            </a:xfrm>
            <a:custGeom>
              <a:avLst/>
              <a:gdLst/>
              <a:ahLst/>
              <a:cxnLst/>
              <a:rect l="l" t="t" r="r" b="b"/>
              <a:pathLst>
                <a:path w="36293" h="27354" fill="none" extrusionOk="0">
                  <a:moveTo>
                    <a:pt x="968" y="0"/>
                  </a:moveTo>
                  <a:lnTo>
                    <a:pt x="35325" y="0"/>
                  </a:lnTo>
                  <a:cubicBezTo>
                    <a:pt x="35859" y="0"/>
                    <a:pt x="36293" y="434"/>
                    <a:pt x="36293" y="968"/>
                  </a:cubicBezTo>
                  <a:lnTo>
                    <a:pt x="36293" y="26386"/>
                  </a:lnTo>
                  <a:cubicBezTo>
                    <a:pt x="36293" y="26920"/>
                    <a:pt x="35859" y="27353"/>
                    <a:pt x="35325" y="27353"/>
                  </a:cubicBezTo>
                  <a:lnTo>
                    <a:pt x="968" y="27353"/>
                  </a:lnTo>
                  <a:cubicBezTo>
                    <a:pt x="401" y="27353"/>
                    <a:pt x="0" y="26920"/>
                    <a:pt x="0" y="26386"/>
                  </a:cubicBezTo>
                  <a:lnTo>
                    <a:pt x="0" y="968"/>
                  </a:lnTo>
                  <a:cubicBezTo>
                    <a:pt x="0" y="434"/>
                    <a:pt x="401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3"/>
            <p:cNvSpPr/>
            <p:nvPr/>
          </p:nvSpPr>
          <p:spPr>
            <a:xfrm>
              <a:off x="4801075" y="4627225"/>
              <a:ext cx="852300" cy="25"/>
            </a:xfrm>
            <a:custGeom>
              <a:avLst/>
              <a:gdLst/>
              <a:ahLst/>
              <a:cxnLst/>
              <a:rect l="l" t="t" r="r" b="b"/>
              <a:pathLst>
                <a:path w="34092" h="1" fill="none" extrusionOk="0">
                  <a:moveTo>
                    <a:pt x="0" y="1"/>
                  </a:moveTo>
                  <a:lnTo>
                    <a:pt x="34091" y="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3"/>
            <p:cNvSpPr/>
            <p:nvPr/>
          </p:nvSpPr>
          <p:spPr>
            <a:xfrm>
              <a:off x="48010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3"/>
            <p:cNvSpPr/>
            <p:nvPr/>
          </p:nvSpPr>
          <p:spPr>
            <a:xfrm>
              <a:off x="48577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3"/>
            <p:cNvSpPr/>
            <p:nvPr/>
          </p:nvSpPr>
          <p:spPr>
            <a:xfrm>
              <a:off x="49144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3"/>
            <p:cNvSpPr/>
            <p:nvPr/>
          </p:nvSpPr>
          <p:spPr>
            <a:xfrm>
              <a:off x="49711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3"/>
            <p:cNvSpPr/>
            <p:nvPr/>
          </p:nvSpPr>
          <p:spPr>
            <a:xfrm>
              <a:off x="502872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3"/>
            <p:cNvSpPr/>
            <p:nvPr/>
          </p:nvSpPr>
          <p:spPr>
            <a:xfrm>
              <a:off x="508542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3"/>
            <p:cNvSpPr/>
            <p:nvPr/>
          </p:nvSpPr>
          <p:spPr>
            <a:xfrm>
              <a:off x="5142150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3"/>
            <p:cNvSpPr/>
            <p:nvPr/>
          </p:nvSpPr>
          <p:spPr>
            <a:xfrm>
              <a:off x="5198850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3"/>
            <p:cNvSpPr/>
            <p:nvPr/>
          </p:nvSpPr>
          <p:spPr>
            <a:xfrm>
              <a:off x="5255550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3"/>
            <p:cNvSpPr/>
            <p:nvPr/>
          </p:nvSpPr>
          <p:spPr>
            <a:xfrm>
              <a:off x="53122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3"/>
            <p:cNvSpPr/>
            <p:nvPr/>
          </p:nvSpPr>
          <p:spPr>
            <a:xfrm>
              <a:off x="53689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3"/>
            <p:cNvSpPr/>
            <p:nvPr/>
          </p:nvSpPr>
          <p:spPr>
            <a:xfrm>
              <a:off x="54256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3"/>
            <p:cNvSpPr/>
            <p:nvPr/>
          </p:nvSpPr>
          <p:spPr>
            <a:xfrm>
              <a:off x="548237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3"/>
            <p:cNvSpPr/>
            <p:nvPr/>
          </p:nvSpPr>
          <p:spPr>
            <a:xfrm>
              <a:off x="553992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3"/>
            <p:cNvSpPr/>
            <p:nvPr/>
          </p:nvSpPr>
          <p:spPr>
            <a:xfrm>
              <a:off x="5596625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1" y="1"/>
                  </a:moveTo>
                  <a:lnTo>
                    <a:pt x="1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3"/>
            <p:cNvSpPr/>
            <p:nvPr/>
          </p:nvSpPr>
          <p:spPr>
            <a:xfrm>
              <a:off x="5653350" y="4627225"/>
              <a:ext cx="25" cy="12550"/>
            </a:xfrm>
            <a:custGeom>
              <a:avLst/>
              <a:gdLst/>
              <a:ahLst/>
              <a:cxnLst/>
              <a:rect l="l" t="t" r="r" b="b"/>
              <a:pathLst>
                <a:path w="1" h="502" fill="none" extrusionOk="0">
                  <a:moveTo>
                    <a:pt x="0" y="1"/>
                  </a:moveTo>
                  <a:lnTo>
                    <a:pt x="0" y="501"/>
                  </a:lnTo>
                </a:path>
              </a:pathLst>
            </a:custGeom>
            <a:solidFill>
              <a:schemeClr val="dk1"/>
            </a:solidFill>
            <a:ln w="500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3"/>
            <p:cNvSpPr/>
            <p:nvPr/>
          </p:nvSpPr>
          <p:spPr>
            <a:xfrm>
              <a:off x="4829425" y="4067250"/>
              <a:ext cx="795575" cy="550000"/>
            </a:xfrm>
            <a:custGeom>
              <a:avLst/>
              <a:gdLst/>
              <a:ahLst/>
              <a:cxnLst/>
              <a:rect l="l" t="t" r="r" b="b"/>
              <a:pathLst>
                <a:path w="31823" h="22000" extrusionOk="0">
                  <a:moveTo>
                    <a:pt x="27320" y="1"/>
                  </a:moveTo>
                  <a:cubicBezTo>
                    <a:pt x="27203" y="1"/>
                    <a:pt x="27086" y="84"/>
                    <a:pt x="27086" y="251"/>
                  </a:cubicBezTo>
                  <a:lnTo>
                    <a:pt x="25051" y="15995"/>
                  </a:lnTo>
                  <a:cubicBezTo>
                    <a:pt x="25018" y="16062"/>
                    <a:pt x="24985" y="16162"/>
                    <a:pt x="24918" y="16195"/>
                  </a:cubicBezTo>
                  <a:lnTo>
                    <a:pt x="22983" y="17730"/>
                  </a:lnTo>
                  <a:cubicBezTo>
                    <a:pt x="22939" y="17752"/>
                    <a:pt x="22891" y="17763"/>
                    <a:pt x="22844" y="17763"/>
                  </a:cubicBezTo>
                  <a:cubicBezTo>
                    <a:pt x="22750" y="17763"/>
                    <a:pt x="22661" y="17719"/>
                    <a:pt x="22616" y="17630"/>
                  </a:cubicBezTo>
                  <a:lnTo>
                    <a:pt x="20648" y="13527"/>
                  </a:lnTo>
                  <a:cubicBezTo>
                    <a:pt x="20612" y="13435"/>
                    <a:pt x="20525" y="13384"/>
                    <a:pt x="20437" y="13384"/>
                  </a:cubicBezTo>
                  <a:cubicBezTo>
                    <a:pt x="20365" y="13384"/>
                    <a:pt x="20293" y="13418"/>
                    <a:pt x="20248" y="13494"/>
                  </a:cubicBezTo>
                  <a:lnTo>
                    <a:pt x="18213" y="16129"/>
                  </a:lnTo>
                  <a:lnTo>
                    <a:pt x="15945" y="19031"/>
                  </a:lnTo>
                  <a:lnTo>
                    <a:pt x="13643" y="16129"/>
                  </a:lnTo>
                  <a:lnTo>
                    <a:pt x="11642" y="13560"/>
                  </a:lnTo>
                  <a:cubicBezTo>
                    <a:pt x="11599" y="13488"/>
                    <a:pt x="11524" y="13453"/>
                    <a:pt x="11451" y="13453"/>
                  </a:cubicBezTo>
                  <a:cubicBezTo>
                    <a:pt x="11355" y="13453"/>
                    <a:pt x="11261" y="13513"/>
                    <a:pt x="11242" y="13627"/>
                  </a:cubicBezTo>
                  <a:lnTo>
                    <a:pt x="9107" y="20232"/>
                  </a:lnTo>
                  <a:lnTo>
                    <a:pt x="6838" y="8490"/>
                  </a:lnTo>
                  <a:lnTo>
                    <a:pt x="4570" y="21399"/>
                  </a:lnTo>
                  <a:lnTo>
                    <a:pt x="2302" y="19631"/>
                  </a:lnTo>
                  <a:lnTo>
                    <a:pt x="501" y="14528"/>
                  </a:lnTo>
                  <a:cubicBezTo>
                    <a:pt x="458" y="14414"/>
                    <a:pt x="366" y="14360"/>
                    <a:pt x="276" y="14360"/>
                  </a:cubicBezTo>
                  <a:cubicBezTo>
                    <a:pt x="154" y="14360"/>
                    <a:pt x="34" y="14456"/>
                    <a:pt x="34" y="14628"/>
                  </a:cubicBezTo>
                  <a:lnTo>
                    <a:pt x="0" y="22000"/>
                  </a:lnTo>
                  <a:lnTo>
                    <a:pt x="31823" y="22000"/>
                  </a:lnTo>
                  <a:lnTo>
                    <a:pt x="31823" y="17596"/>
                  </a:lnTo>
                  <a:lnTo>
                    <a:pt x="29555" y="13260"/>
                  </a:lnTo>
                  <a:cubicBezTo>
                    <a:pt x="29555" y="13227"/>
                    <a:pt x="29521" y="13193"/>
                    <a:pt x="29521" y="13160"/>
                  </a:cubicBezTo>
                  <a:lnTo>
                    <a:pt x="27553" y="251"/>
                  </a:lnTo>
                  <a:cubicBezTo>
                    <a:pt x="27553" y="84"/>
                    <a:pt x="27437" y="1"/>
                    <a:pt x="27320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3"/>
            <p:cNvSpPr/>
            <p:nvPr/>
          </p:nvSpPr>
          <p:spPr>
            <a:xfrm>
              <a:off x="4829425" y="4145225"/>
              <a:ext cx="795575" cy="472025"/>
            </a:xfrm>
            <a:custGeom>
              <a:avLst/>
              <a:gdLst/>
              <a:ahLst/>
              <a:cxnLst/>
              <a:rect l="l" t="t" r="r" b="b"/>
              <a:pathLst>
                <a:path w="31823" h="18881" extrusionOk="0">
                  <a:moveTo>
                    <a:pt x="4520" y="0"/>
                  </a:moveTo>
                  <a:cubicBezTo>
                    <a:pt x="4412" y="0"/>
                    <a:pt x="4303" y="67"/>
                    <a:pt x="4270" y="201"/>
                  </a:cubicBezTo>
                  <a:lnTo>
                    <a:pt x="2269" y="11275"/>
                  </a:lnTo>
                  <a:cubicBezTo>
                    <a:pt x="2269" y="11309"/>
                    <a:pt x="2269" y="11309"/>
                    <a:pt x="2269" y="11342"/>
                  </a:cubicBezTo>
                  <a:lnTo>
                    <a:pt x="0" y="15111"/>
                  </a:lnTo>
                  <a:lnTo>
                    <a:pt x="0" y="18881"/>
                  </a:lnTo>
                  <a:lnTo>
                    <a:pt x="31823" y="18881"/>
                  </a:lnTo>
                  <a:lnTo>
                    <a:pt x="31823" y="12576"/>
                  </a:lnTo>
                  <a:cubicBezTo>
                    <a:pt x="31823" y="12421"/>
                    <a:pt x="31699" y="12333"/>
                    <a:pt x="31575" y="12333"/>
                  </a:cubicBezTo>
                  <a:cubicBezTo>
                    <a:pt x="31486" y="12333"/>
                    <a:pt x="31398" y="12378"/>
                    <a:pt x="31356" y="12476"/>
                  </a:cubicBezTo>
                  <a:lnTo>
                    <a:pt x="29555" y="16879"/>
                  </a:lnTo>
                  <a:lnTo>
                    <a:pt x="27286" y="18380"/>
                  </a:lnTo>
                  <a:lnTo>
                    <a:pt x="25018" y="17380"/>
                  </a:lnTo>
                  <a:lnTo>
                    <a:pt x="22750" y="17380"/>
                  </a:lnTo>
                  <a:lnTo>
                    <a:pt x="20615" y="11709"/>
                  </a:lnTo>
                  <a:cubicBezTo>
                    <a:pt x="20573" y="11603"/>
                    <a:pt x="20464" y="11538"/>
                    <a:pt x="20364" y="11538"/>
                  </a:cubicBezTo>
                  <a:cubicBezTo>
                    <a:pt x="20306" y="11538"/>
                    <a:pt x="20251" y="11560"/>
                    <a:pt x="20215" y="11609"/>
                  </a:cubicBezTo>
                  <a:lnTo>
                    <a:pt x="18213" y="13844"/>
                  </a:lnTo>
                  <a:lnTo>
                    <a:pt x="15912" y="16345"/>
                  </a:lnTo>
                  <a:lnTo>
                    <a:pt x="13643" y="13844"/>
                  </a:lnTo>
                  <a:lnTo>
                    <a:pt x="11609" y="11575"/>
                  </a:lnTo>
                  <a:cubicBezTo>
                    <a:pt x="11561" y="11512"/>
                    <a:pt x="11484" y="11479"/>
                    <a:pt x="11409" y="11479"/>
                  </a:cubicBezTo>
                  <a:cubicBezTo>
                    <a:pt x="11325" y="11479"/>
                    <a:pt x="11243" y="11521"/>
                    <a:pt x="11208" y="11609"/>
                  </a:cubicBezTo>
                  <a:lnTo>
                    <a:pt x="9207" y="15111"/>
                  </a:lnTo>
                  <a:cubicBezTo>
                    <a:pt x="9162" y="15200"/>
                    <a:pt x="9088" y="15245"/>
                    <a:pt x="9004" y="15245"/>
                  </a:cubicBezTo>
                  <a:cubicBezTo>
                    <a:pt x="8962" y="15245"/>
                    <a:pt x="8918" y="15234"/>
                    <a:pt x="8873" y="15211"/>
                  </a:cubicBezTo>
                  <a:lnTo>
                    <a:pt x="6905" y="13910"/>
                  </a:lnTo>
                  <a:cubicBezTo>
                    <a:pt x="6838" y="13877"/>
                    <a:pt x="6805" y="13810"/>
                    <a:pt x="6805" y="13744"/>
                  </a:cubicBezTo>
                  <a:lnTo>
                    <a:pt x="4770" y="201"/>
                  </a:lnTo>
                  <a:cubicBezTo>
                    <a:pt x="4737" y="67"/>
                    <a:pt x="4629" y="0"/>
                    <a:pt x="4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3"/>
            <p:cNvSpPr/>
            <p:nvPr/>
          </p:nvSpPr>
          <p:spPr>
            <a:xfrm>
              <a:off x="5259725" y="4098525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0"/>
                  </a:moveTo>
                  <a:lnTo>
                    <a:pt x="7039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3"/>
            <p:cNvSpPr/>
            <p:nvPr/>
          </p:nvSpPr>
          <p:spPr>
            <a:xfrm>
              <a:off x="5259725" y="4140225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0"/>
                  </a:moveTo>
                  <a:lnTo>
                    <a:pt x="7039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3"/>
            <p:cNvSpPr/>
            <p:nvPr/>
          </p:nvSpPr>
          <p:spPr>
            <a:xfrm>
              <a:off x="5259725" y="4181075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1"/>
                  </a:moveTo>
                  <a:lnTo>
                    <a:pt x="7039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3"/>
            <p:cNvSpPr/>
            <p:nvPr/>
          </p:nvSpPr>
          <p:spPr>
            <a:xfrm>
              <a:off x="5259725" y="4221950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0"/>
                  </a:moveTo>
                  <a:lnTo>
                    <a:pt x="7039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3"/>
            <p:cNvSpPr/>
            <p:nvPr/>
          </p:nvSpPr>
          <p:spPr>
            <a:xfrm>
              <a:off x="5259725" y="4263650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0"/>
                  </a:moveTo>
                  <a:lnTo>
                    <a:pt x="7039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3"/>
            <p:cNvSpPr/>
            <p:nvPr/>
          </p:nvSpPr>
          <p:spPr>
            <a:xfrm>
              <a:off x="5259725" y="4304500"/>
              <a:ext cx="175975" cy="25"/>
            </a:xfrm>
            <a:custGeom>
              <a:avLst/>
              <a:gdLst/>
              <a:ahLst/>
              <a:cxnLst/>
              <a:rect l="l" t="t" r="r" b="b"/>
              <a:pathLst>
                <a:path w="7039" h="1" fill="none" extrusionOk="0">
                  <a:moveTo>
                    <a:pt x="1" y="1"/>
                  </a:moveTo>
                  <a:lnTo>
                    <a:pt x="7039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3"/>
            <p:cNvSpPr/>
            <p:nvPr/>
          </p:nvSpPr>
          <p:spPr>
            <a:xfrm>
              <a:off x="5219700" y="4098525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0"/>
                  </a:moveTo>
                  <a:lnTo>
                    <a:pt x="901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3"/>
            <p:cNvSpPr/>
            <p:nvPr/>
          </p:nvSpPr>
          <p:spPr>
            <a:xfrm>
              <a:off x="5219700" y="4140225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0"/>
                  </a:moveTo>
                  <a:lnTo>
                    <a:pt x="901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3"/>
            <p:cNvSpPr/>
            <p:nvPr/>
          </p:nvSpPr>
          <p:spPr>
            <a:xfrm>
              <a:off x="5219700" y="4181075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1"/>
                  </a:moveTo>
                  <a:lnTo>
                    <a:pt x="901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3"/>
            <p:cNvSpPr/>
            <p:nvPr/>
          </p:nvSpPr>
          <p:spPr>
            <a:xfrm>
              <a:off x="5219700" y="4221950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0"/>
                  </a:moveTo>
                  <a:lnTo>
                    <a:pt x="901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3"/>
            <p:cNvSpPr/>
            <p:nvPr/>
          </p:nvSpPr>
          <p:spPr>
            <a:xfrm>
              <a:off x="5219700" y="4263650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0"/>
                  </a:moveTo>
                  <a:lnTo>
                    <a:pt x="901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3"/>
            <p:cNvSpPr/>
            <p:nvPr/>
          </p:nvSpPr>
          <p:spPr>
            <a:xfrm>
              <a:off x="5219700" y="4304500"/>
              <a:ext cx="22550" cy="25"/>
            </a:xfrm>
            <a:custGeom>
              <a:avLst/>
              <a:gdLst/>
              <a:ahLst/>
              <a:cxnLst/>
              <a:rect l="l" t="t" r="r" b="b"/>
              <a:pathLst>
                <a:path w="902" h="1" fill="none" extrusionOk="0">
                  <a:moveTo>
                    <a:pt x="0" y="1"/>
                  </a:moveTo>
                  <a:lnTo>
                    <a:pt x="901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3"/>
            <p:cNvSpPr/>
            <p:nvPr/>
          </p:nvSpPr>
          <p:spPr>
            <a:xfrm>
              <a:off x="4767700" y="3369675"/>
              <a:ext cx="372800" cy="323575"/>
            </a:xfrm>
            <a:custGeom>
              <a:avLst/>
              <a:gdLst/>
              <a:ahLst/>
              <a:cxnLst/>
              <a:rect l="l" t="t" r="r" b="b"/>
              <a:pathLst>
                <a:path w="14912" h="12943" fill="none" extrusionOk="0">
                  <a:moveTo>
                    <a:pt x="11175" y="0"/>
                  </a:moveTo>
                  <a:lnTo>
                    <a:pt x="3703" y="0"/>
                  </a:lnTo>
                  <a:lnTo>
                    <a:pt x="1" y="6472"/>
                  </a:lnTo>
                  <a:lnTo>
                    <a:pt x="3703" y="12943"/>
                  </a:lnTo>
                  <a:lnTo>
                    <a:pt x="11175" y="12943"/>
                  </a:lnTo>
                  <a:lnTo>
                    <a:pt x="14911" y="6472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3"/>
            <p:cNvSpPr/>
            <p:nvPr/>
          </p:nvSpPr>
          <p:spPr>
            <a:xfrm>
              <a:off x="4766875" y="3045275"/>
              <a:ext cx="372800" cy="322750"/>
            </a:xfrm>
            <a:custGeom>
              <a:avLst/>
              <a:gdLst/>
              <a:ahLst/>
              <a:cxnLst/>
              <a:rect l="l" t="t" r="r" b="b"/>
              <a:pathLst>
                <a:path w="14912" h="12910" fill="none" extrusionOk="0">
                  <a:moveTo>
                    <a:pt x="11175" y="0"/>
                  </a:moveTo>
                  <a:lnTo>
                    <a:pt x="3736" y="0"/>
                  </a:lnTo>
                  <a:lnTo>
                    <a:pt x="0" y="6438"/>
                  </a:lnTo>
                  <a:lnTo>
                    <a:pt x="3736" y="12909"/>
                  </a:lnTo>
                  <a:lnTo>
                    <a:pt x="11175" y="12909"/>
                  </a:lnTo>
                  <a:lnTo>
                    <a:pt x="14911" y="6438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3"/>
            <p:cNvSpPr/>
            <p:nvPr/>
          </p:nvSpPr>
          <p:spPr>
            <a:xfrm>
              <a:off x="5323950" y="3045275"/>
              <a:ext cx="373625" cy="322750"/>
            </a:xfrm>
            <a:custGeom>
              <a:avLst/>
              <a:gdLst/>
              <a:ahLst/>
              <a:cxnLst/>
              <a:rect l="l" t="t" r="r" b="b"/>
              <a:pathLst>
                <a:path w="14945" h="12910" fill="none" extrusionOk="0">
                  <a:moveTo>
                    <a:pt x="11208" y="0"/>
                  </a:moveTo>
                  <a:lnTo>
                    <a:pt x="3736" y="0"/>
                  </a:lnTo>
                  <a:lnTo>
                    <a:pt x="0" y="6438"/>
                  </a:lnTo>
                  <a:lnTo>
                    <a:pt x="3736" y="12909"/>
                  </a:lnTo>
                  <a:lnTo>
                    <a:pt x="11208" y="12909"/>
                  </a:lnTo>
                  <a:lnTo>
                    <a:pt x="14944" y="6438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3"/>
            <p:cNvSpPr/>
            <p:nvPr/>
          </p:nvSpPr>
          <p:spPr>
            <a:xfrm>
              <a:off x="5047900" y="3528950"/>
              <a:ext cx="372800" cy="322750"/>
            </a:xfrm>
            <a:custGeom>
              <a:avLst/>
              <a:gdLst/>
              <a:ahLst/>
              <a:cxnLst/>
              <a:rect l="l" t="t" r="r" b="b"/>
              <a:pathLst>
                <a:path w="14912" h="12910" fill="none" extrusionOk="0">
                  <a:moveTo>
                    <a:pt x="11175" y="0"/>
                  </a:moveTo>
                  <a:lnTo>
                    <a:pt x="3737" y="0"/>
                  </a:lnTo>
                  <a:lnTo>
                    <a:pt x="1" y="6472"/>
                  </a:lnTo>
                  <a:lnTo>
                    <a:pt x="3737" y="12910"/>
                  </a:lnTo>
                  <a:lnTo>
                    <a:pt x="11175" y="12910"/>
                  </a:lnTo>
                  <a:lnTo>
                    <a:pt x="14911" y="6472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3"/>
            <p:cNvSpPr/>
            <p:nvPr/>
          </p:nvSpPr>
          <p:spPr>
            <a:xfrm>
              <a:off x="5047075" y="3208725"/>
              <a:ext cx="372800" cy="322750"/>
            </a:xfrm>
            <a:custGeom>
              <a:avLst/>
              <a:gdLst/>
              <a:ahLst/>
              <a:cxnLst/>
              <a:rect l="l" t="t" r="r" b="b"/>
              <a:pathLst>
                <a:path w="14912" h="12910" extrusionOk="0">
                  <a:moveTo>
                    <a:pt x="3736" y="0"/>
                  </a:moveTo>
                  <a:lnTo>
                    <a:pt x="0" y="6438"/>
                  </a:lnTo>
                  <a:lnTo>
                    <a:pt x="3736" y="12910"/>
                  </a:lnTo>
                  <a:lnTo>
                    <a:pt x="11208" y="12910"/>
                  </a:lnTo>
                  <a:lnTo>
                    <a:pt x="14911" y="6438"/>
                  </a:lnTo>
                  <a:lnTo>
                    <a:pt x="11208" y="0"/>
                  </a:lnTo>
                  <a:close/>
                </a:path>
              </a:pathLst>
            </a:custGeom>
            <a:solidFill>
              <a:schemeClr val="accent2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3"/>
            <p:cNvSpPr/>
            <p:nvPr/>
          </p:nvSpPr>
          <p:spPr>
            <a:xfrm>
              <a:off x="5039575" y="2883475"/>
              <a:ext cx="372775" cy="322775"/>
            </a:xfrm>
            <a:custGeom>
              <a:avLst/>
              <a:gdLst/>
              <a:ahLst/>
              <a:cxnLst/>
              <a:rect l="l" t="t" r="r" b="b"/>
              <a:pathLst>
                <a:path w="14911" h="12911" extrusionOk="0">
                  <a:moveTo>
                    <a:pt x="3736" y="1"/>
                  </a:moveTo>
                  <a:lnTo>
                    <a:pt x="0" y="6439"/>
                  </a:lnTo>
                  <a:lnTo>
                    <a:pt x="3736" y="12910"/>
                  </a:lnTo>
                  <a:lnTo>
                    <a:pt x="11175" y="12910"/>
                  </a:lnTo>
                  <a:lnTo>
                    <a:pt x="14911" y="6439"/>
                  </a:lnTo>
                  <a:lnTo>
                    <a:pt x="11175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3"/>
            <p:cNvSpPr/>
            <p:nvPr/>
          </p:nvSpPr>
          <p:spPr>
            <a:xfrm>
              <a:off x="5327275" y="3367175"/>
              <a:ext cx="373625" cy="323575"/>
            </a:xfrm>
            <a:custGeom>
              <a:avLst/>
              <a:gdLst/>
              <a:ahLst/>
              <a:cxnLst/>
              <a:rect l="l" t="t" r="r" b="b"/>
              <a:pathLst>
                <a:path w="14945" h="12943" fill="none" extrusionOk="0">
                  <a:moveTo>
                    <a:pt x="11208" y="0"/>
                  </a:moveTo>
                  <a:lnTo>
                    <a:pt x="3736" y="0"/>
                  </a:lnTo>
                  <a:lnTo>
                    <a:pt x="0" y="6471"/>
                  </a:lnTo>
                  <a:lnTo>
                    <a:pt x="3736" y="12943"/>
                  </a:lnTo>
                  <a:lnTo>
                    <a:pt x="11208" y="12943"/>
                  </a:lnTo>
                  <a:lnTo>
                    <a:pt x="14944" y="647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3"/>
            <p:cNvSpPr/>
            <p:nvPr/>
          </p:nvSpPr>
          <p:spPr>
            <a:xfrm>
              <a:off x="2172525" y="3267050"/>
              <a:ext cx="598775" cy="373675"/>
            </a:xfrm>
            <a:custGeom>
              <a:avLst/>
              <a:gdLst/>
              <a:ahLst/>
              <a:cxnLst/>
              <a:rect l="l" t="t" r="r" b="b"/>
              <a:pathLst>
                <a:path w="23951" h="14947" extrusionOk="0">
                  <a:moveTo>
                    <a:pt x="567" y="69"/>
                  </a:moveTo>
                  <a:cubicBezTo>
                    <a:pt x="0" y="69"/>
                    <a:pt x="0" y="936"/>
                    <a:pt x="567" y="936"/>
                  </a:cubicBezTo>
                  <a:lnTo>
                    <a:pt x="2335" y="936"/>
                  </a:lnTo>
                  <a:cubicBezTo>
                    <a:pt x="2902" y="936"/>
                    <a:pt x="2902" y="69"/>
                    <a:pt x="2335" y="69"/>
                  </a:cubicBezTo>
                  <a:close/>
                  <a:moveTo>
                    <a:pt x="4303" y="102"/>
                  </a:moveTo>
                  <a:cubicBezTo>
                    <a:pt x="3736" y="102"/>
                    <a:pt x="3736" y="936"/>
                    <a:pt x="4303" y="936"/>
                  </a:cubicBezTo>
                  <a:lnTo>
                    <a:pt x="8873" y="936"/>
                  </a:lnTo>
                  <a:cubicBezTo>
                    <a:pt x="8891" y="938"/>
                    <a:pt x="8908" y="939"/>
                    <a:pt x="8924" y="939"/>
                  </a:cubicBezTo>
                  <a:cubicBezTo>
                    <a:pt x="9165" y="939"/>
                    <a:pt x="9338" y="721"/>
                    <a:pt x="9307" y="503"/>
                  </a:cubicBezTo>
                  <a:cubicBezTo>
                    <a:pt x="9307" y="269"/>
                    <a:pt x="9107" y="102"/>
                    <a:pt x="8873" y="102"/>
                  </a:cubicBezTo>
                  <a:close/>
                  <a:moveTo>
                    <a:pt x="10800" y="0"/>
                  </a:moveTo>
                  <a:cubicBezTo>
                    <a:pt x="10684" y="0"/>
                    <a:pt x="10568" y="42"/>
                    <a:pt x="10475" y="136"/>
                  </a:cubicBezTo>
                  <a:cubicBezTo>
                    <a:pt x="10141" y="469"/>
                    <a:pt x="10374" y="1003"/>
                    <a:pt x="10808" y="1003"/>
                  </a:cubicBezTo>
                  <a:cubicBezTo>
                    <a:pt x="11108" y="1003"/>
                    <a:pt x="11342" y="769"/>
                    <a:pt x="11342" y="503"/>
                  </a:cubicBezTo>
                  <a:lnTo>
                    <a:pt x="11308" y="503"/>
                  </a:lnTo>
                  <a:cubicBezTo>
                    <a:pt x="11308" y="204"/>
                    <a:pt x="11056" y="0"/>
                    <a:pt x="10800" y="0"/>
                  </a:cubicBezTo>
                  <a:close/>
                  <a:moveTo>
                    <a:pt x="12301" y="0"/>
                  </a:moveTo>
                  <a:cubicBezTo>
                    <a:pt x="12185" y="0"/>
                    <a:pt x="12069" y="42"/>
                    <a:pt x="11976" y="136"/>
                  </a:cubicBezTo>
                  <a:cubicBezTo>
                    <a:pt x="11642" y="469"/>
                    <a:pt x="11876" y="1003"/>
                    <a:pt x="12309" y="1003"/>
                  </a:cubicBezTo>
                  <a:cubicBezTo>
                    <a:pt x="12609" y="1003"/>
                    <a:pt x="12843" y="769"/>
                    <a:pt x="12843" y="503"/>
                  </a:cubicBezTo>
                  <a:lnTo>
                    <a:pt x="12810" y="503"/>
                  </a:lnTo>
                  <a:cubicBezTo>
                    <a:pt x="12810" y="204"/>
                    <a:pt x="12557" y="0"/>
                    <a:pt x="12301" y="0"/>
                  </a:cubicBezTo>
                  <a:close/>
                  <a:moveTo>
                    <a:pt x="13802" y="0"/>
                  </a:moveTo>
                  <a:cubicBezTo>
                    <a:pt x="13686" y="0"/>
                    <a:pt x="13570" y="42"/>
                    <a:pt x="13477" y="136"/>
                  </a:cubicBezTo>
                  <a:cubicBezTo>
                    <a:pt x="13143" y="469"/>
                    <a:pt x="13377" y="1003"/>
                    <a:pt x="13810" y="1003"/>
                  </a:cubicBezTo>
                  <a:cubicBezTo>
                    <a:pt x="14110" y="1003"/>
                    <a:pt x="14344" y="769"/>
                    <a:pt x="14344" y="503"/>
                  </a:cubicBezTo>
                  <a:lnTo>
                    <a:pt x="14311" y="503"/>
                  </a:lnTo>
                  <a:cubicBezTo>
                    <a:pt x="14311" y="204"/>
                    <a:pt x="14058" y="0"/>
                    <a:pt x="13802" y="0"/>
                  </a:cubicBezTo>
                  <a:close/>
                  <a:moveTo>
                    <a:pt x="15311" y="2"/>
                  </a:moveTo>
                  <a:cubicBezTo>
                    <a:pt x="15061" y="2"/>
                    <a:pt x="14811" y="169"/>
                    <a:pt x="14811" y="503"/>
                  </a:cubicBezTo>
                  <a:cubicBezTo>
                    <a:pt x="14811" y="836"/>
                    <a:pt x="15061" y="1003"/>
                    <a:pt x="15311" y="1003"/>
                  </a:cubicBezTo>
                  <a:cubicBezTo>
                    <a:pt x="15561" y="1003"/>
                    <a:pt x="15812" y="836"/>
                    <a:pt x="15812" y="503"/>
                  </a:cubicBezTo>
                  <a:cubicBezTo>
                    <a:pt x="15812" y="169"/>
                    <a:pt x="15561" y="2"/>
                    <a:pt x="15311" y="2"/>
                  </a:cubicBezTo>
                  <a:close/>
                  <a:moveTo>
                    <a:pt x="16804" y="0"/>
                  </a:moveTo>
                  <a:cubicBezTo>
                    <a:pt x="16689" y="0"/>
                    <a:pt x="16572" y="42"/>
                    <a:pt x="16479" y="136"/>
                  </a:cubicBezTo>
                  <a:cubicBezTo>
                    <a:pt x="16145" y="469"/>
                    <a:pt x="16379" y="1003"/>
                    <a:pt x="16812" y="1003"/>
                  </a:cubicBezTo>
                  <a:cubicBezTo>
                    <a:pt x="17113" y="1003"/>
                    <a:pt x="17346" y="769"/>
                    <a:pt x="17346" y="503"/>
                  </a:cubicBezTo>
                  <a:lnTo>
                    <a:pt x="17313" y="503"/>
                  </a:lnTo>
                  <a:cubicBezTo>
                    <a:pt x="17313" y="204"/>
                    <a:pt x="17060" y="0"/>
                    <a:pt x="16804" y="0"/>
                  </a:cubicBezTo>
                  <a:close/>
                  <a:moveTo>
                    <a:pt x="18305" y="0"/>
                  </a:moveTo>
                  <a:cubicBezTo>
                    <a:pt x="18190" y="0"/>
                    <a:pt x="18073" y="42"/>
                    <a:pt x="17980" y="136"/>
                  </a:cubicBezTo>
                  <a:cubicBezTo>
                    <a:pt x="17646" y="469"/>
                    <a:pt x="17880" y="1003"/>
                    <a:pt x="18313" y="1003"/>
                  </a:cubicBezTo>
                  <a:cubicBezTo>
                    <a:pt x="18614" y="1003"/>
                    <a:pt x="18847" y="769"/>
                    <a:pt x="18847" y="503"/>
                  </a:cubicBezTo>
                  <a:lnTo>
                    <a:pt x="18814" y="503"/>
                  </a:lnTo>
                  <a:cubicBezTo>
                    <a:pt x="18814" y="204"/>
                    <a:pt x="18561" y="0"/>
                    <a:pt x="18305" y="0"/>
                  </a:cubicBezTo>
                  <a:close/>
                  <a:moveTo>
                    <a:pt x="567" y="2070"/>
                  </a:moveTo>
                  <a:cubicBezTo>
                    <a:pt x="0" y="2070"/>
                    <a:pt x="0" y="2938"/>
                    <a:pt x="567" y="2938"/>
                  </a:cubicBezTo>
                  <a:lnTo>
                    <a:pt x="2335" y="2938"/>
                  </a:lnTo>
                  <a:cubicBezTo>
                    <a:pt x="2569" y="2938"/>
                    <a:pt x="2769" y="2738"/>
                    <a:pt x="2769" y="2504"/>
                  </a:cubicBezTo>
                  <a:lnTo>
                    <a:pt x="2736" y="2504"/>
                  </a:lnTo>
                  <a:cubicBezTo>
                    <a:pt x="2736" y="2271"/>
                    <a:pt x="2569" y="2070"/>
                    <a:pt x="2335" y="2070"/>
                  </a:cubicBezTo>
                  <a:close/>
                  <a:moveTo>
                    <a:pt x="4303" y="2070"/>
                  </a:moveTo>
                  <a:cubicBezTo>
                    <a:pt x="3736" y="2070"/>
                    <a:pt x="3736" y="2938"/>
                    <a:pt x="4303" y="2938"/>
                  </a:cubicBezTo>
                  <a:lnTo>
                    <a:pt x="8873" y="2938"/>
                  </a:lnTo>
                  <a:cubicBezTo>
                    <a:pt x="9140" y="2938"/>
                    <a:pt x="9340" y="2738"/>
                    <a:pt x="9307" y="2504"/>
                  </a:cubicBezTo>
                  <a:cubicBezTo>
                    <a:pt x="9307" y="2271"/>
                    <a:pt x="9107" y="2070"/>
                    <a:pt x="8873" y="2070"/>
                  </a:cubicBezTo>
                  <a:close/>
                  <a:moveTo>
                    <a:pt x="567" y="4072"/>
                  </a:moveTo>
                  <a:cubicBezTo>
                    <a:pt x="0" y="4072"/>
                    <a:pt x="0" y="4939"/>
                    <a:pt x="567" y="4939"/>
                  </a:cubicBezTo>
                  <a:lnTo>
                    <a:pt x="2335" y="4939"/>
                  </a:lnTo>
                  <a:cubicBezTo>
                    <a:pt x="2569" y="4939"/>
                    <a:pt x="2769" y="4739"/>
                    <a:pt x="2769" y="4505"/>
                  </a:cubicBezTo>
                  <a:lnTo>
                    <a:pt x="2736" y="4505"/>
                  </a:lnTo>
                  <a:cubicBezTo>
                    <a:pt x="2736" y="4272"/>
                    <a:pt x="2569" y="4072"/>
                    <a:pt x="2335" y="4072"/>
                  </a:cubicBezTo>
                  <a:close/>
                  <a:moveTo>
                    <a:pt x="4303" y="4072"/>
                  </a:moveTo>
                  <a:cubicBezTo>
                    <a:pt x="3736" y="4072"/>
                    <a:pt x="3736" y="4939"/>
                    <a:pt x="4303" y="4939"/>
                  </a:cubicBezTo>
                  <a:lnTo>
                    <a:pt x="8873" y="4939"/>
                  </a:lnTo>
                  <a:cubicBezTo>
                    <a:pt x="9140" y="4939"/>
                    <a:pt x="9340" y="4739"/>
                    <a:pt x="9307" y="4505"/>
                  </a:cubicBezTo>
                  <a:cubicBezTo>
                    <a:pt x="9307" y="4272"/>
                    <a:pt x="9107" y="4072"/>
                    <a:pt x="8873" y="4072"/>
                  </a:cubicBezTo>
                  <a:close/>
                  <a:moveTo>
                    <a:pt x="10800" y="4003"/>
                  </a:moveTo>
                  <a:cubicBezTo>
                    <a:pt x="10684" y="4003"/>
                    <a:pt x="10568" y="4045"/>
                    <a:pt x="10475" y="4139"/>
                  </a:cubicBezTo>
                  <a:cubicBezTo>
                    <a:pt x="10141" y="4472"/>
                    <a:pt x="10374" y="5006"/>
                    <a:pt x="10808" y="5006"/>
                  </a:cubicBezTo>
                  <a:cubicBezTo>
                    <a:pt x="11108" y="5006"/>
                    <a:pt x="11342" y="4772"/>
                    <a:pt x="11342" y="4505"/>
                  </a:cubicBezTo>
                  <a:lnTo>
                    <a:pt x="11308" y="4505"/>
                  </a:lnTo>
                  <a:cubicBezTo>
                    <a:pt x="11308" y="4207"/>
                    <a:pt x="11056" y="4003"/>
                    <a:pt x="10800" y="4003"/>
                  </a:cubicBezTo>
                  <a:close/>
                  <a:moveTo>
                    <a:pt x="12309" y="4005"/>
                  </a:moveTo>
                  <a:cubicBezTo>
                    <a:pt x="12059" y="4005"/>
                    <a:pt x="11809" y="4172"/>
                    <a:pt x="11809" y="4505"/>
                  </a:cubicBezTo>
                  <a:cubicBezTo>
                    <a:pt x="11809" y="4839"/>
                    <a:pt x="12059" y="5006"/>
                    <a:pt x="12309" y="5006"/>
                  </a:cubicBezTo>
                  <a:cubicBezTo>
                    <a:pt x="12559" y="5006"/>
                    <a:pt x="12810" y="4839"/>
                    <a:pt x="12810" y="4505"/>
                  </a:cubicBezTo>
                  <a:cubicBezTo>
                    <a:pt x="12810" y="4172"/>
                    <a:pt x="12559" y="4005"/>
                    <a:pt x="12309" y="4005"/>
                  </a:cubicBezTo>
                  <a:close/>
                  <a:moveTo>
                    <a:pt x="13802" y="4003"/>
                  </a:moveTo>
                  <a:cubicBezTo>
                    <a:pt x="13686" y="4003"/>
                    <a:pt x="13570" y="4045"/>
                    <a:pt x="13477" y="4139"/>
                  </a:cubicBezTo>
                  <a:cubicBezTo>
                    <a:pt x="13143" y="4472"/>
                    <a:pt x="13377" y="5006"/>
                    <a:pt x="13810" y="5006"/>
                  </a:cubicBezTo>
                  <a:cubicBezTo>
                    <a:pt x="14110" y="5006"/>
                    <a:pt x="14344" y="4772"/>
                    <a:pt x="14344" y="4505"/>
                  </a:cubicBezTo>
                  <a:lnTo>
                    <a:pt x="14311" y="4505"/>
                  </a:lnTo>
                  <a:cubicBezTo>
                    <a:pt x="14311" y="4207"/>
                    <a:pt x="14058" y="4003"/>
                    <a:pt x="13802" y="4003"/>
                  </a:cubicBezTo>
                  <a:close/>
                  <a:moveTo>
                    <a:pt x="15303" y="4003"/>
                  </a:moveTo>
                  <a:cubicBezTo>
                    <a:pt x="15187" y="4003"/>
                    <a:pt x="15071" y="4045"/>
                    <a:pt x="14978" y="4139"/>
                  </a:cubicBezTo>
                  <a:cubicBezTo>
                    <a:pt x="14644" y="4472"/>
                    <a:pt x="14878" y="5006"/>
                    <a:pt x="15311" y="5006"/>
                  </a:cubicBezTo>
                  <a:cubicBezTo>
                    <a:pt x="15612" y="5006"/>
                    <a:pt x="15845" y="4772"/>
                    <a:pt x="15845" y="4505"/>
                  </a:cubicBezTo>
                  <a:lnTo>
                    <a:pt x="15812" y="4505"/>
                  </a:lnTo>
                  <a:cubicBezTo>
                    <a:pt x="15812" y="4207"/>
                    <a:pt x="15559" y="4003"/>
                    <a:pt x="15303" y="4003"/>
                  </a:cubicBezTo>
                  <a:close/>
                  <a:moveTo>
                    <a:pt x="16804" y="4003"/>
                  </a:moveTo>
                  <a:cubicBezTo>
                    <a:pt x="16689" y="4003"/>
                    <a:pt x="16572" y="4045"/>
                    <a:pt x="16479" y="4139"/>
                  </a:cubicBezTo>
                  <a:cubicBezTo>
                    <a:pt x="16145" y="4472"/>
                    <a:pt x="16379" y="5006"/>
                    <a:pt x="16812" y="5006"/>
                  </a:cubicBezTo>
                  <a:cubicBezTo>
                    <a:pt x="17113" y="5006"/>
                    <a:pt x="17346" y="4772"/>
                    <a:pt x="17346" y="4505"/>
                  </a:cubicBezTo>
                  <a:lnTo>
                    <a:pt x="17313" y="4505"/>
                  </a:lnTo>
                  <a:cubicBezTo>
                    <a:pt x="17313" y="4207"/>
                    <a:pt x="17060" y="4003"/>
                    <a:pt x="16804" y="4003"/>
                  </a:cubicBezTo>
                  <a:close/>
                  <a:moveTo>
                    <a:pt x="18305" y="4003"/>
                  </a:moveTo>
                  <a:cubicBezTo>
                    <a:pt x="18190" y="4003"/>
                    <a:pt x="18073" y="4045"/>
                    <a:pt x="17980" y="4139"/>
                  </a:cubicBezTo>
                  <a:cubicBezTo>
                    <a:pt x="17646" y="4472"/>
                    <a:pt x="17880" y="5006"/>
                    <a:pt x="18313" y="5006"/>
                  </a:cubicBezTo>
                  <a:cubicBezTo>
                    <a:pt x="18614" y="5006"/>
                    <a:pt x="18847" y="4772"/>
                    <a:pt x="18847" y="4505"/>
                  </a:cubicBezTo>
                  <a:lnTo>
                    <a:pt x="18814" y="4505"/>
                  </a:lnTo>
                  <a:cubicBezTo>
                    <a:pt x="18814" y="4207"/>
                    <a:pt x="18561" y="4003"/>
                    <a:pt x="18305" y="4003"/>
                  </a:cubicBezTo>
                  <a:close/>
                  <a:moveTo>
                    <a:pt x="567" y="6073"/>
                  </a:moveTo>
                  <a:cubicBezTo>
                    <a:pt x="0" y="6073"/>
                    <a:pt x="0" y="6941"/>
                    <a:pt x="567" y="6941"/>
                  </a:cubicBezTo>
                  <a:lnTo>
                    <a:pt x="2335" y="6941"/>
                  </a:lnTo>
                  <a:cubicBezTo>
                    <a:pt x="2350" y="6943"/>
                    <a:pt x="2365" y="6944"/>
                    <a:pt x="2380" y="6944"/>
                  </a:cubicBezTo>
                  <a:cubicBezTo>
                    <a:pt x="2594" y="6944"/>
                    <a:pt x="2769" y="6725"/>
                    <a:pt x="2769" y="6507"/>
                  </a:cubicBezTo>
                  <a:lnTo>
                    <a:pt x="2736" y="6507"/>
                  </a:lnTo>
                  <a:cubicBezTo>
                    <a:pt x="2736" y="6273"/>
                    <a:pt x="2569" y="6073"/>
                    <a:pt x="2335" y="6073"/>
                  </a:cubicBezTo>
                  <a:close/>
                  <a:moveTo>
                    <a:pt x="4303" y="6073"/>
                  </a:moveTo>
                  <a:cubicBezTo>
                    <a:pt x="3703" y="6073"/>
                    <a:pt x="3703" y="6941"/>
                    <a:pt x="4303" y="6941"/>
                  </a:cubicBezTo>
                  <a:lnTo>
                    <a:pt x="8873" y="6941"/>
                  </a:lnTo>
                  <a:cubicBezTo>
                    <a:pt x="8891" y="6943"/>
                    <a:pt x="8908" y="6944"/>
                    <a:pt x="8924" y="6944"/>
                  </a:cubicBezTo>
                  <a:cubicBezTo>
                    <a:pt x="9165" y="6944"/>
                    <a:pt x="9338" y="6725"/>
                    <a:pt x="9307" y="6507"/>
                  </a:cubicBezTo>
                  <a:cubicBezTo>
                    <a:pt x="9307" y="6273"/>
                    <a:pt x="9107" y="6073"/>
                    <a:pt x="8873" y="6073"/>
                  </a:cubicBezTo>
                  <a:close/>
                  <a:moveTo>
                    <a:pt x="567" y="8075"/>
                  </a:moveTo>
                  <a:cubicBezTo>
                    <a:pt x="0" y="8075"/>
                    <a:pt x="0" y="8942"/>
                    <a:pt x="567" y="8942"/>
                  </a:cubicBezTo>
                  <a:lnTo>
                    <a:pt x="2335" y="8942"/>
                  </a:lnTo>
                  <a:cubicBezTo>
                    <a:pt x="2569" y="8942"/>
                    <a:pt x="2769" y="8742"/>
                    <a:pt x="2769" y="8508"/>
                  </a:cubicBezTo>
                  <a:lnTo>
                    <a:pt x="2736" y="8508"/>
                  </a:lnTo>
                  <a:cubicBezTo>
                    <a:pt x="2736" y="8275"/>
                    <a:pt x="2569" y="8075"/>
                    <a:pt x="2335" y="8075"/>
                  </a:cubicBezTo>
                  <a:close/>
                  <a:moveTo>
                    <a:pt x="4303" y="8075"/>
                  </a:moveTo>
                  <a:cubicBezTo>
                    <a:pt x="3736" y="8075"/>
                    <a:pt x="3736" y="8942"/>
                    <a:pt x="4303" y="8942"/>
                  </a:cubicBezTo>
                  <a:lnTo>
                    <a:pt x="8873" y="8942"/>
                  </a:lnTo>
                  <a:cubicBezTo>
                    <a:pt x="9140" y="8942"/>
                    <a:pt x="9340" y="8742"/>
                    <a:pt x="9307" y="8508"/>
                  </a:cubicBezTo>
                  <a:cubicBezTo>
                    <a:pt x="9307" y="8275"/>
                    <a:pt x="9107" y="8075"/>
                    <a:pt x="8873" y="8075"/>
                  </a:cubicBezTo>
                  <a:close/>
                  <a:moveTo>
                    <a:pt x="23450" y="9743"/>
                  </a:moveTo>
                  <a:cubicBezTo>
                    <a:pt x="23200" y="9743"/>
                    <a:pt x="22950" y="9909"/>
                    <a:pt x="22950" y="10243"/>
                  </a:cubicBezTo>
                  <a:cubicBezTo>
                    <a:pt x="22950" y="10577"/>
                    <a:pt x="23200" y="10743"/>
                    <a:pt x="23450" y="10743"/>
                  </a:cubicBezTo>
                  <a:cubicBezTo>
                    <a:pt x="23701" y="10743"/>
                    <a:pt x="23951" y="10577"/>
                    <a:pt x="23951" y="10243"/>
                  </a:cubicBezTo>
                  <a:cubicBezTo>
                    <a:pt x="23951" y="9909"/>
                    <a:pt x="23701" y="9743"/>
                    <a:pt x="23450" y="9743"/>
                  </a:cubicBezTo>
                  <a:close/>
                  <a:moveTo>
                    <a:pt x="15946" y="9751"/>
                  </a:moveTo>
                  <a:cubicBezTo>
                    <a:pt x="15819" y="9751"/>
                    <a:pt x="15688" y="9800"/>
                    <a:pt x="15578" y="9909"/>
                  </a:cubicBezTo>
                  <a:cubicBezTo>
                    <a:pt x="15278" y="10210"/>
                    <a:pt x="15511" y="10743"/>
                    <a:pt x="15945" y="10743"/>
                  </a:cubicBezTo>
                  <a:cubicBezTo>
                    <a:pt x="15962" y="10745"/>
                    <a:pt x="15979" y="10746"/>
                    <a:pt x="15996" y="10746"/>
                  </a:cubicBezTo>
                  <a:cubicBezTo>
                    <a:pt x="16241" y="10746"/>
                    <a:pt x="16445" y="10524"/>
                    <a:pt x="16445" y="10243"/>
                  </a:cubicBezTo>
                  <a:cubicBezTo>
                    <a:pt x="16445" y="9952"/>
                    <a:pt x="16205" y="9751"/>
                    <a:pt x="15946" y="9751"/>
                  </a:cubicBezTo>
                  <a:close/>
                  <a:moveTo>
                    <a:pt x="17448" y="9751"/>
                  </a:moveTo>
                  <a:cubicBezTo>
                    <a:pt x="17321" y="9751"/>
                    <a:pt x="17189" y="9800"/>
                    <a:pt x="17079" y="9909"/>
                  </a:cubicBezTo>
                  <a:cubicBezTo>
                    <a:pt x="16779" y="10210"/>
                    <a:pt x="17013" y="10743"/>
                    <a:pt x="17446" y="10743"/>
                  </a:cubicBezTo>
                  <a:cubicBezTo>
                    <a:pt x="17463" y="10745"/>
                    <a:pt x="17480" y="10746"/>
                    <a:pt x="17497" y="10746"/>
                  </a:cubicBezTo>
                  <a:cubicBezTo>
                    <a:pt x="17742" y="10746"/>
                    <a:pt x="17947" y="10524"/>
                    <a:pt x="17947" y="10243"/>
                  </a:cubicBezTo>
                  <a:cubicBezTo>
                    <a:pt x="17947" y="9952"/>
                    <a:pt x="17706" y="9751"/>
                    <a:pt x="17448" y="9751"/>
                  </a:cubicBezTo>
                  <a:close/>
                  <a:moveTo>
                    <a:pt x="18949" y="9751"/>
                  </a:moveTo>
                  <a:cubicBezTo>
                    <a:pt x="18822" y="9751"/>
                    <a:pt x="18690" y="9800"/>
                    <a:pt x="18580" y="9909"/>
                  </a:cubicBezTo>
                  <a:cubicBezTo>
                    <a:pt x="18280" y="10210"/>
                    <a:pt x="18514" y="10743"/>
                    <a:pt x="18947" y="10743"/>
                  </a:cubicBezTo>
                  <a:cubicBezTo>
                    <a:pt x="18964" y="10745"/>
                    <a:pt x="18981" y="10746"/>
                    <a:pt x="18998" y="10746"/>
                  </a:cubicBezTo>
                  <a:cubicBezTo>
                    <a:pt x="19243" y="10746"/>
                    <a:pt x="19448" y="10524"/>
                    <a:pt x="19448" y="10243"/>
                  </a:cubicBezTo>
                  <a:cubicBezTo>
                    <a:pt x="19448" y="9952"/>
                    <a:pt x="19207" y="9751"/>
                    <a:pt x="18949" y="9751"/>
                  </a:cubicBezTo>
                  <a:close/>
                  <a:moveTo>
                    <a:pt x="20450" y="9751"/>
                  </a:moveTo>
                  <a:cubicBezTo>
                    <a:pt x="20323" y="9751"/>
                    <a:pt x="20191" y="9800"/>
                    <a:pt x="20081" y="9909"/>
                  </a:cubicBezTo>
                  <a:cubicBezTo>
                    <a:pt x="19781" y="10210"/>
                    <a:pt x="20015" y="10743"/>
                    <a:pt x="20448" y="10743"/>
                  </a:cubicBezTo>
                  <a:cubicBezTo>
                    <a:pt x="20465" y="10745"/>
                    <a:pt x="20482" y="10746"/>
                    <a:pt x="20499" y="10746"/>
                  </a:cubicBezTo>
                  <a:cubicBezTo>
                    <a:pt x="20744" y="10746"/>
                    <a:pt x="20949" y="10524"/>
                    <a:pt x="20949" y="10243"/>
                  </a:cubicBezTo>
                  <a:cubicBezTo>
                    <a:pt x="20949" y="9952"/>
                    <a:pt x="20708" y="9751"/>
                    <a:pt x="20450" y="9751"/>
                  </a:cubicBezTo>
                  <a:close/>
                  <a:moveTo>
                    <a:pt x="21951" y="9751"/>
                  </a:moveTo>
                  <a:cubicBezTo>
                    <a:pt x="21824" y="9751"/>
                    <a:pt x="21692" y="9800"/>
                    <a:pt x="21582" y="9909"/>
                  </a:cubicBezTo>
                  <a:cubicBezTo>
                    <a:pt x="21282" y="10210"/>
                    <a:pt x="21482" y="10743"/>
                    <a:pt x="21949" y="10743"/>
                  </a:cubicBezTo>
                  <a:cubicBezTo>
                    <a:pt x="21966" y="10745"/>
                    <a:pt x="21983" y="10746"/>
                    <a:pt x="22000" y="10746"/>
                  </a:cubicBezTo>
                  <a:cubicBezTo>
                    <a:pt x="22245" y="10746"/>
                    <a:pt x="22450" y="10524"/>
                    <a:pt x="22450" y="10243"/>
                  </a:cubicBezTo>
                  <a:cubicBezTo>
                    <a:pt x="22450" y="9952"/>
                    <a:pt x="22210" y="9751"/>
                    <a:pt x="21951" y="9751"/>
                  </a:cubicBezTo>
                  <a:close/>
                  <a:moveTo>
                    <a:pt x="567" y="10076"/>
                  </a:moveTo>
                  <a:cubicBezTo>
                    <a:pt x="0" y="10076"/>
                    <a:pt x="0" y="10943"/>
                    <a:pt x="567" y="10943"/>
                  </a:cubicBezTo>
                  <a:lnTo>
                    <a:pt x="2335" y="10943"/>
                  </a:lnTo>
                  <a:cubicBezTo>
                    <a:pt x="2569" y="10943"/>
                    <a:pt x="2769" y="10743"/>
                    <a:pt x="2769" y="10510"/>
                  </a:cubicBezTo>
                  <a:lnTo>
                    <a:pt x="2736" y="10510"/>
                  </a:lnTo>
                  <a:cubicBezTo>
                    <a:pt x="2736" y="10276"/>
                    <a:pt x="2569" y="10076"/>
                    <a:pt x="2335" y="10076"/>
                  </a:cubicBezTo>
                  <a:close/>
                  <a:moveTo>
                    <a:pt x="9807" y="10076"/>
                  </a:moveTo>
                  <a:cubicBezTo>
                    <a:pt x="9207" y="10076"/>
                    <a:pt x="9207" y="10943"/>
                    <a:pt x="9807" y="10943"/>
                  </a:cubicBezTo>
                  <a:lnTo>
                    <a:pt x="14377" y="10943"/>
                  </a:lnTo>
                  <a:cubicBezTo>
                    <a:pt x="14644" y="10943"/>
                    <a:pt x="14844" y="10743"/>
                    <a:pt x="14811" y="10510"/>
                  </a:cubicBezTo>
                  <a:cubicBezTo>
                    <a:pt x="14811" y="10276"/>
                    <a:pt x="14611" y="10076"/>
                    <a:pt x="14377" y="10076"/>
                  </a:cubicBezTo>
                  <a:close/>
                  <a:moveTo>
                    <a:pt x="567" y="12078"/>
                  </a:moveTo>
                  <a:cubicBezTo>
                    <a:pt x="0" y="12078"/>
                    <a:pt x="0" y="12945"/>
                    <a:pt x="567" y="12945"/>
                  </a:cubicBezTo>
                  <a:lnTo>
                    <a:pt x="2335" y="12945"/>
                  </a:lnTo>
                  <a:cubicBezTo>
                    <a:pt x="2569" y="12945"/>
                    <a:pt x="2769" y="12745"/>
                    <a:pt x="2769" y="12511"/>
                  </a:cubicBezTo>
                  <a:lnTo>
                    <a:pt x="2736" y="12511"/>
                  </a:lnTo>
                  <a:cubicBezTo>
                    <a:pt x="2736" y="12278"/>
                    <a:pt x="2569" y="12078"/>
                    <a:pt x="2335" y="12078"/>
                  </a:cubicBezTo>
                  <a:close/>
                  <a:moveTo>
                    <a:pt x="9807" y="12078"/>
                  </a:moveTo>
                  <a:cubicBezTo>
                    <a:pt x="9207" y="12078"/>
                    <a:pt x="9207" y="12945"/>
                    <a:pt x="9807" y="12945"/>
                  </a:cubicBezTo>
                  <a:lnTo>
                    <a:pt x="14377" y="12945"/>
                  </a:lnTo>
                  <a:cubicBezTo>
                    <a:pt x="14644" y="12945"/>
                    <a:pt x="14844" y="12745"/>
                    <a:pt x="14811" y="12511"/>
                  </a:cubicBezTo>
                  <a:cubicBezTo>
                    <a:pt x="14811" y="12278"/>
                    <a:pt x="14611" y="12078"/>
                    <a:pt x="14377" y="12078"/>
                  </a:cubicBezTo>
                  <a:close/>
                  <a:moveTo>
                    <a:pt x="15926" y="13877"/>
                  </a:moveTo>
                  <a:cubicBezTo>
                    <a:pt x="15805" y="13877"/>
                    <a:pt x="15682" y="13919"/>
                    <a:pt x="15578" y="14012"/>
                  </a:cubicBezTo>
                  <a:cubicBezTo>
                    <a:pt x="15278" y="14346"/>
                    <a:pt x="15478" y="14880"/>
                    <a:pt x="15945" y="14880"/>
                  </a:cubicBezTo>
                  <a:cubicBezTo>
                    <a:pt x="16212" y="14880"/>
                    <a:pt x="16445" y="14679"/>
                    <a:pt x="16445" y="14379"/>
                  </a:cubicBezTo>
                  <a:cubicBezTo>
                    <a:pt x="16445" y="14081"/>
                    <a:pt x="16193" y="13877"/>
                    <a:pt x="15926" y="13877"/>
                  </a:cubicBezTo>
                  <a:close/>
                  <a:moveTo>
                    <a:pt x="17427" y="13877"/>
                  </a:moveTo>
                  <a:cubicBezTo>
                    <a:pt x="17307" y="13877"/>
                    <a:pt x="17183" y="13919"/>
                    <a:pt x="17079" y="14012"/>
                  </a:cubicBezTo>
                  <a:cubicBezTo>
                    <a:pt x="16779" y="14346"/>
                    <a:pt x="16979" y="14880"/>
                    <a:pt x="17446" y="14880"/>
                  </a:cubicBezTo>
                  <a:cubicBezTo>
                    <a:pt x="17713" y="14880"/>
                    <a:pt x="17947" y="14679"/>
                    <a:pt x="17947" y="14379"/>
                  </a:cubicBezTo>
                  <a:cubicBezTo>
                    <a:pt x="17947" y="14081"/>
                    <a:pt x="17694" y="13877"/>
                    <a:pt x="17427" y="13877"/>
                  </a:cubicBezTo>
                  <a:close/>
                  <a:moveTo>
                    <a:pt x="18928" y="13877"/>
                  </a:moveTo>
                  <a:cubicBezTo>
                    <a:pt x="18808" y="13877"/>
                    <a:pt x="18684" y="13919"/>
                    <a:pt x="18580" y="14012"/>
                  </a:cubicBezTo>
                  <a:cubicBezTo>
                    <a:pt x="18280" y="14346"/>
                    <a:pt x="18480" y="14880"/>
                    <a:pt x="18947" y="14880"/>
                  </a:cubicBezTo>
                  <a:cubicBezTo>
                    <a:pt x="19214" y="14880"/>
                    <a:pt x="19448" y="14679"/>
                    <a:pt x="19448" y="14379"/>
                  </a:cubicBezTo>
                  <a:cubicBezTo>
                    <a:pt x="19448" y="14081"/>
                    <a:pt x="19195" y="13877"/>
                    <a:pt x="18928" y="13877"/>
                  </a:cubicBezTo>
                  <a:close/>
                  <a:moveTo>
                    <a:pt x="20429" y="13877"/>
                  </a:moveTo>
                  <a:cubicBezTo>
                    <a:pt x="20309" y="13877"/>
                    <a:pt x="20185" y="13919"/>
                    <a:pt x="20081" y="14012"/>
                  </a:cubicBezTo>
                  <a:cubicBezTo>
                    <a:pt x="19781" y="14346"/>
                    <a:pt x="19981" y="14880"/>
                    <a:pt x="20448" y="14880"/>
                  </a:cubicBezTo>
                  <a:cubicBezTo>
                    <a:pt x="20715" y="14880"/>
                    <a:pt x="20949" y="14679"/>
                    <a:pt x="20949" y="14379"/>
                  </a:cubicBezTo>
                  <a:cubicBezTo>
                    <a:pt x="20949" y="14081"/>
                    <a:pt x="20696" y="13877"/>
                    <a:pt x="20429" y="13877"/>
                  </a:cubicBezTo>
                  <a:close/>
                  <a:moveTo>
                    <a:pt x="21916" y="13877"/>
                  </a:moveTo>
                  <a:cubicBezTo>
                    <a:pt x="21795" y="13877"/>
                    <a:pt x="21676" y="13919"/>
                    <a:pt x="21582" y="14012"/>
                  </a:cubicBezTo>
                  <a:cubicBezTo>
                    <a:pt x="21282" y="14346"/>
                    <a:pt x="21482" y="14880"/>
                    <a:pt x="21949" y="14880"/>
                  </a:cubicBezTo>
                  <a:cubicBezTo>
                    <a:pt x="22216" y="14880"/>
                    <a:pt x="22450" y="14679"/>
                    <a:pt x="22450" y="14379"/>
                  </a:cubicBezTo>
                  <a:cubicBezTo>
                    <a:pt x="22450" y="14081"/>
                    <a:pt x="22181" y="13877"/>
                    <a:pt x="21916" y="13877"/>
                  </a:cubicBezTo>
                  <a:close/>
                  <a:moveTo>
                    <a:pt x="23417" y="13877"/>
                  </a:moveTo>
                  <a:cubicBezTo>
                    <a:pt x="23297" y="13877"/>
                    <a:pt x="23177" y="13919"/>
                    <a:pt x="23084" y="14012"/>
                  </a:cubicBezTo>
                  <a:cubicBezTo>
                    <a:pt x="22783" y="14346"/>
                    <a:pt x="22983" y="14880"/>
                    <a:pt x="23450" y="14880"/>
                  </a:cubicBezTo>
                  <a:cubicBezTo>
                    <a:pt x="23717" y="14880"/>
                    <a:pt x="23951" y="14679"/>
                    <a:pt x="23951" y="14379"/>
                  </a:cubicBezTo>
                  <a:cubicBezTo>
                    <a:pt x="23951" y="14081"/>
                    <a:pt x="23682" y="13877"/>
                    <a:pt x="23417" y="13877"/>
                  </a:cubicBezTo>
                  <a:close/>
                  <a:moveTo>
                    <a:pt x="567" y="14079"/>
                  </a:moveTo>
                  <a:cubicBezTo>
                    <a:pt x="0" y="14079"/>
                    <a:pt x="0" y="14946"/>
                    <a:pt x="567" y="14946"/>
                  </a:cubicBezTo>
                  <a:lnTo>
                    <a:pt x="2335" y="14946"/>
                  </a:lnTo>
                  <a:cubicBezTo>
                    <a:pt x="2569" y="14946"/>
                    <a:pt x="2769" y="14746"/>
                    <a:pt x="2769" y="14513"/>
                  </a:cubicBezTo>
                  <a:lnTo>
                    <a:pt x="2736" y="14513"/>
                  </a:lnTo>
                  <a:cubicBezTo>
                    <a:pt x="2736" y="14279"/>
                    <a:pt x="2569" y="14079"/>
                    <a:pt x="2335" y="14079"/>
                  </a:cubicBezTo>
                  <a:close/>
                  <a:moveTo>
                    <a:pt x="9807" y="14079"/>
                  </a:moveTo>
                  <a:cubicBezTo>
                    <a:pt x="9207" y="14079"/>
                    <a:pt x="9207" y="14946"/>
                    <a:pt x="9807" y="14946"/>
                  </a:cubicBezTo>
                  <a:lnTo>
                    <a:pt x="14377" y="14946"/>
                  </a:lnTo>
                  <a:cubicBezTo>
                    <a:pt x="14644" y="14946"/>
                    <a:pt x="14844" y="14746"/>
                    <a:pt x="14811" y="14513"/>
                  </a:cubicBezTo>
                  <a:cubicBezTo>
                    <a:pt x="14811" y="14279"/>
                    <a:pt x="14611" y="14079"/>
                    <a:pt x="14377" y="14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3"/>
            <p:cNvSpPr/>
            <p:nvPr/>
          </p:nvSpPr>
          <p:spPr>
            <a:xfrm>
              <a:off x="2172525" y="3667325"/>
              <a:ext cx="598775" cy="373675"/>
            </a:xfrm>
            <a:custGeom>
              <a:avLst/>
              <a:gdLst/>
              <a:ahLst/>
              <a:cxnLst/>
              <a:rect l="l" t="t" r="r" b="b"/>
              <a:pathLst>
                <a:path w="23951" h="14947" extrusionOk="0">
                  <a:moveTo>
                    <a:pt x="567" y="69"/>
                  </a:moveTo>
                  <a:cubicBezTo>
                    <a:pt x="0" y="69"/>
                    <a:pt x="0" y="937"/>
                    <a:pt x="567" y="937"/>
                  </a:cubicBezTo>
                  <a:lnTo>
                    <a:pt x="2335" y="937"/>
                  </a:lnTo>
                  <a:cubicBezTo>
                    <a:pt x="2902" y="937"/>
                    <a:pt x="2902" y="69"/>
                    <a:pt x="2335" y="69"/>
                  </a:cubicBezTo>
                  <a:close/>
                  <a:moveTo>
                    <a:pt x="4303" y="69"/>
                  </a:moveTo>
                  <a:cubicBezTo>
                    <a:pt x="3703" y="69"/>
                    <a:pt x="3703" y="937"/>
                    <a:pt x="4303" y="937"/>
                  </a:cubicBezTo>
                  <a:lnTo>
                    <a:pt x="8873" y="937"/>
                  </a:lnTo>
                  <a:cubicBezTo>
                    <a:pt x="8891" y="939"/>
                    <a:pt x="8908" y="940"/>
                    <a:pt x="8924" y="940"/>
                  </a:cubicBezTo>
                  <a:cubicBezTo>
                    <a:pt x="9165" y="940"/>
                    <a:pt x="9338" y="722"/>
                    <a:pt x="9307" y="503"/>
                  </a:cubicBezTo>
                  <a:cubicBezTo>
                    <a:pt x="9307" y="270"/>
                    <a:pt x="9107" y="69"/>
                    <a:pt x="8873" y="69"/>
                  </a:cubicBezTo>
                  <a:close/>
                  <a:moveTo>
                    <a:pt x="10800" y="1"/>
                  </a:moveTo>
                  <a:cubicBezTo>
                    <a:pt x="10684" y="1"/>
                    <a:pt x="10568" y="43"/>
                    <a:pt x="10475" y="136"/>
                  </a:cubicBezTo>
                  <a:cubicBezTo>
                    <a:pt x="10141" y="470"/>
                    <a:pt x="10374" y="1003"/>
                    <a:pt x="10808" y="1003"/>
                  </a:cubicBezTo>
                  <a:cubicBezTo>
                    <a:pt x="11108" y="1003"/>
                    <a:pt x="11342" y="770"/>
                    <a:pt x="11342" y="503"/>
                  </a:cubicBezTo>
                  <a:lnTo>
                    <a:pt x="11308" y="503"/>
                  </a:lnTo>
                  <a:cubicBezTo>
                    <a:pt x="11308" y="205"/>
                    <a:pt x="11056" y="1"/>
                    <a:pt x="10800" y="1"/>
                  </a:cubicBezTo>
                  <a:close/>
                  <a:moveTo>
                    <a:pt x="12301" y="1"/>
                  </a:moveTo>
                  <a:cubicBezTo>
                    <a:pt x="12185" y="1"/>
                    <a:pt x="12069" y="43"/>
                    <a:pt x="11976" y="136"/>
                  </a:cubicBezTo>
                  <a:cubicBezTo>
                    <a:pt x="11642" y="470"/>
                    <a:pt x="11876" y="1003"/>
                    <a:pt x="12309" y="1003"/>
                  </a:cubicBezTo>
                  <a:cubicBezTo>
                    <a:pt x="12609" y="1003"/>
                    <a:pt x="12843" y="770"/>
                    <a:pt x="12843" y="503"/>
                  </a:cubicBezTo>
                  <a:lnTo>
                    <a:pt x="12810" y="503"/>
                  </a:lnTo>
                  <a:cubicBezTo>
                    <a:pt x="12810" y="205"/>
                    <a:pt x="12557" y="1"/>
                    <a:pt x="12301" y="1"/>
                  </a:cubicBezTo>
                  <a:close/>
                  <a:moveTo>
                    <a:pt x="13802" y="1"/>
                  </a:moveTo>
                  <a:cubicBezTo>
                    <a:pt x="13686" y="1"/>
                    <a:pt x="13570" y="43"/>
                    <a:pt x="13477" y="136"/>
                  </a:cubicBezTo>
                  <a:cubicBezTo>
                    <a:pt x="13143" y="470"/>
                    <a:pt x="13377" y="1003"/>
                    <a:pt x="13810" y="1003"/>
                  </a:cubicBezTo>
                  <a:cubicBezTo>
                    <a:pt x="14110" y="1003"/>
                    <a:pt x="14344" y="770"/>
                    <a:pt x="14344" y="503"/>
                  </a:cubicBezTo>
                  <a:lnTo>
                    <a:pt x="14311" y="503"/>
                  </a:lnTo>
                  <a:cubicBezTo>
                    <a:pt x="14311" y="205"/>
                    <a:pt x="14058" y="1"/>
                    <a:pt x="13802" y="1"/>
                  </a:cubicBezTo>
                  <a:close/>
                  <a:moveTo>
                    <a:pt x="15303" y="1"/>
                  </a:moveTo>
                  <a:cubicBezTo>
                    <a:pt x="15187" y="1"/>
                    <a:pt x="15071" y="43"/>
                    <a:pt x="14978" y="136"/>
                  </a:cubicBezTo>
                  <a:cubicBezTo>
                    <a:pt x="14644" y="470"/>
                    <a:pt x="14878" y="1003"/>
                    <a:pt x="15311" y="1003"/>
                  </a:cubicBezTo>
                  <a:cubicBezTo>
                    <a:pt x="15612" y="1003"/>
                    <a:pt x="15845" y="770"/>
                    <a:pt x="15845" y="503"/>
                  </a:cubicBezTo>
                  <a:lnTo>
                    <a:pt x="15812" y="503"/>
                  </a:lnTo>
                  <a:cubicBezTo>
                    <a:pt x="15812" y="205"/>
                    <a:pt x="15559" y="1"/>
                    <a:pt x="15303" y="1"/>
                  </a:cubicBezTo>
                  <a:close/>
                  <a:moveTo>
                    <a:pt x="16804" y="1"/>
                  </a:moveTo>
                  <a:cubicBezTo>
                    <a:pt x="16689" y="1"/>
                    <a:pt x="16572" y="43"/>
                    <a:pt x="16479" y="136"/>
                  </a:cubicBezTo>
                  <a:cubicBezTo>
                    <a:pt x="16145" y="470"/>
                    <a:pt x="16379" y="1003"/>
                    <a:pt x="16812" y="1003"/>
                  </a:cubicBezTo>
                  <a:cubicBezTo>
                    <a:pt x="17113" y="1003"/>
                    <a:pt x="17346" y="770"/>
                    <a:pt x="17346" y="503"/>
                  </a:cubicBezTo>
                  <a:lnTo>
                    <a:pt x="17313" y="503"/>
                  </a:lnTo>
                  <a:cubicBezTo>
                    <a:pt x="17313" y="205"/>
                    <a:pt x="17060" y="1"/>
                    <a:pt x="16804" y="1"/>
                  </a:cubicBezTo>
                  <a:close/>
                  <a:moveTo>
                    <a:pt x="18305" y="1"/>
                  </a:moveTo>
                  <a:cubicBezTo>
                    <a:pt x="18190" y="1"/>
                    <a:pt x="18073" y="43"/>
                    <a:pt x="17980" y="136"/>
                  </a:cubicBezTo>
                  <a:cubicBezTo>
                    <a:pt x="17646" y="470"/>
                    <a:pt x="17880" y="1003"/>
                    <a:pt x="18313" y="1003"/>
                  </a:cubicBezTo>
                  <a:cubicBezTo>
                    <a:pt x="18614" y="1003"/>
                    <a:pt x="18847" y="770"/>
                    <a:pt x="18847" y="503"/>
                  </a:cubicBezTo>
                  <a:lnTo>
                    <a:pt x="18814" y="503"/>
                  </a:lnTo>
                  <a:cubicBezTo>
                    <a:pt x="18814" y="205"/>
                    <a:pt x="18561" y="1"/>
                    <a:pt x="18305" y="1"/>
                  </a:cubicBezTo>
                  <a:close/>
                  <a:moveTo>
                    <a:pt x="567" y="2071"/>
                  </a:moveTo>
                  <a:cubicBezTo>
                    <a:pt x="0" y="2071"/>
                    <a:pt x="0" y="2938"/>
                    <a:pt x="567" y="2938"/>
                  </a:cubicBezTo>
                  <a:lnTo>
                    <a:pt x="2335" y="2938"/>
                  </a:lnTo>
                  <a:cubicBezTo>
                    <a:pt x="2569" y="2938"/>
                    <a:pt x="2769" y="2738"/>
                    <a:pt x="2769" y="2505"/>
                  </a:cubicBezTo>
                  <a:lnTo>
                    <a:pt x="2736" y="2505"/>
                  </a:lnTo>
                  <a:cubicBezTo>
                    <a:pt x="2736" y="2271"/>
                    <a:pt x="2569" y="2071"/>
                    <a:pt x="2335" y="2071"/>
                  </a:cubicBezTo>
                  <a:close/>
                  <a:moveTo>
                    <a:pt x="4303" y="2071"/>
                  </a:moveTo>
                  <a:cubicBezTo>
                    <a:pt x="3736" y="2071"/>
                    <a:pt x="3736" y="2938"/>
                    <a:pt x="4303" y="2938"/>
                  </a:cubicBezTo>
                  <a:lnTo>
                    <a:pt x="8873" y="2938"/>
                  </a:lnTo>
                  <a:cubicBezTo>
                    <a:pt x="9140" y="2938"/>
                    <a:pt x="9340" y="2738"/>
                    <a:pt x="9307" y="2505"/>
                  </a:cubicBezTo>
                  <a:cubicBezTo>
                    <a:pt x="9307" y="2271"/>
                    <a:pt x="9107" y="2071"/>
                    <a:pt x="8873" y="2071"/>
                  </a:cubicBezTo>
                  <a:close/>
                  <a:moveTo>
                    <a:pt x="567" y="4072"/>
                  </a:moveTo>
                  <a:cubicBezTo>
                    <a:pt x="0" y="4072"/>
                    <a:pt x="0" y="4940"/>
                    <a:pt x="567" y="4940"/>
                  </a:cubicBezTo>
                  <a:lnTo>
                    <a:pt x="2335" y="4940"/>
                  </a:lnTo>
                  <a:cubicBezTo>
                    <a:pt x="2569" y="4940"/>
                    <a:pt x="2769" y="4739"/>
                    <a:pt x="2769" y="4506"/>
                  </a:cubicBezTo>
                  <a:lnTo>
                    <a:pt x="2736" y="4506"/>
                  </a:lnTo>
                  <a:cubicBezTo>
                    <a:pt x="2736" y="4272"/>
                    <a:pt x="2569" y="4072"/>
                    <a:pt x="2335" y="4072"/>
                  </a:cubicBezTo>
                  <a:close/>
                  <a:moveTo>
                    <a:pt x="4303" y="4072"/>
                  </a:moveTo>
                  <a:cubicBezTo>
                    <a:pt x="3736" y="4072"/>
                    <a:pt x="3736" y="4940"/>
                    <a:pt x="4303" y="4940"/>
                  </a:cubicBezTo>
                  <a:lnTo>
                    <a:pt x="8873" y="4940"/>
                  </a:lnTo>
                  <a:cubicBezTo>
                    <a:pt x="9140" y="4940"/>
                    <a:pt x="9340" y="4739"/>
                    <a:pt x="9307" y="4506"/>
                  </a:cubicBezTo>
                  <a:cubicBezTo>
                    <a:pt x="9307" y="4272"/>
                    <a:pt x="9107" y="4072"/>
                    <a:pt x="8873" y="4072"/>
                  </a:cubicBezTo>
                  <a:close/>
                  <a:moveTo>
                    <a:pt x="10814" y="3997"/>
                  </a:moveTo>
                  <a:cubicBezTo>
                    <a:pt x="10694" y="3997"/>
                    <a:pt x="10572" y="4042"/>
                    <a:pt x="10475" y="4139"/>
                  </a:cubicBezTo>
                  <a:cubicBezTo>
                    <a:pt x="10141" y="4473"/>
                    <a:pt x="10374" y="5006"/>
                    <a:pt x="10808" y="5006"/>
                  </a:cubicBezTo>
                  <a:cubicBezTo>
                    <a:pt x="11108" y="5006"/>
                    <a:pt x="11342" y="4773"/>
                    <a:pt x="11342" y="4506"/>
                  </a:cubicBezTo>
                  <a:lnTo>
                    <a:pt x="11308" y="4506"/>
                  </a:lnTo>
                  <a:cubicBezTo>
                    <a:pt x="11308" y="4191"/>
                    <a:pt x="11065" y="3997"/>
                    <a:pt x="10814" y="3997"/>
                  </a:cubicBezTo>
                  <a:close/>
                  <a:moveTo>
                    <a:pt x="12315" y="3997"/>
                  </a:moveTo>
                  <a:cubicBezTo>
                    <a:pt x="12195" y="3997"/>
                    <a:pt x="12073" y="4042"/>
                    <a:pt x="11976" y="4139"/>
                  </a:cubicBezTo>
                  <a:cubicBezTo>
                    <a:pt x="11642" y="4473"/>
                    <a:pt x="11876" y="5006"/>
                    <a:pt x="12309" y="5006"/>
                  </a:cubicBezTo>
                  <a:cubicBezTo>
                    <a:pt x="12609" y="5006"/>
                    <a:pt x="12843" y="4773"/>
                    <a:pt x="12843" y="4506"/>
                  </a:cubicBezTo>
                  <a:lnTo>
                    <a:pt x="12810" y="4506"/>
                  </a:lnTo>
                  <a:cubicBezTo>
                    <a:pt x="12810" y="4191"/>
                    <a:pt x="12566" y="3997"/>
                    <a:pt x="12315" y="3997"/>
                  </a:cubicBezTo>
                  <a:close/>
                  <a:moveTo>
                    <a:pt x="13817" y="3997"/>
                  </a:moveTo>
                  <a:cubicBezTo>
                    <a:pt x="13696" y="3997"/>
                    <a:pt x="13574" y="4042"/>
                    <a:pt x="13477" y="4139"/>
                  </a:cubicBezTo>
                  <a:cubicBezTo>
                    <a:pt x="13143" y="4473"/>
                    <a:pt x="13377" y="5006"/>
                    <a:pt x="13810" y="5006"/>
                  </a:cubicBezTo>
                  <a:cubicBezTo>
                    <a:pt x="14110" y="5006"/>
                    <a:pt x="14344" y="4773"/>
                    <a:pt x="14344" y="4506"/>
                  </a:cubicBezTo>
                  <a:lnTo>
                    <a:pt x="14311" y="4506"/>
                  </a:lnTo>
                  <a:cubicBezTo>
                    <a:pt x="14311" y="4191"/>
                    <a:pt x="14067" y="3997"/>
                    <a:pt x="13817" y="3997"/>
                  </a:cubicBezTo>
                  <a:close/>
                  <a:moveTo>
                    <a:pt x="15318" y="3997"/>
                  </a:moveTo>
                  <a:cubicBezTo>
                    <a:pt x="15197" y="3997"/>
                    <a:pt x="15075" y="4042"/>
                    <a:pt x="14978" y="4139"/>
                  </a:cubicBezTo>
                  <a:cubicBezTo>
                    <a:pt x="14644" y="4473"/>
                    <a:pt x="14878" y="5006"/>
                    <a:pt x="15311" y="5006"/>
                  </a:cubicBezTo>
                  <a:cubicBezTo>
                    <a:pt x="15612" y="5006"/>
                    <a:pt x="15845" y="4773"/>
                    <a:pt x="15845" y="4506"/>
                  </a:cubicBezTo>
                  <a:lnTo>
                    <a:pt x="15812" y="4506"/>
                  </a:lnTo>
                  <a:cubicBezTo>
                    <a:pt x="15812" y="4191"/>
                    <a:pt x="15568" y="3997"/>
                    <a:pt x="15318" y="3997"/>
                  </a:cubicBezTo>
                  <a:close/>
                  <a:moveTo>
                    <a:pt x="16819" y="3997"/>
                  </a:moveTo>
                  <a:cubicBezTo>
                    <a:pt x="16698" y="3997"/>
                    <a:pt x="16576" y="4042"/>
                    <a:pt x="16479" y="4139"/>
                  </a:cubicBezTo>
                  <a:cubicBezTo>
                    <a:pt x="16145" y="4473"/>
                    <a:pt x="16379" y="5006"/>
                    <a:pt x="16812" y="5006"/>
                  </a:cubicBezTo>
                  <a:cubicBezTo>
                    <a:pt x="17113" y="5006"/>
                    <a:pt x="17346" y="4773"/>
                    <a:pt x="17346" y="4506"/>
                  </a:cubicBezTo>
                  <a:lnTo>
                    <a:pt x="17313" y="4506"/>
                  </a:lnTo>
                  <a:cubicBezTo>
                    <a:pt x="17313" y="4191"/>
                    <a:pt x="17069" y="3997"/>
                    <a:pt x="16819" y="3997"/>
                  </a:cubicBezTo>
                  <a:close/>
                  <a:moveTo>
                    <a:pt x="18320" y="3997"/>
                  </a:moveTo>
                  <a:cubicBezTo>
                    <a:pt x="18199" y="3997"/>
                    <a:pt x="18077" y="4042"/>
                    <a:pt x="17980" y="4139"/>
                  </a:cubicBezTo>
                  <a:cubicBezTo>
                    <a:pt x="17646" y="4473"/>
                    <a:pt x="17880" y="5006"/>
                    <a:pt x="18313" y="5006"/>
                  </a:cubicBezTo>
                  <a:cubicBezTo>
                    <a:pt x="18614" y="5006"/>
                    <a:pt x="18847" y="4773"/>
                    <a:pt x="18847" y="4506"/>
                  </a:cubicBezTo>
                  <a:lnTo>
                    <a:pt x="18814" y="4506"/>
                  </a:lnTo>
                  <a:cubicBezTo>
                    <a:pt x="18814" y="4191"/>
                    <a:pt x="18570" y="3997"/>
                    <a:pt x="18320" y="3997"/>
                  </a:cubicBezTo>
                  <a:close/>
                  <a:moveTo>
                    <a:pt x="567" y="6074"/>
                  </a:moveTo>
                  <a:cubicBezTo>
                    <a:pt x="0" y="6074"/>
                    <a:pt x="0" y="6941"/>
                    <a:pt x="567" y="6941"/>
                  </a:cubicBezTo>
                  <a:lnTo>
                    <a:pt x="2335" y="6941"/>
                  </a:lnTo>
                  <a:cubicBezTo>
                    <a:pt x="2569" y="6941"/>
                    <a:pt x="2769" y="6741"/>
                    <a:pt x="2769" y="6507"/>
                  </a:cubicBezTo>
                  <a:lnTo>
                    <a:pt x="2736" y="6507"/>
                  </a:lnTo>
                  <a:cubicBezTo>
                    <a:pt x="2736" y="6274"/>
                    <a:pt x="2569" y="6074"/>
                    <a:pt x="2335" y="6074"/>
                  </a:cubicBezTo>
                  <a:close/>
                  <a:moveTo>
                    <a:pt x="4303" y="6074"/>
                  </a:moveTo>
                  <a:cubicBezTo>
                    <a:pt x="3736" y="6074"/>
                    <a:pt x="3736" y="6941"/>
                    <a:pt x="4303" y="6941"/>
                  </a:cubicBezTo>
                  <a:lnTo>
                    <a:pt x="8873" y="6941"/>
                  </a:lnTo>
                  <a:cubicBezTo>
                    <a:pt x="9140" y="6941"/>
                    <a:pt x="9340" y="6741"/>
                    <a:pt x="9307" y="6507"/>
                  </a:cubicBezTo>
                  <a:cubicBezTo>
                    <a:pt x="9307" y="6274"/>
                    <a:pt x="9107" y="6074"/>
                    <a:pt x="8873" y="6074"/>
                  </a:cubicBezTo>
                  <a:close/>
                  <a:moveTo>
                    <a:pt x="567" y="8075"/>
                  </a:moveTo>
                  <a:cubicBezTo>
                    <a:pt x="0" y="8075"/>
                    <a:pt x="0" y="8942"/>
                    <a:pt x="567" y="8942"/>
                  </a:cubicBezTo>
                  <a:lnTo>
                    <a:pt x="2335" y="8942"/>
                  </a:lnTo>
                  <a:cubicBezTo>
                    <a:pt x="2569" y="8942"/>
                    <a:pt x="2769" y="8742"/>
                    <a:pt x="2769" y="8509"/>
                  </a:cubicBezTo>
                  <a:lnTo>
                    <a:pt x="2736" y="8509"/>
                  </a:lnTo>
                  <a:cubicBezTo>
                    <a:pt x="2736" y="8275"/>
                    <a:pt x="2569" y="8075"/>
                    <a:pt x="2335" y="8075"/>
                  </a:cubicBezTo>
                  <a:close/>
                  <a:moveTo>
                    <a:pt x="4303" y="8075"/>
                  </a:moveTo>
                  <a:cubicBezTo>
                    <a:pt x="3703" y="8075"/>
                    <a:pt x="3703" y="8942"/>
                    <a:pt x="4303" y="8942"/>
                  </a:cubicBezTo>
                  <a:lnTo>
                    <a:pt x="8873" y="8942"/>
                  </a:lnTo>
                  <a:cubicBezTo>
                    <a:pt x="9140" y="8942"/>
                    <a:pt x="9340" y="8742"/>
                    <a:pt x="9307" y="8509"/>
                  </a:cubicBezTo>
                  <a:cubicBezTo>
                    <a:pt x="9307" y="8275"/>
                    <a:pt x="9107" y="8075"/>
                    <a:pt x="8873" y="8075"/>
                  </a:cubicBezTo>
                  <a:close/>
                  <a:moveTo>
                    <a:pt x="15946" y="9752"/>
                  </a:moveTo>
                  <a:cubicBezTo>
                    <a:pt x="15819" y="9752"/>
                    <a:pt x="15688" y="9800"/>
                    <a:pt x="15578" y="9910"/>
                  </a:cubicBezTo>
                  <a:cubicBezTo>
                    <a:pt x="15278" y="10210"/>
                    <a:pt x="15511" y="10744"/>
                    <a:pt x="15945" y="10744"/>
                  </a:cubicBezTo>
                  <a:cubicBezTo>
                    <a:pt x="15962" y="10746"/>
                    <a:pt x="15979" y="10747"/>
                    <a:pt x="15996" y="10747"/>
                  </a:cubicBezTo>
                  <a:cubicBezTo>
                    <a:pt x="16241" y="10747"/>
                    <a:pt x="16445" y="10524"/>
                    <a:pt x="16445" y="10243"/>
                  </a:cubicBezTo>
                  <a:cubicBezTo>
                    <a:pt x="16445" y="9952"/>
                    <a:pt x="16205" y="9752"/>
                    <a:pt x="15946" y="9752"/>
                  </a:cubicBezTo>
                  <a:close/>
                  <a:moveTo>
                    <a:pt x="17448" y="9752"/>
                  </a:moveTo>
                  <a:cubicBezTo>
                    <a:pt x="17321" y="9752"/>
                    <a:pt x="17189" y="9800"/>
                    <a:pt x="17079" y="9910"/>
                  </a:cubicBezTo>
                  <a:cubicBezTo>
                    <a:pt x="16779" y="10210"/>
                    <a:pt x="17013" y="10744"/>
                    <a:pt x="17446" y="10744"/>
                  </a:cubicBezTo>
                  <a:cubicBezTo>
                    <a:pt x="17463" y="10746"/>
                    <a:pt x="17480" y="10747"/>
                    <a:pt x="17497" y="10747"/>
                  </a:cubicBezTo>
                  <a:cubicBezTo>
                    <a:pt x="17742" y="10747"/>
                    <a:pt x="17947" y="10524"/>
                    <a:pt x="17947" y="10243"/>
                  </a:cubicBezTo>
                  <a:cubicBezTo>
                    <a:pt x="17947" y="9952"/>
                    <a:pt x="17706" y="9752"/>
                    <a:pt x="17448" y="9752"/>
                  </a:cubicBezTo>
                  <a:close/>
                  <a:moveTo>
                    <a:pt x="18949" y="9752"/>
                  </a:moveTo>
                  <a:cubicBezTo>
                    <a:pt x="18822" y="9752"/>
                    <a:pt x="18690" y="9800"/>
                    <a:pt x="18580" y="9910"/>
                  </a:cubicBezTo>
                  <a:cubicBezTo>
                    <a:pt x="18280" y="10210"/>
                    <a:pt x="18514" y="10744"/>
                    <a:pt x="18947" y="10744"/>
                  </a:cubicBezTo>
                  <a:cubicBezTo>
                    <a:pt x="18964" y="10746"/>
                    <a:pt x="18981" y="10747"/>
                    <a:pt x="18998" y="10747"/>
                  </a:cubicBezTo>
                  <a:cubicBezTo>
                    <a:pt x="19243" y="10747"/>
                    <a:pt x="19448" y="10524"/>
                    <a:pt x="19448" y="10243"/>
                  </a:cubicBezTo>
                  <a:cubicBezTo>
                    <a:pt x="19448" y="9952"/>
                    <a:pt x="19207" y="9752"/>
                    <a:pt x="18949" y="9752"/>
                  </a:cubicBezTo>
                  <a:close/>
                  <a:moveTo>
                    <a:pt x="20450" y="9752"/>
                  </a:moveTo>
                  <a:cubicBezTo>
                    <a:pt x="20323" y="9752"/>
                    <a:pt x="20191" y="9800"/>
                    <a:pt x="20081" y="9910"/>
                  </a:cubicBezTo>
                  <a:cubicBezTo>
                    <a:pt x="19781" y="10210"/>
                    <a:pt x="20015" y="10744"/>
                    <a:pt x="20448" y="10744"/>
                  </a:cubicBezTo>
                  <a:cubicBezTo>
                    <a:pt x="20465" y="10746"/>
                    <a:pt x="20482" y="10747"/>
                    <a:pt x="20499" y="10747"/>
                  </a:cubicBezTo>
                  <a:cubicBezTo>
                    <a:pt x="20744" y="10747"/>
                    <a:pt x="20949" y="10524"/>
                    <a:pt x="20949" y="10243"/>
                  </a:cubicBezTo>
                  <a:cubicBezTo>
                    <a:pt x="20949" y="9952"/>
                    <a:pt x="20708" y="9752"/>
                    <a:pt x="20450" y="9752"/>
                  </a:cubicBezTo>
                  <a:close/>
                  <a:moveTo>
                    <a:pt x="21951" y="9752"/>
                  </a:moveTo>
                  <a:cubicBezTo>
                    <a:pt x="21824" y="9752"/>
                    <a:pt x="21692" y="9800"/>
                    <a:pt x="21582" y="9910"/>
                  </a:cubicBezTo>
                  <a:cubicBezTo>
                    <a:pt x="21282" y="10210"/>
                    <a:pt x="21482" y="10744"/>
                    <a:pt x="21949" y="10744"/>
                  </a:cubicBezTo>
                  <a:cubicBezTo>
                    <a:pt x="21966" y="10746"/>
                    <a:pt x="21983" y="10747"/>
                    <a:pt x="22000" y="10747"/>
                  </a:cubicBezTo>
                  <a:cubicBezTo>
                    <a:pt x="22245" y="10747"/>
                    <a:pt x="22450" y="10524"/>
                    <a:pt x="22450" y="10243"/>
                  </a:cubicBezTo>
                  <a:cubicBezTo>
                    <a:pt x="22450" y="9952"/>
                    <a:pt x="22210" y="9752"/>
                    <a:pt x="21951" y="9752"/>
                  </a:cubicBezTo>
                  <a:close/>
                  <a:moveTo>
                    <a:pt x="23452" y="9752"/>
                  </a:moveTo>
                  <a:cubicBezTo>
                    <a:pt x="23325" y="9752"/>
                    <a:pt x="23193" y="9800"/>
                    <a:pt x="23084" y="9910"/>
                  </a:cubicBezTo>
                  <a:cubicBezTo>
                    <a:pt x="22783" y="10210"/>
                    <a:pt x="22983" y="10744"/>
                    <a:pt x="23450" y="10744"/>
                  </a:cubicBezTo>
                  <a:cubicBezTo>
                    <a:pt x="23468" y="10746"/>
                    <a:pt x="23484" y="10747"/>
                    <a:pt x="23501" y="10747"/>
                  </a:cubicBezTo>
                  <a:cubicBezTo>
                    <a:pt x="23746" y="10747"/>
                    <a:pt x="23951" y="10524"/>
                    <a:pt x="23951" y="10243"/>
                  </a:cubicBezTo>
                  <a:cubicBezTo>
                    <a:pt x="23951" y="9952"/>
                    <a:pt x="23711" y="9752"/>
                    <a:pt x="23452" y="9752"/>
                  </a:cubicBezTo>
                  <a:close/>
                  <a:moveTo>
                    <a:pt x="567" y="10077"/>
                  </a:moveTo>
                  <a:cubicBezTo>
                    <a:pt x="0" y="10077"/>
                    <a:pt x="0" y="10944"/>
                    <a:pt x="567" y="10944"/>
                  </a:cubicBezTo>
                  <a:lnTo>
                    <a:pt x="2335" y="10944"/>
                  </a:lnTo>
                  <a:cubicBezTo>
                    <a:pt x="2569" y="10944"/>
                    <a:pt x="2769" y="10744"/>
                    <a:pt x="2769" y="10510"/>
                  </a:cubicBezTo>
                  <a:lnTo>
                    <a:pt x="2736" y="10510"/>
                  </a:lnTo>
                  <a:cubicBezTo>
                    <a:pt x="2736" y="10277"/>
                    <a:pt x="2569" y="10077"/>
                    <a:pt x="2335" y="10077"/>
                  </a:cubicBezTo>
                  <a:close/>
                  <a:moveTo>
                    <a:pt x="9807" y="10077"/>
                  </a:moveTo>
                  <a:cubicBezTo>
                    <a:pt x="9207" y="10077"/>
                    <a:pt x="9207" y="10944"/>
                    <a:pt x="9807" y="10944"/>
                  </a:cubicBezTo>
                  <a:lnTo>
                    <a:pt x="14377" y="10944"/>
                  </a:lnTo>
                  <a:cubicBezTo>
                    <a:pt x="14644" y="10944"/>
                    <a:pt x="14844" y="10744"/>
                    <a:pt x="14811" y="10510"/>
                  </a:cubicBezTo>
                  <a:cubicBezTo>
                    <a:pt x="14811" y="10277"/>
                    <a:pt x="14611" y="10077"/>
                    <a:pt x="14377" y="10077"/>
                  </a:cubicBezTo>
                  <a:close/>
                  <a:moveTo>
                    <a:pt x="567" y="12078"/>
                  </a:moveTo>
                  <a:cubicBezTo>
                    <a:pt x="0" y="12078"/>
                    <a:pt x="0" y="12945"/>
                    <a:pt x="567" y="12945"/>
                  </a:cubicBezTo>
                  <a:lnTo>
                    <a:pt x="2335" y="12945"/>
                  </a:lnTo>
                  <a:cubicBezTo>
                    <a:pt x="2569" y="12945"/>
                    <a:pt x="2769" y="12745"/>
                    <a:pt x="2769" y="12512"/>
                  </a:cubicBezTo>
                  <a:lnTo>
                    <a:pt x="2736" y="12512"/>
                  </a:lnTo>
                  <a:cubicBezTo>
                    <a:pt x="2736" y="12278"/>
                    <a:pt x="2569" y="12078"/>
                    <a:pt x="2335" y="12078"/>
                  </a:cubicBezTo>
                  <a:close/>
                  <a:moveTo>
                    <a:pt x="9807" y="12078"/>
                  </a:moveTo>
                  <a:cubicBezTo>
                    <a:pt x="9207" y="12078"/>
                    <a:pt x="9207" y="12945"/>
                    <a:pt x="9807" y="12945"/>
                  </a:cubicBezTo>
                  <a:lnTo>
                    <a:pt x="14377" y="12945"/>
                  </a:lnTo>
                  <a:cubicBezTo>
                    <a:pt x="14644" y="12945"/>
                    <a:pt x="14844" y="12745"/>
                    <a:pt x="14811" y="12512"/>
                  </a:cubicBezTo>
                  <a:cubicBezTo>
                    <a:pt x="14811" y="12278"/>
                    <a:pt x="14611" y="12078"/>
                    <a:pt x="14377" y="12078"/>
                  </a:cubicBezTo>
                  <a:close/>
                  <a:moveTo>
                    <a:pt x="15926" y="13877"/>
                  </a:moveTo>
                  <a:cubicBezTo>
                    <a:pt x="15805" y="13877"/>
                    <a:pt x="15682" y="13919"/>
                    <a:pt x="15578" y="14013"/>
                  </a:cubicBezTo>
                  <a:cubicBezTo>
                    <a:pt x="15278" y="14346"/>
                    <a:pt x="15478" y="14880"/>
                    <a:pt x="15945" y="14880"/>
                  </a:cubicBezTo>
                  <a:cubicBezTo>
                    <a:pt x="16212" y="14880"/>
                    <a:pt x="16445" y="14647"/>
                    <a:pt x="16445" y="14380"/>
                  </a:cubicBezTo>
                  <a:cubicBezTo>
                    <a:pt x="16445" y="14081"/>
                    <a:pt x="16193" y="13877"/>
                    <a:pt x="15926" y="13877"/>
                  </a:cubicBezTo>
                  <a:close/>
                  <a:moveTo>
                    <a:pt x="17427" y="13877"/>
                  </a:moveTo>
                  <a:cubicBezTo>
                    <a:pt x="17307" y="13877"/>
                    <a:pt x="17183" y="13919"/>
                    <a:pt x="17079" y="14013"/>
                  </a:cubicBezTo>
                  <a:cubicBezTo>
                    <a:pt x="16779" y="14346"/>
                    <a:pt x="16979" y="14880"/>
                    <a:pt x="17446" y="14880"/>
                  </a:cubicBezTo>
                  <a:cubicBezTo>
                    <a:pt x="17713" y="14880"/>
                    <a:pt x="17947" y="14647"/>
                    <a:pt x="17947" y="14380"/>
                  </a:cubicBezTo>
                  <a:cubicBezTo>
                    <a:pt x="17947" y="14081"/>
                    <a:pt x="17694" y="13877"/>
                    <a:pt x="17427" y="13877"/>
                  </a:cubicBezTo>
                  <a:close/>
                  <a:moveTo>
                    <a:pt x="18928" y="13877"/>
                  </a:moveTo>
                  <a:cubicBezTo>
                    <a:pt x="18808" y="13877"/>
                    <a:pt x="18684" y="13919"/>
                    <a:pt x="18580" y="14013"/>
                  </a:cubicBezTo>
                  <a:cubicBezTo>
                    <a:pt x="18280" y="14346"/>
                    <a:pt x="18480" y="14880"/>
                    <a:pt x="18947" y="14880"/>
                  </a:cubicBezTo>
                  <a:cubicBezTo>
                    <a:pt x="19214" y="14880"/>
                    <a:pt x="19448" y="14647"/>
                    <a:pt x="19448" y="14380"/>
                  </a:cubicBezTo>
                  <a:cubicBezTo>
                    <a:pt x="19448" y="14081"/>
                    <a:pt x="19195" y="13877"/>
                    <a:pt x="18928" y="13877"/>
                  </a:cubicBezTo>
                  <a:close/>
                  <a:moveTo>
                    <a:pt x="20448" y="13879"/>
                  </a:moveTo>
                  <a:cubicBezTo>
                    <a:pt x="20198" y="13879"/>
                    <a:pt x="19948" y="14046"/>
                    <a:pt x="19948" y="14380"/>
                  </a:cubicBezTo>
                  <a:cubicBezTo>
                    <a:pt x="19948" y="14713"/>
                    <a:pt x="20198" y="14880"/>
                    <a:pt x="20448" y="14880"/>
                  </a:cubicBezTo>
                  <a:cubicBezTo>
                    <a:pt x="20698" y="14880"/>
                    <a:pt x="20949" y="14713"/>
                    <a:pt x="20949" y="14380"/>
                  </a:cubicBezTo>
                  <a:cubicBezTo>
                    <a:pt x="20949" y="14046"/>
                    <a:pt x="20698" y="13879"/>
                    <a:pt x="20448" y="13879"/>
                  </a:cubicBezTo>
                  <a:close/>
                  <a:moveTo>
                    <a:pt x="21931" y="13871"/>
                  </a:moveTo>
                  <a:cubicBezTo>
                    <a:pt x="21805" y="13871"/>
                    <a:pt x="21680" y="13915"/>
                    <a:pt x="21582" y="14013"/>
                  </a:cubicBezTo>
                  <a:cubicBezTo>
                    <a:pt x="21282" y="14346"/>
                    <a:pt x="21482" y="14880"/>
                    <a:pt x="21949" y="14880"/>
                  </a:cubicBezTo>
                  <a:cubicBezTo>
                    <a:pt x="22216" y="14880"/>
                    <a:pt x="22450" y="14647"/>
                    <a:pt x="22450" y="14380"/>
                  </a:cubicBezTo>
                  <a:cubicBezTo>
                    <a:pt x="22450" y="14064"/>
                    <a:pt x="22191" y="13871"/>
                    <a:pt x="21931" y="13871"/>
                  </a:cubicBezTo>
                  <a:close/>
                  <a:moveTo>
                    <a:pt x="23417" y="13877"/>
                  </a:moveTo>
                  <a:cubicBezTo>
                    <a:pt x="23297" y="13877"/>
                    <a:pt x="23177" y="13919"/>
                    <a:pt x="23084" y="14013"/>
                  </a:cubicBezTo>
                  <a:cubicBezTo>
                    <a:pt x="22783" y="14346"/>
                    <a:pt x="22983" y="14880"/>
                    <a:pt x="23450" y="14880"/>
                  </a:cubicBezTo>
                  <a:cubicBezTo>
                    <a:pt x="23717" y="14880"/>
                    <a:pt x="23951" y="14647"/>
                    <a:pt x="23951" y="14380"/>
                  </a:cubicBezTo>
                  <a:cubicBezTo>
                    <a:pt x="23951" y="14081"/>
                    <a:pt x="23682" y="13877"/>
                    <a:pt x="23417" y="13877"/>
                  </a:cubicBezTo>
                  <a:close/>
                  <a:moveTo>
                    <a:pt x="567" y="14079"/>
                  </a:moveTo>
                  <a:cubicBezTo>
                    <a:pt x="0" y="14079"/>
                    <a:pt x="0" y="14947"/>
                    <a:pt x="567" y="14947"/>
                  </a:cubicBezTo>
                  <a:lnTo>
                    <a:pt x="2335" y="14947"/>
                  </a:lnTo>
                  <a:cubicBezTo>
                    <a:pt x="2569" y="14947"/>
                    <a:pt x="2769" y="14747"/>
                    <a:pt x="2769" y="14513"/>
                  </a:cubicBezTo>
                  <a:lnTo>
                    <a:pt x="2736" y="14513"/>
                  </a:lnTo>
                  <a:cubicBezTo>
                    <a:pt x="2736" y="14280"/>
                    <a:pt x="2569" y="14079"/>
                    <a:pt x="2335" y="14079"/>
                  </a:cubicBezTo>
                  <a:close/>
                  <a:moveTo>
                    <a:pt x="9807" y="14079"/>
                  </a:moveTo>
                  <a:cubicBezTo>
                    <a:pt x="9207" y="14079"/>
                    <a:pt x="9207" y="14947"/>
                    <a:pt x="9807" y="14947"/>
                  </a:cubicBezTo>
                  <a:lnTo>
                    <a:pt x="14377" y="14947"/>
                  </a:lnTo>
                  <a:cubicBezTo>
                    <a:pt x="14644" y="14947"/>
                    <a:pt x="14844" y="14747"/>
                    <a:pt x="14811" y="14513"/>
                  </a:cubicBezTo>
                  <a:cubicBezTo>
                    <a:pt x="14811" y="14280"/>
                    <a:pt x="14611" y="14079"/>
                    <a:pt x="14377" y="14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3"/>
            <p:cNvSpPr/>
            <p:nvPr/>
          </p:nvSpPr>
          <p:spPr>
            <a:xfrm>
              <a:off x="2172525" y="4077050"/>
              <a:ext cx="598775" cy="374250"/>
            </a:xfrm>
            <a:custGeom>
              <a:avLst/>
              <a:gdLst/>
              <a:ahLst/>
              <a:cxnLst/>
              <a:rect l="l" t="t" r="r" b="b"/>
              <a:pathLst>
                <a:path w="23951" h="14970" extrusionOk="0">
                  <a:moveTo>
                    <a:pt x="567" y="59"/>
                  </a:moveTo>
                  <a:cubicBezTo>
                    <a:pt x="0" y="59"/>
                    <a:pt x="0" y="926"/>
                    <a:pt x="567" y="926"/>
                  </a:cubicBezTo>
                  <a:lnTo>
                    <a:pt x="2335" y="926"/>
                  </a:lnTo>
                  <a:cubicBezTo>
                    <a:pt x="2902" y="926"/>
                    <a:pt x="2902" y="59"/>
                    <a:pt x="2335" y="59"/>
                  </a:cubicBezTo>
                  <a:close/>
                  <a:moveTo>
                    <a:pt x="4303" y="92"/>
                  </a:moveTo>
                  <a:cubicBezTo>
                    <a:pt x="3736" y="92"/>
                    <a:pt x="3736" y="959"/>
                    <a:pt x="4303" y="959"/>
                  </a:cubicBezTo>
                  <a:lnTo>
                    <a:pt x="8873" y="959"/>
                  </a:lnTo>
                  <a:cubicBezTo>
                    <a:pt x="9140" y="959"/>
                    <a:pt x="9340" y="759"/>
                    <a:pt x="9307" y="492"/>
                  </a:cubicBezTo>
                  <a:cubicBezTo>
                    <a:pt x="9307" y="259"/>
                    <a:pt x="9107" y="92"/>
                    <a:pt x="8873" y="92"/>
                  </a:cubicBezTo>
                  <a:close/>
                  <a:moveTo>
                    <a:pt x="10820" y="1"/>
                  </a:moveTo>
                  <a:cubicBezTo>
                    <a:pt x="10697" y="1"/>
                    <a:pt x="10573" y="49"/>
                    <a:pt x="10475" y="159"/>
                  </a:cubicBezTo>
                  <a:cubicBezTo>
                    <a:pt x="10141" y="459"/>
                    <a:pt x="10374" y="993"/>
                    <a:pt x="10808" y="993"/>
                  </a:cubicBezTo>
                  <a:cubicBezTo>
                    <a:pt x="10827" y="995"/>
                    <a:pt x="10846" y="996"/>
                    <a:pt x="10865" y="996"/>
                  </a:cubicBezTo>
                  <a:cubicBezTo>
                    <a:pt x="11137" y="996"/>
                    <a:pt x="11342" y="773"/>
                    <a:pt x="11342" y="492"/>
                  </a:cubicBezTo>
                  <a:lnTo>
                    <a:pt x="11308" y="492"/>
                  </a:lnTo>
                  <a:cubicBezTo>
                    <a:pt x="11308" y="202"/>
                    <a:pt x="11068" y="1"/>
                    <a:pt x="10820" y="1"/>
                  </a:cubicBezTo>
                  <a:close/>
                  <a:moveTo>
                    <a:pt x="12321" y="1"/>
                  </a:moveTo>
                  <a:cubicBezTo>
                    <a:pt x="12199" y="1"/>
                    <a:pt x="12074" y="49"/>
                    <a:pt x="11976" y="159"/>
                  </a:cubicBezTo>
                  <a:cubicBezTo>
                    <a:pt x="11642" y="459"/>
                    <a:pt x="11876" y="993"/>
                    <a:pt x="12309" y="993"/>
                  </a:cubicBezTo>
                  <a:cubicBezTo>
                    <a:pt x="12328" y="995"/>
                    <a:pt x="12347" y="996"/>
                    <a:pt x="12366" y="996"/>
                  </a:cubicBezTo>
                  <a:cubicBezTo>
                    <a:pt x="12638" y="996"/>
                    <a:pt x="12843" y="773"/>
                    <a:pt x="12843" y="492"/>
                  </a:cubicBezTo>
                  <a:lnTo>
                    <a:pt x="12810" y="492"/>
                  </a:lnTo>
                  <a:cubicBezTo>
                    <a:pt x="12810" y="202"/>
                    <a:pt x="12569" y="1"/>
                    <a:pt x="12321" y="1"/>
                  </a:cubicBezTo>
                  <a:close/>
                  <a:moveTo>
                    <a:pt x="13822" y="1"/>
                  </a:moveTo>
                  <a:cubicBezTo>
                    <a:pt x="13700" y="1"/>
                    <a:pt x="13575" y="49"/>
                    <a:pt x="13477" y="159"/>
                  </a:cubicBezTo>
                  <a:cubicBezTo>
                    <a:pt x="13143" y="459"/>
                    <a:pt x="13377" y="993"/>
                    <a:pt x="13810" y="993"/>
                  </a:cubicBezTo>
                  <a:cubicBezTo>
                    <a:pt x="13829" y="995"/>
                    <a:pt x="13848" y="996"/>
                    <a:pt x="13867" y="996"/>
                  </a:cubicBezTo>
                  <a:cubicBezTo>
                    <a:pt x="14139" y="996"/>
                    <a:pt x="14344" y="773"/>
                    <a:pt x="14344" y="492"/>
                  </a:cubicBezTo>
                  <a:lnTo>
                    <a:pt x="14311" y="492"/>
                  </a:lnTo>
                  <a:cubicBezTo>
                    <a:pt x="14311" y="202"/>
                    <a:pt x="14070" y="1"/>
                    <a:pt x="13822" y="1"/>
                  </a:cubicBezTo>
                  <a:close/>
                  <a:moveTo>
                    <a:pt x="15323" y="1"/>
                  </a:moveTo>
                  <a:cubicBezTo>
                    <a:pt x="15201" y="1"/>
                    <a:pt x="15077" y="49"/>
                    <a:pt x="14978" y="159"/>
                  </a:cubicBezTo>
                  <a:cubicBezTo>
                    <a:pt x="14644" y="459"/>
                    <a:pt x="14878" y="993"/>
                    <a:pt x="15311" y="993"/>
                  </a:cubicBezTo>
                  <a:cubicBezTo>
                    <a:pt x="15331" y="995"/>
                    <a:pt x="15349" y="996"/>
                    <a:pt x="15368" y="996"/>
                  </a:cubicBezTo>
                  <a:cubicBezTo>
                    <a:pt x="15640" y="996"/>
                    <a:pt x="15845" y="773"/>
                    <a:pt x="15845" y="492"/>
                  </a:cubicBezTo>
                  <a:lnTo>
                    <a:pt x="15812" y="492"/>
                  </a:lnTo>
                  <a:cubicBezTo>
                    <a:pt x="15812" y="202"/>
                    <a:pt x="15571" y="1"/>
                    <a:pt x="15323" y="1"/>
                  </a:cubicBezTo>
                  <a:close/>
                  <a:moveTo>
                    <a:pt x="16824" y="1"/>
                  </a:moveTo>
                  <a:cubicBezTo>
                    <a:pt x="16702" y="1"/>
                    <a:pt x="16578" y="49"/>
                    <a:pt x="16479" y="159"/>
                  </a:cubicBezTo>
                  <a:cubicBezTo>
                    <a:pt x="16145" y="459"/>
                    <a:pt x="16379" y="993"/>
                    <a:pt x="16812" y="993"/>
                  </a:cubicBezTo>
                  <a:cubicBezTo>
                    <a:pt x="16832" y="995"/>
                    <a:pt x="16851" y="996"/>
                    <a:pt x="16869" y="996"/>
                  </a:cubicBezTo>
                  <a:cubicBezTo>
                    <a:pt x="17142" y="996"/>
                    <a:pt x="17346" y="773"/>
                    <a:pt x="17346" y="492"/>
                  </a:cubicBezTo>
                  <a:lnTo>
                    <a:pt x="17313" y="492"/>
                  </a:lnTo>
                  <a:cubicBezTo>
                    <a:pt x="17313" y="202"/>
                    <a:pt x="17073" y="1"/>
                    <a:pt x="16824" y="1"/>
                  </a:cubicBezTo>
                  <a:close/>
                  <a:moveTo>
                    <a:pt x="18325" y="1"/>
                  </a:moveTo>
                  <a:cubicBezTo>
                    <a:pt x="18203" y="1"/>
                    <a:pt x="18079" y="49"/>
                    <a:pt x="17980" y="159"/>
                  </a:cubicBezTo>
                  <a:cubicBezTo>
                    <a:pt x="17646" y="459"/>
                    <a:pt x="17880" y="993"/>
                    <a:pt x="18313" y="993"/>
                  </a:cubicBezTo>
                  <a:cubicBezTo>
                    <a:pt x="18333" y="995"/>
                    <a:pt x="18352" y="996"/>
                    <a:pt x="18370" y="996"/>
                  </a:cubicBezTo>
                  <a:cubicBezTo>
                    <a:pt x="18643" y="996"/>
                    <a:pt x="18847" y="773"/>
                    <a:pt x="18847" y="492"/>
                  </a:cubicBezTo>
                  <a:lnTo>
                    <a:pt x="18814" y="492"/>
                  </a:lnTo>
                  <a:cubicBezTo>
                    <a:pt x="18814" y="202"/>
                    <a:pt x="18574" y="1"/>
                    <a:pt x="18325" y="1"/>
                  </a:cubicBezTo>
                  <a:close/>
                  <a:moveTo>
                    <a:pt x="567" y="2094"/>
                  </a:moveTo>
                  <a:cubicBezTo>
                    <a:pt x="0" y="2094"/>
                    <a:pt x="0" y="2961"/>
                    <a:pt x="567" y="2961"/>
                  </a:cubicBezTo>
                  <a:lnTo>
                    <a:pt x="2335" y="2961"/>
                  </a:lnTo>
                  <a:cubicBezTo>
                    <a:pt x="2569" y="2961"/>
                    <a:pt x="2769" y="2761"/>
                    <a:pt x="2769" y="2527"/>
                  </a:cubicBezTo>
                  <a:lnTo>
                    <a:pt x="2736" y="2494"/>
                  </a:lnTo>
                  <a:cubicBezTo>
                    <a:pt x="2736" y="2260"/>
                    <a:pt x="2569" y="2094"/>
                    <a:pt x="2335" y="2094"/>
                  </a:cubicBezTo>
                  <a:close/>
                  <a:moveTo>
                    <a:pt x="4303" y="2094"/>
                  </a:moveTo>
                  <a:cubicBezTo>
                    <a:pt x="3736" y="2094"/>
                    <a:pt x="3736" y="2961"/>
                    <a:pt x="4303" y="2961"/>
                  </a:cubicBezTo>
                  <a:lnTo>
                    <a:pt x="8873" y="2961"/>
                  </a:lnTo>
                  <a:cubicBezTo>
                    <a:pt x="9140" y="2961"/>
                    <a:pt x="9340" y="2761"/>
                    <a:pt x="9307" y="2527"/>
                  </a:cubicBezTo>
                  <a:lnTo>
                    <a:pt x="9307" y="2494"/>
                  </a:lnTo>
                  <a:cubicBezTo>
                    <a:pt x="9307" y="2260"/>
                    <a:pt x="9107" y="2094"/>
                    <a:pt x="8873" y="2094"/>
                  </a:cubicBezTo>
                  <a:close/>
                  <a:moveTo>
                    <a:pt x="567" y="4095"/>
                  </a:moveTo>
                  <a:cubicBezTo>
                    <a:pt x="0" y="4095"/>
                    <a:pt x="0" y="4962"/>
                    <a:pt x="567" y="4962"/>
                  </a:cubicBezTo>
                  <a:lnTo>
                    <a:pt x="2335" y="4962"/>
                  </a:lnTo>
                  <a:cubicBezTo>
                    <a:pt x="2569" y="4962"/>
                    <a:pt x="2769" y="4762"/>
                    <a:pt x="2769" y="4495"/>
                  </a:cubicBezTo>
                  <a:lnTo>
                    <a:pt x="2736" y="4495"/>
                  </a:lnTo>
                  <a:cubicBezTo>
                    <a:pt x="2736" y="4262"/>
                    <a:pt x="2569" y="4095"/>
                    <a:pt x="2335" y="4095"/>
                  </a:cubicBezTo>
                  <a:close/>
                  <a:moveTo>
                    <a:pt x="4303" y="4095"/>
                  </a:moveTo>
                  <a:cubicBezTo>
                    <a:pt x="3736" y="4095"/>
                    <a:pt x="3736" y="4962"/>
                    <a:pt x="4303" y="4962"/>
                  </a:cubicBezTo>
                  <a:lnTo>
                    <a:pt x="8873" y="4962"/>
                  </a:lnTo>
                  <a:cubicBezTo>
                    <a:pt x="9140" y="4962"/>
                    <a:pt x="9340" y="4762"/>
                    <a:pt x="9307" y="4495"/>
                  </a:cubicBezTo>
                  <a:cubicBezTo>
                    <a:pt x="9307" y="4262"/>
                    <a:pt x="9107" y="4095"/>
                    <a:pt x="8873" y="4095"/>
                  </a:cubicBezTo>
                  <a:close/>
                  <a:moveTo>
                    <a:pt x="12321" y="4004"/>
                  </a:moveTo>
                  <a:cubicBezTo>
                    <a:pt x="12199" y="4004"/>
                    <a:pt x="12074" y="4052"/>
                    <a:pt x="11976" y="4162"/>
                  </a:cubicBezTo>
                  <a:cubicBezTo>
                    <a:pt x="11642" y="4462"/>
                    <a:pt x="11876" y="4996"/>
                    <a:pt x="12309" y="4996"/>
                  </a:cubicBezTo>
                  <a:cubicBezTo>
                    <a:pt x="12328" y="4998"/>
                    <a:pt x="12347" y="4999"/>
                    <a:pt x="12366" y="4999"/>
                  </a:cubicBezTo>
                  <a:cubicBezTo>
                    <a:pt x="12638" y="4999"/>
                    <a:pt x="12843" y="4776"/>
                    <a:pt x="12843" y="4495"/>
                  </a:cubicBezTo>
                  <a:lnTo>
                    <a:pt x="12810" y="4495"/>
                  </a:lnTo>
                  <a:cubicBezTo>
                    <a:pt x="12810" y="4204"/>
                    <a:pt x="12569" y="4004"/>
                    <a:pt x="12321" y="4004"/>
                  </a:cubicBezTo>
                  <a:close/>
                  <a:moveTo>
                    <a:pt x="13822" y="4004"/>
                  </a:moveTo>
                  <a:cubicBezTo>
                    <a:pt x="13700" y="4004"/>
                    <a:pt x="13575" y="4052"/>
                    <a:pt x="13477" y="4162"/>
                  </a:cubicBezTo>
                  <a:cubicBezTo>
                    <a:pt x="13143" y="4462"/>
                    <a:pt x="13377" y="4996"/>
                    <a:pt x="13810" y="4996"/>
                  </a:cubicBezTo>
                  <a:cubicBezTo>
                    <a:pt x="13829" y="4998"/>
                    <a:pt x="13848" y="4999"/>
                    <a:pt x="13867" y="4999"/>
                  </a:cubicBezTo>
                  <a:cubicBezTo>
                    <a:pt x="14139" y="4999"/>
                    <a:pt x="14344" y="4776"/>
                    <a:pt x="14344" y="4495"/>
                  </a:cubicBezTo>
                  <a:lnTo>
                    <a:pt x="14311" y="4495"/>
                  </a:lnTo>
                  <a:cubicBezTo>
                    <a:pt x="14311" y="4204"/>
                    <a:pt x="14070" y="4004"/>
                    <a:pt x="13822" y="4004"/>
                  </a:cubicBezTo>
                  <a:close/>
                  <a:moveTo>
                    <a:pt x="15323" y="4004"/>
                  </a:moveTo>
                  <a:cubicBezTo>
                    <a:pt x="15201" y="4004"/>
                    <a:pt x="15077" y="4052"/>
                    <a:pt x="14978" y="4162"/>
                  </a:cubicBezTo>
                  <a:cubicBezTo>
                    <a:pt x="14644" y="4462"/>
                    <a:pt x="14878" y="4996"/>
                    <a:pt x="15311" y="4996"/>
                  </a:cubicBezTo>
                  <a:cubicBezTo>
                    <a:pt x="15331" y="4998"/>
                    <a:pt x="15349" y="4999"/>
                    <a:pt x="15368" y="4999"/>
                  </a:cubicBezTo>
                  <a:cubicBezTo>
                    <a:pt x="15640" y="4999"/>
                    <a:pt x="15845" y="4776"/>
                    <a:pt x="15845" y="4495"/>
                  </a:cubicBezTo>
                  <a:lnTo>
                    <a:pt x="15812" y="4495"/>
                  </a:lnTo>
                  <a:cubicBezTo>
                    <a:pt x="15812" y="4204"/>
                    <a:pt x="15571" y="4004"/>
                    <a:pt x="15323" y="4004"/>
                  </a:cubicBezTo>
                  <a:close/>
                  <a:moveTo>
                    <a:pt x="16824" y="4004"/>
                  </a:moveTo>
                  <a:cubicBezTo>
                    <a:pt x="16702" y="4004"/>
                    <a:pt x="16578" y="4052"/>
                    <a:pt x="16479" y="4162"/>
                  </a:cubicBezTo>
                  <a:cubicBezTo>
                    <a:pt x="16145" y="4462"/>
                    <a:pt x="16379" y="4996"/>
                    <a:pt x="16812" y="4996"/>
                  </a:cubicBezTo>
                  <a:cubicBezTo>
                    <a:pt x="16832" y="4998"/>
                    <a:pt x="16851" y="4999"/>
                    <a:pt x="16869" y="4999"/>
                  </a:cubicBezTo>
                  <a:cubicBezTo>
                    <a:pt x="17142" y="4999"/>
                    <a:pt x="17346" y="4776"/>
                    <a:pt x="17346" y="4495"/>
                  </a:cubicBezTo>
                  <a:lnTo>
                    <a:pt x="17313" y="4495"/>
                  </a:lnTo>
                  <a:cubicBezTo>
                    <a:pt x="17313" y="4204"/>
                    <a:pt x="17073" y="4004"/>
                    <a:pt x="16824" y="4004"/>
                  </a:cubicBezTo>
                  <a:close/>
                  <a:moveTo>
                    <a:pt x="10809" y="4004"/>
                  </a:moveTo>
                  <a:cubicBezTo>
                    <a:pt x="10682" y="4004"/>
                    <a:pt x="10551" y="4052"/>
                    <a:pt x="10441" y="4162"/>
                  </a:cubicBezTo>
                  <a:cubicBezTo>
                    <a:pt x="10141" y="4495"/>
                    <a:pt x="10374" y="5029"/>
                    <a:pt x="10841" y="5029"/>
                  </a:cubicBezTo>
                  <a:cubicBezTo>
                    <a:pt x="11108" y="5029"/>
                    <a:pt x="11342" y="4796"/>
                    <a:pt x="11342" y="4495"/>
                  </a:cubicBezTo>
                  <a:lnTo>
                    <a:pt x="11308" y="4495"/>
                  </a:lnTo>
                  <a:cubicBezTo>
                    <a:pt x="11308" y="4204"/>
                    <a:pt x="11068" y="4004"/>
                    <a:pt x="10809" y="4004"/>
                  </a:cubicBezTo>
                  <a:close/>
                  <a:moveTo>
                    <a:pt x="18315" y="4004"/>
                  </a:moveTo>
                  <a:cubicBezTo>
                    <a:pt x="18188" y="4004"/>
                    <a:pt x="18056" y="4052"/>
                    <a:pt x="17947" y="4162"/>
                  </a:cubicBezTo>
                  <a:cubicBezTo>
                    <a:pt x="17646" y="4495"/>
                    <a:pt x="17880" y="5029"/>
                    <a:pt x="18347" y="5029"/>
                  </a:cubicBezTo>
                  <a:cubicBezTo>
                    <a:pt x="18614" y="5029"/>
                    <a:pt x="18847" y="4796"/>
                    <a:pt x="18847" y="4495"/>
                  </a:cubicBezTo>
                  <a:lnTo>
                    <a:pt x="18814" y="4495"/>
                  </a:lnTo>
                  <a:cubicBezTo>
                    <a:pt x="18814" y="4204"/>
                    <a:pt x="18574" y="4004"/>
                    <a:pt x="18315" y="4004"/>
                  </a:cubicBezTo>
                  <a:close/>
                  <a:moveTo>
                    <a:pt x="567" y="6096"/>
                  </a:moveTo>
                  <a:cubicBezTo>
                    <a:pt x="0" y="6096"/>
                    <a:pt x="0" y="6964"/>
                    <a:pt x="567" y="6964"/>
                  </a:cubicBezTo>
                  <a:lnTo>
                    <a:pt x="2335" y="6964"/>
                  </a:lnTo>
                  <a:cubicBezTo>
                    <a:pt x="2569" y="6964"/>
                    <a:pt x="2769" y="6764"/>
                    <a:pt x="2769" y="6497"/>
                  </a:cubicBezTo>
                  <a:lnTo>
                    <a:pt x="2736" y="6497"/>
                  </a:lnTo>
                  <a:cubicBezTo>
                    <a:pt x="2736" y="6263"/>
                    <a:pt x="2569" y="6096"/>
                    <a:pt x="2335" y="6096"/>
                  </a:cubicBezTo>
                  <a:close/>
                  <a:moveTo>
                    <a:pt x="4303" y="6096"/>
                  </a:moveTo>
                  <a:cubicBezTo>
                    <a:pt x="3736" y="6096"/>
                    <a:pt x="3736" y="6964"/>
                    <a:pt x="4303" y="6964"/>
                  </a:cubicBezTo>
                  <a:lnTo>
                    <a:pt x="8873" y="6964"/>
                  </a:lnTo>
                  <a:cubicBezTo>
                    <a:pt x="9140" y="6964"/>
                    <a:pt x="9340" y="6764"/>
                    <a:pt x="9307" y="6497"/>
                  </a:cubicBezTo>
                  <a:cubicBezTo>
                    <a:pt x="9307" y="6263"/>
                    <a:pt x="9107" y="6096"/>
                    <a:pt x="8873" y="6096"/>
                  </a:cubicBezTo>
                  <a:close/>
                  <a:moveTo>
                    <a:pt x="567" y="8098"/>
                  </a:moveTo>
                  <a:cubicBezTo>
                    <a:pt x="0" y="8098"/>
                    <a:pt x="0" y="8965"/>
                    <a:pt x="567" y="8965"/>
                  </a:cubicBezTo>
                  <a:lnTo>
                    <a:pt x="2335" y="8965"/>
                  </a:lnTo>
                  <a:cubicBezTo>
                    <a:pt x="2569" y="8965"/>
                    <a:pt x="2769" y="8765"/>
                    <a:pt x="2769" y="8498"/>
                  </a:cubicBezTo>
                  <a:lnTo>
                    <a:pt x="2736" y="8498"/>
                  </a:lnTo>
                  <a:cubicBezTo>
                    <a:pt x="2736" y="8265"/>
                    <a:pt x="2569" y="8098"/>
                    <a:pt x="2335" y="8098"/>
                  </a:cubicBezTo>
                  <a:close/>
                  <a:moveTo>
                    <a:pt x="4303" y="8098"/>
                  </a:moveTo>
                  <a:cubicBezTo>
                    <a:pt x="3703" y="8098"/>
                    <a:pt x="3703" y="8965"/>
                    <a:pt x="4303" y="8965"/>
                  </a:cubicBezTo>
                  <a:lnTo>
                    <a:pt x="8873" y="8965"/>
                  </a:lnTo>
                  <a:cubicBezTo>
                    <a:pt x="9140" y="8965"/>
                    <a:pt x="9340" y="8765"/>
                    <a:pt x="9307" y="8498"/>
                  </a:cubicBezTo>
                  <a:cubicBezTo>
                    <a:pt x="9307" y="8265"/>
                    <a:pt x="9107" y="8098"/>
                    <a:pt x="8873" y="8098"/>
                  </a:cubicBezTo>
                  <a:close/>
                  <a:moveTo>
                    <a:pt x="15941" y="9757"/>
                  </a:moveTo>
                  <a:cubicBezTo>
                    <a:pt x="15816" y="9757"/>
                    <a:pt x="15686" y="9802"/>
                    <a:pt x="15578" y="9899"/>
                  </a:cubicBezTo>
                  <a:cubicBezTo>
                    <a:pt x="15278" y="10233"/>
                    <a:pt x="15511" y="10766"/>
                    <a:pt x="15945" y="10766"/>
                  </a:cubicBezTo>
                  <a:cubicBezTo>
                    <a:pt x="16212" y="10766"/>
                    <a:pt x="16445" y="10533"/>
                    <a:pt x="16445" y="10266"/>
                  </a:cubicBezTo>
                  <a:cubicBezTo>
                    <a:pt x="16445" y="9951"/>
                    <a:pt x="16202" y="9757"/>
                    <a:pt x="15941" y="9757"/>
                  </a:cubicBezTo>
                  <a:close/>
                  <a:moveTo>
                    <a:pt x="17442" y="9757"/>
                  </a:moveTo>
                  <a:cubicBezTo>
                    <a:pt x="17317" y="9757"/>
                    <a:pt x="17188" y="9802"/>
                    <a:pt x="17079" y="9899"/>
                  </a:cubicBezTo>
                  <a:cubicBezTo>
                    <a:pt x="16779" y="10233"/>
                    <a:pt x="17013" y="10766"/>
                    <a:pt x="17446" y="10766"/>
                  </a:cubicBezTo>
                  <a:cubicBezTo>
                    <a:pt x="17713" y="10766"/>
                    <a:pt x="17947" y="10533"/>
                    <a:pt x="17947" y="10266"/>
                  </a:cubicBezTo>
                  <a:cubicBezTo>
                    <a:pt x="17947" y="9951"/>
                    <a:pt x="17703" y="9757"/>
                    <a:pt x="17442" y="9757"/>
                  </a:cubicBezTo>
                  <a:close/>
                  <a:moveTo>
                    <a:pt x="18943" y="9757"/>
                  </a:moveTo>
                  <a:cubicBezTo>
                    <a:pt x="18818" y="9757"/>
                    <a:pt x="18689" y="9802"/>
                    <a:pt x="18580" y="9899"/>
                  </a:cubicBezTo>
                  <a:cubicBezTo>
                    <a:pt x="18280" y="10233"/>
                    <a:pt x="18514" y="10766"/>
                    <a:pt x="18947" y="10766"/>
                  </a:cubicBezTo>
                  <a:cubicBezTo>
                    <a:pt x="19214" y="10766"/>
                    <a:pt x="19448" y="10533"/>
                    <a:pt x="19448" y="10266"/>
                  </a:cubicBezTo>
                  <a:cubicBezTo>
                    <a:pt x="19448" y="9951"/>
                    <a:pt x="19204" y="9757"/>
                    <a:pt x="18943" y="9757"/>
                  </a:cubicBezTo>
                  <a:close/>
                  <a:moveTo>
                    <a:pt x="20444" y="9757"/>
                  </a:moveTo>
                  <a:cubicBezTo>
                    <a:pt x="20319" y="9757"/>
                    <a:pt x="20190" y="9802"/>
                    <a:pt x="20081" y="9899"/>
                  </a:cubicBezTo>
                  <a:cubicBezTo>
                    <a:pt x="19781" y="10233"/>
                    <a:pt x="20015" y="10766"/>
                    <a:pt x="20448" y="10766"/>
                  </a:cubicBezTo>
                  <a:cubicBezTo>
                    <a:pt x="20715" y="10766"/>
                    <a:pt x="20949" y="10533"/>
                    <a:pt x="20949" y="10266"/>
                  </a:cubicBezTo>
                  <a:cubicBezTo>
                    <a:pt x="20949" y="9951"/>
                    <a:pt x="20705" y="9757"/>
                    <a:pt x="20444" y="9757"/>
                  </a:cubicBezTo>
                  <a:close/>
                  <a:moveTo>
                    <a:pt x="21945" y="9757"/>
                  </a:moveTo>
                  <a:cubicBezTo>
                    <a:pt x="21820" y="9757"/>
                    <a:pt x="21691" y="9802"/>
                    <a:pt x="21582" y="9899"/>
                  </a:cubicBezTo>
                  <a:cubicBezTo>
                    <a:pt x="21282" y="10233"/>
                    <a:pt x="21482" y="10766"/>
                    <a:pt x="21949" y="10766"/>
                  </a:cubicBezTo>
                  <a:cubicBezTo>
                    <a:pt x="22216" y="10766"/>
                    <a:pt x="22450" y="10533"/>
                    <a:pt x="22450" y="10266"/>
                  </a:cubicBezTo>
                  <a:cubicBezTo>
                    <a:pt x="22450" y="9951"/>
                    <a:pt x="22206" y="9757"/>
                    <a:pt x="21945" y="9757"/>
                  </a:cubicBezTo>
                  <a:close/>
                  <a:moveTo>
                    <a:pt x="23446" y="9757"/>
                  </a:moveTo>
                  <a:cubicBezTo>
                    <a:pt x="23321" y="9757"/>
                    <a:pt x="23192" y="9802"/>
                    <a:pt x="23084" y="9899"/>
                  </a:cubicBezTo>
                  <a:cubicBezTo>
                    <a:pt x="22783" y="10233"/>
                    <a:pt x="22983" y="10766"/>
                    <a:pt x="23450" y="10766"/>
                  </a:cubicBezTo>
                  <a:cubicBezTo>
                    <a:pt x="23717" y="10766"/>
                    <a:pt x="23951" y="10533"/>
                    <a:pt x="23951" y="10266"/>
                  </a:cubicBezTo>
                  <a:cubicBezTo>
                    <a:pt x="23951" y="9951"/>
                    <a:pt x="23707" y="9757"/>
                    <a:pt x="23446" y="9757"/>
                  </a:cubicBezTo>
                  <a:close/>
                  <a:moveTo>
                    <a:pt x="567" y="10099"/>
                  </a:moveTo>
                  <a:cubicBezTo>
                    <a:pt x="0" y="10099"/>
                    <a:pt x="0" y="10967"/>
                    <a:pt x="567" y="10967"/>
                  </a:cubicBezTo>
                  <a:lnTo>
                    <a:pt x="2335" y="10967"/>
                  </a:lnTo>
                  <a:cubicBezTo>
                    <a:pt x="2569" y="10967"/>
                    <a:pt x="2769" y="10766"/>
                    <a:pt x="2769" y="10500"/>
                  </a:cubicBezTo>
                  <a:lnTo>
                    <a:pt x="2736" y="10500"/>
                  </a:lnTo>
                  <a:cubicBezTo>
                    <a:pt x="2736" y="10266"/>
                    <a:pt x="2569" y="10099"/>
                    <a:pt x="2335" y="10099"/>
                  </a:cubicBezTo>
                  <a:close/>
                  <a:moveTo>
                    <a:pt x="9807" y="10099"/>
                  </a:moveTo>
                  <a:cubicBezTo>
                    <a:pt x="9207" y="10099"/>
                    <a:pt x="9207" y="10967"/>
                    <a:pt x="9807" y="10967"/>
                  </a:cubicBezTo>
                  <a:lnTo>
                    <a:pt x="14377" y="10967"/>
                  </a:lnTo>
                  <a:cubicBezTo>
                    <a:pt x="14644" y="10967"/>
                    <a:pt x="14844" y="10766"/>
                    <a:pt x="14811" y="10500"/>
                  </a:cubicBezTo>
                  <a:cubicBezTo>
                    <a:pt x="14811" y="10266"/>
                    <a:pt x="14611" y="10099"/>
                    <a:pt x="14377" y="10099"/>
                  </a:cubicBezTo>
                  <a:close/>
                  <a:moveTo>
                    <a:pt x="567" y="12101"/>
                  </a:moveTo>
                  <a:cubicBezTo>
                    <a:pt x="0" y="12101"/>
                    <a:pt x="0" y="12968"/>
                    <a:pt x="567" y="12968"/>
                  </a:cubicBezTo>
                  <a:lnTo>
                    <a:pt x="2335" y="12968"/>
                  </a:lnTo>
                  <a:cubicBezTo>
                    <a:pt x="2569" y="12968"/>
                    <a:pt x="2769" y="12768"/>
                    <a:pt x="2769" y="12534"/>
                  </a:cubicBezTo>
                  <a:lnTo>
                    <a:pt x="2736" y="12501"/>
                  </a:lnTo>
                  <a:cubicBezTo>
                    <a:pt x="2736" y="12268"/>
                    <a:pt x="2569" y="12101"/>
                    <a:pt x="2335" y="12101"/>
                  </a:cubicBezTo>
                  <a:close/>
                  <a:moveTo>
                    <a:pt x="9807" y="12101"/>
                  </a:moveTo>
                  <a:cubicBezTo>
                    <a:pt x="9207" y="12101"/>
                    <a:pt x="9207" y="12968"/>
                    <a:pt x="9807" y="12968"/>
                  </a:cubicBezTo>
                  <a:lnTo>
                    <a:pt x="14377" y="12968"/>
                  </a:lnTo>
                  <a:cubicBezTo>
                    <a:pt x="14611" y="12968"/>
                    <a:pt x="14811" y="12768"/>
                    <a:pt x="14811" y="12534"/>
                  </a:cubicBezTo>
                  <a:lnTo>
                    <a:pt x="14811" y="12501"/>
                  </a:lnTo>
                  <a:cubicBezTo>
                    <a:pt x="14811" y="12268"/>
                    <a:pt x="14611" y="12101"/>
                    <a:pt x="14377" y="12101"/>
                  </a:cubicBezTo>
                  <a:close/>
                  <a:moveTo>
                    <a:pt x="20448" y="13869"/>
                  </a:moveTo>
                  <a:cubicBezTo>
                    <a:pt x="20198" y="13869"/>
                    <a:pt x="19948" y="14036"/>
                    <a:pt x="19948" y="14369"/>
                  </a:cubicBezTo>
                  <a:cubicBezTo>
                    <a:pt x="19948" y="14703"/>
                    <a:pt x="20198" y="14869"/>
                    <a:pt x="20448" y="14869"/>
                  </a:cubicBezTo>
                  <a:cubicBezTo>
                    <a:pt x="20698" y="14869"/>
                    <a:pt x="20949" y="14703"/>
                    <a:pt x="20949" y="14369"/>
                  </a:cubicBezTo>
                  <a:cubicBezTo>
                    <a:pt x="20949" y="14036"/>
                    <a:pt x="20698" y="13869"/>
                    <a:pt x="20448" y="13869"/>
                  </a:cubicBezTo>
                  <a:close/>
                  <a:moveTo>
                    <a:pt x="15946" y="13877"/>
                  </a:moveTo>
                  <a:cubicBezTo>
                    <a:pt x="15819" y="13877"/>
                    <a:pt x="15688" y="13926"/>
                    <a:pt x="15578" y="14036"/>
                  </a:cubicBezTo>
                  <a:cubicBezTo>
                    <a:pt x="15278" y="14336"/>
                    <a:pt x="15478" y="14869"/>
                    <a:pt x="15945" y="14869"/>
                  </a:cubicBezTo>
                  <a:cubicBezTo>
                    <a:pt x="15962" y="14872"/>
                    <a:pt x="15979" y="14873"/>
                    <a:pt x="15996" y="14873"/>
                  </a:cubicBezTo>
                  <a:cubicBezTo>
                    <a:pt x="16241" y="14873"/>
                    <a:pt x="16445" y="14650"/>
                    <a:pt x="16445" y="14369"/>
                  </a:cubicBezTo>
                  <a:cubicBezTo>
                    <a:pt x="16445" y="14078"/>
                    <a:pt x="16205" y="13877"/>
                    <a:pt x="15946" y="13877"/>
                  </a:cubicBezTo>
                  <a:close/>
                  <a:moveTo>
                    <a:pt x="17448" y="13877"/>
                  </a:moveTo>
                  <a:cubicBezTo>
                    <a:pt x="17321" y="13877"/>
                    <a:pt x="17189" y="13926"/>
                    <a:pt x="17079" y="14036"/>
                  </a:cubicBezTo>
                  <a:cubicBezTo>
                    <a:pt x="16779" y="14336"/>
                    <a:pt x="16979" y="14869"/>
                    <a:pt x="17446" y="14869"/>
                  </a:cubicBezTo>
                  <a:cubicBezTo>
                    <a:pt x="17463" y="14872"/>
                    <a:pt x="17480" y="14873"/>
                    <a:pt x="17497" y="14873"/>
                  </a:cubicBezTo>
                  <a:cubicBezTo>
                    <a:pt x="17742" y="14873"/>
                    <a:pt x="17947" y="14650"/>
                    <a:pt x="17947" y="14369"/>
                  </a:cubicBezTo>
                  <a:cubicBezTo>
                    <a:pt x="17947" y="14078"/>
                    <a:pt x="17706" y="13877"/>
                    <a:pt x="17448" y="13877"/>
                  </a:cubicBezTo>
                  <a:close/>
                  <a:moveTo>
                    <a:pt x="18949" y="13877"/>
                  </a:moveTo>
                  <a:cubicBezTo>
                    <a:pt x="18822" y="13877"/>
                    <a:pt x="18690" y="13926"/>
                    <a:pt x="18580" y="14036"/>
                  </a:cubicBezTo>
                  <a:cubicBezTo>
                    <a:pt x="18280" y="14336"/>
                    <a:pt x="18480" y="14869"/>
                    <a:pt x="18947" y="14869"/>
                  </a:cubicBezTo>
                  <a:cubicBezTo>
                    <a:pt x="18964" y="14872"/>
                    <a:pt x="18981" y="14873"/>
                    <a:pt x="18998" y="14873"/>
                  </a:cubicBezTo>
                  <a:cubicBezTo>
                    <a:pt x="19243" y="14873"/>
                    <a:pt x="19448" y="14650"/>
                    <a:pt x="19448" y="14369"/>
                  </a:cubicBezTo>
                  <a:cubicBezTo>
                    <a:pt x="19448" y="14078"/>
                    <a:pt x="19207" y="13877"/>
                    <a:pt x="18949" y="13877"/>
                  </a:cubicBezTo>
                  <a:close/>
                  <a:moveTo>
                    <a:pt x="21936" y="13877"/>
                  </a:moveTo>
                  <a:cubicBezTo>
                    <a:pt x="21809" y="13877"/>
                    <a:pt x="21681" y="13926"/>
                    <a:pt x="21582" y="14036"/>
                  </a:cubicBezTo>
                  <a:cubicBezTo>
                    <a:pt x="21282" y="14336"/>
                    <a:pt x="21482" y="14869"/>
                    <a:pt x="21949" y="14869"/>
                  </a:cubicBezTo>
                  <a:cubicBezTo>
                    <a:pt x="21966" y="14872"/>
                    <a:pt x="21983" y="14873"/>
                    <a:pt x="22000" y="14873"/>
                  </a:cubicBezTo>
                  <a:cubicBezTo>
                    <a:pt x="22245" y="14873"/>
                    <a:pt x="22450" y="14650"/>
                    <a:pt x="22450" y="14369"/>
                  </a:cubicBezTo>
                  <a:cubicBezTo>
                    <a:pt x="22450" y="14078"/>
                    <a:pt x="22195" y="13877"/>
                    <a:pt x="21936" y="13877"/>
                  </a:cubicBezTo>
                  <a:close/>
                  <a:moveTo>
                    <a:pt x="23437" y="13877"/>
                  </a:moveTo>
                  <a:cubicBezTo>
                    <a:pt x="23310" y="13877"/>
                    <a:pt x="23182" y="13926"/>
                    <a:pt x="23084" y="14036"/>
                  </a:cubicBezTo>
                  <a:cubicBezTo>
                    <a:pt x="22783" y="14336"/>
                    <a:pt x="22983" y="14869"/>
                    <a:pt x="23450" y="14869"/>
                  </a:cubicBezTo>
                  <a:cubicBezTo>
                    <a:pt x="23468" y="14872"/>
                    <a:pt x="23484" y="14873"/>
                    <a:pt x="23501" y="14873"/>
                  </a:cubicBezTo>
                  <a:cubicBezTo>
                    <a:pt x="23746" y="14873"/>
                    <a:pt x="23951" y="14650"/>
                    <a:pt x="23951" y="14369"/>
                  </a:cubicBezTo>
                  <a:cubicBezTo>
                    <a:pt x="23951" y="14078"/>
                    <a:pt x="23696" y="13877"/>
                    <a:pt x="23437" y="13877"/>
                  </a:cubicBezTo>
                  <a:close/>
                  <a:moveTo>
                    <a:pt x="567" y="14102"/>
                  </a:moveTo>
                  <a:cubicBezTo>
                    <a:pt x="0" y="14102"/>
                    <a:pt x="0" y="14970"/>
                    <a:pt x="567" y="14970"/>
                  </a:cubicBezTo>
                  <a:lnTo>
                    <a:pt x="2335" y="14970"/>
                  </a:lnTo>
                  <a:cubicBezTo>
                    <a:pt x="2569" y="14970"/>
                    <a:pt x="2769" y="14769"/>
                    <a:pt x="2769" y="14503"/>
                  </a:cubicBezTo>
                  <a:lnTo>
                    <a:pt x="2736" y="14503"/>
                  </a:lnTo>
                  <a:cubicBezTo>
                    <a:pt x="2736" y="14269"/>
                    <a:pt x="2569" y="14102"/>
                    <a:pt x="2335" y="14102"/>
                  </a:cubicBezTo>
                  <a:close/>
                  <a:moveTo>
                    <a:pt x="9807" y="14102"/>
                  </a:moveTo>
                  <a:cubicBezTo>
                    <a:pt x="9207" y="14102"/>
                    <a:pt x="9207" y="14970"/>
                    <a:pt x="9807" y="14970"/>
                  </a:cubicBezTo>
                  <a:lnTo>
                    <a:pt x="14377" y="14970"/>
                  </a:lnTo>
                  <a:cubicBezTo>
                    <a:pt x="14644" y="14970"/>
                    <a:pt x="14844" y="14769"/>
                    <a:pt x="14811" y="14503"/>
                  </a:cubicBezTo>
                  <a:cubicBezTo>
                    <a:pt x="14811" y="14269"/>
                    <a:pt x="14611" y="14102"/>
                    <a:pt x="14377" y="14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3"/>
            <p:cNvSpPr/>
            <p:nvPr/>
          </p:nvSpPr>
          <p:spPr>
            <a:xfrm>
              <a:off x="2844675" y="3267050"/>
              <a:ext cx="599625" cy="373675"/>
            </a:xfrm>
            <a:custGeom>
              <a:avLst/>
              <a:gdLst/>
              <a:ahLst/>
              <a:cxnLst/>
              <a:rect l="l" t="t" r="r" b="b"/>
              <a:pathLst>
                <a:path w="23985" h="14947" extrusionOk="0">
                  <a:moveTo>
                    <a:pt x="567" y="69"/>
                  </a:moveTo>
                  <a:cubicBezTo>
                    <a:pt x="0" y="69"/>
                    <a:pt x="0" y="936"/>
                    <a:pt x="567" y="936"/>
                  </a:cubicBezTo>
                  <a:lnTo>
                    <a:pt x="2335" y="936"/>
                  </a:lnTo>
                  <a:cubicBezTo>
                    <a:pt x="2902" y="936"/>
                    <a:pt x="2902" y="69"/>
                    <a:pt x="2335" y="69"/>
                  </a:cubicBezTo>
                  <a:close/>
                  <a:moveTo>
                    <a:pt x="4270" y="102"/>
                  </a:moveTo>
                  <a:cubicBezTo>
                    <a:pt x="3703" y="102"/>
                    <a:pt x="3703" y="936"/>
                    <a:pt x="4270" y="936"/>
                  </a:cubicBezTo>
                  <a:lnTo>
                    <a:pt x="8873" y="936"/>
                  </a:lnTo>
                  <a:cubicBezTo>
                    <a:pt x="8888" y="938"/>
                    <a:pt x="8903" y="939"/>
                    <a:pt x="8918" y="939"/>
                  </a:cubicBezTo>
                  <a:cubicBezTo>
                    <a:pt x="9132" y="939"/>
                    <a:pt x="9307" y="721"/>
                    <a:pt x="9307" y="503"/>
                  </a:cubicBezTo>
                  <a:lnTo>
                    <a:pt x="9274" y="503"/>
                  </a:lnTo>
                  <a:cubicBezTo>
                    <a:pt x="9274" y="269"/>
                    <a:pt x="9107" y="102"/>
                    <a:pt x="8873" y="102"/>
                  </a:cubicBezTo>
                  <a:close/>
                  <a:moveTo>
                    <a:pt x="10789" y="0"/>
                  </a:moveTo>
                  <a:cubicBezTo>
                    <a:pt x="10668" y="0"/>
                    <a:pt x="10545" y="42"/>
                    <a:pt x="10441" y="136"/>
                  </a:cubicBezTo>
                  <a:cubicBezTo>
                    <a:pt x="10141" y="469"/>
                    <a:pt x="10374" y="1003"/>
                    <a:pt x="10808" y="1003"/>
                  </a:cubicBezTo>
                  <a:cubicBezTo>
                    <a:pt x="11075" y="1003"/>
                    <a:pt x="11308" y="769"/>
                    <a:pt x="11308" y="503"/>
                  </a:cubicBezTo>
                  <a:cubicBezTo>
                    <a:pt x="11308" y="204"/>
                    <a:pt x="11055" y="0"/>
                    <a:pt x="10789" y="0"/>
                  </a:cubicBezTo>
                  <a:close/>
                  <a:moveTo>
                    <a:pt x="12290" y="0"/>
                  </a:moveTo>
                  <a:cubicBezTo>
                    <a:pt x="12169" y="0"/>
                    <a:pt x="12046" y="42"/>
                    <a:pt x="11942" y="136"/>
                  </a:cubicBezTo>
                  <a:cubicBezTo>
                    <a:pt x="11642" y="469"/>
                    <a:pt x="11875" y="1003"/>
                    <a:pt x="12309" y="1003"/>
                  </a:cubicBezTo>
                  <a:cubicBezTo>
                    <a:pt x="12576" y="1003"/>
                    <a:pt x="12809" y="769"/>
                    <a:pt x="12809" y="503"/>
                  </a:cubicBezTo>
                  <a:cubicBezTo>
                    <a:pt x="12809" y="204"/>
                    <a:pt x="12556" y="0"/>
                    <a:pt x="12290" y="0"/>
                  </a:cubicBezTo>
                  <a:close/>
                  <a:moveTo>
                    <a:pt x="13791" y="0"/>
                  </a:moveTo>
                  <a:cubicBezTo>
                    <a:pt x="13670" y="0"/>
                    <a:pt x="13547" y="42"/>
                    <a:pt x="13443" y="136"/>
                  </a:cubicBezTo>
                  <a:cubicBezTo>
                    <a:pt x="13143" y="469"/>
                    <a:pt x="13376" y="1003"/>
                    <a:pt x="13810" y="1003"/>
                  </a:cubicBezTo>
                  <a:cubicBezTo>
                    <a:pt x="14077" y="1003"/>
                    <a:pt x="14310" y="769"/>
                    <a:pt x="14310" y="503"/>
                  </a:cubicBezTo>
                  <a:cubicBezTo>
                    <a:pt x="14310" y="204"/>
                    <a:pt x="14058" y="0"/>
                    <a:pt x="13791" y="0"/>
                  </a:cubicBezTo>
                  <a:close/>
                  <a:moveTo>
                    <a:pt x="15292" y="0"/>
                  </a:moveTo>
                  <a:cubicBezTo>
                    <a:pt x="15172" y="0"/>
                    <a:pt x="15048" y="42"/>
                    <a:pt x="14944" y="136"/>
                  </a:cubicBezTo>
                  <a:cubicBezTo>
                    <a:pt x="14644" y="469"/>
                    <a:pt x="14878" y="1003"/>
                    <a:pt x="15311" y="1003"/>
                  </a:cubicBezTo>
                  <a:cubicBezTo>
                    <a:pt x="15578" y="1003"/>
                    <a:pt x="15812" y="769"/>
                    <a:pt x="15812" y="503"/>
                  </a:cubicBezTo>
                  <a:cubicBezTo>
                    <a:pt x="15812" y="204"/>
                    <a:pt x="15559" y="0"/>
                    <a:pt x="15292" y="0"/>
                  </a:cubicBezTo>
                  <a:close/>
                  <a:moveTo>
                    <a:pt x="16812" y="2"/>
                  </a:moveTo>
                  <a:cubicBezTo>
                    <a:pt x="16562" y="2"/>
                    <a:pt x="16312" y="169"/>
                    <a:pt x="16312" y="503"/>
                  </a:cubicBezTo>
                  <a:cubicBezTo>
                    <a:pt x="16312" y="836"/>
                    <a:pt x="16562" y="1003"/>
                    <a:pt x="16812" y="1003"/>
                  </a:cubicBezTo>
                  <a:cubicBezTo>
                    <a:pt x="17062" y="1003"/>
                    <a:pt x="17313" y="836"/>
                    <a:pt x="17313" y="503"/>
                  </a:cubicBezTo>
                  <a:cubicBezTo>
                    <a:pt x="17313" y="169"/>
                    <a:pt x="17062" y="2"/>
                    <a:pt x="16812" y="2"/>
                  </a:cubicBezTo>
                  <a:close/>
                  <a:moveTo>
                    <a:pt x="18313" y="2"/>
                  </a:moveTo>
                  <a:cubicBezTo>
                    <a:pt x="18063" y="2"/>
                    <a:pt x="17813" y="169"/>
                    <a:pt x="17813" y="503"/>
                  </a:cubicBezTo>
                  <a:cubicBezTo>
                    <a:pt x="17813" y="836"/>
                    <a:pt x="18063" y="1003"/>
                    <a:pt x="18313" y="1003"/>
                  </a:cubicBezTo>
                  <a:cubicBezTo>
                    <a:pt x="18563" y="1003"/>
                    <a:pt x="18814" y="836"/>
                    <a:pt x="18814" y="503"/>
                  </a:cubicBezTo>
                  <a:cubicBezTo>
                    <a:pt x="18814" y="169"/>
                    <a:pt x="18563" y="2"/>
                    <a:pt x="18313" y="2"/>
                  </a:cubicBezTo>
                  <a:close/>
                  <a:moveTo>
                    <a:pt x="567" y="2070"/>
                  </a:moveTo>
                  <a:cubicBezTo>
                    <a:pt x="0" y="2070"/>
                    <a:pt x="0" y="2938"/>
                    <a:pt x="567" y="2938"/>
                  </a:cubicBezTo>
                  <a:lnTo>
                    <a:pt x="2335" y="2938"/>
                  </a:lnTo>
                  <a:cubicBezTo>
                    <a:pt x="2350" y="2940"/>
                    <a:pt x="2365" y="2941"/>
                    <a:pt x="2380" y="2941"/>
                  </a:cubicBezTo>
                  <a:cubicBezTo>
                    <a:pt x="2594" y="2941"/>
                    <a:pt x="2769" y="2722"/>
                    <a:pt x="2769" y="2504"/>
                  </a:cubicBezTo>
                  <a:lnTo>
                    <a:pt x="2736" y="2504"/>
                  </a:lnTo>
                  <a:cubicBezTo>
                    <a:pt x="2736" y="2271"/>
                    <a:pt x="2535" y="2070"/>
                    <a:pt x="2335" y="2070"/>
                  </a:cubicBezTo>
                  <a:close/>
                  <a:moveTo>
                    <a:pt x="4270" y="2070"/>
                  </a:moveTo>
                  <a:cubicBezTo>
                    <a:pt x="3703" y="2070"/>
                    <a:pt x="3703" y="2938"/>
                    <a:pt x="4270" y="2938"/>
                  </a:cubicBezTo>
                  <a:lnTo>
                    <a:pt x="8873" y="2938"/>
                  </a:lnTo>
                  <a:cubicBezTo>
                    <a:pt x="8888" y="2940"/>
                    <a:pt x="8903" y="2941"/>
                    <a:pt x="8918" y="2941"/>
                  </a:cubicBezTo>
                  <a:cubicBezTo>
                    <a:pt x="9132" y="2941"/>
                    <a:pt x="9307" y="2722"/>
                    <a:pt x="9307" y="2504"/>
                  </a:cubicBezTo>
                  <a:lnTo>
                    <a:pt x="9274" y="2504"/>
                  </a:lnTo>
                  <a:cubicBezTo>
                    <a:pt x="9274" y="2271"/>
                    <a:pt x="9107" y="2070"/>
                    <a:pt x="8873" y="2070"/>
                  </a:cubicBezTo>
                  <a:close/>
                  <a:moveTo>
                    <a:pt x="567" y="4072"/>
                  </a:moveTo>
                  <a:cubicBezTo>
                    <a:pt x="0" y="4072"/>
                    <a:pt x="0" y="4939"/>
                    <a:pt x="567" y="4939"/>
                  </a:cubicBezTo>
                  <a:lnTo>
                    <a:pt x="2335" y="4939"/>
                  </a:lnTo>
                  <a:cubicBezTo>
                    <a:pt x="2350" y="4941"/>
                    <a:pt x="2365" y="4942"/>
                    <a:pt x="2380" y="4942"/>
                  </a:cubicBezTo>
                  <a:cubicBezTo>
                    <a:pt x="2594" y="4942"/>
                    <a:pt x="2769" y="4724"/>
                    <a:pt x="2769" y="4505"/>
                  </a:cubicBezTo>
                  <a:lnTo>
                    <a:pt x="2736" y="4505"/>
                  </a:lnTo>
                  <a:cubicBezTo>
                    <a:pt x="2736" y="4272"/>
                    <a:pt x="2535" y="4072"/>
                    <a:pt x="2335" y="4072"/>
                  </a:cubicBezTo>
                  <a:close/>
                  <a:moveTo>
                    <a:pt x="4270" y="4072"/>
                  </a:moveTo>
                  <a:cubicBezTo>
                    <a:pt x="3703" y="4072"/>
                    <a:pt x="3703" y="4939"/>
                    <a:pt x="4270" y="4939"/>
                  </a:cubicBezTo>
                  <a:lnTo>
                    <a:pt x="8873" y="4939"/>
                  </a:lnTo>
                  <a:cubicBezTo>
                    <a:pt x="8888" y="4941"/>
                    <a:pt x="8903" y="4942"/>
                    <a:pt x="8918" y="4942"/>
                  </a:cubicBezTo>
                  <a:cubicBezTo>
                    <a:pt x="9132" y="4942"/>
                    <a:pt x="9307" y="4724"/>
                    <a:pt x="9307" y="4505"/>
                  </a:cubicBezTo>
                  <a:lnTo>
                    <a:pt x="9274" y="4505"/>
                  </a:lnTo>
                  <a:cubicBezTo>
                    <a:pt x="9274" y="4272"/>
                    <a:pt x="9107" y="4072"/>
                    <a:pt x="8873" y="4072"/>
                  </a:cubicBezTo>
                  <a:close/>
                  <a:moveTo>
                    <a:pt x="10789" y="4003"/>
                  </a:moveTo>
                  <a:cubicBezTo>
                    <a:pt x="10668" y="4003"/>
                    <a:pt x="10545" y="4045"/>
                    <a:pt x="10441" y="4139"/>
                  </a:cubicBezTo>
                  <a:cubicBezTo>
                    <a:pt x="10141" y="4472"/>
                    <a:pt x="10341" y="5006"/>
                    <a:pt x="10808" y="5006"/>
                  </a:cubicBezTo>
                  <a:cubicBezTo>
                    <a:pt x="11075" y="5006"/>
                    <a:pt x="11308" y="4772"/>
                    <a:pt x="11308" y="4505"/>
                  </a:cubicBezTo>
                  <a:cubicBezTo>
                    <a:pt x="11308" y="4207"/>
                    <a:pt x="11055" y="4003"/>
                    <a:pt x="10789" y="4003"/>
                  </a:cubicBezTo>
                  <a:close/>
                  <a:moveTo>
                    <a:pt x="12290" y="4003"/>
                  </a:moveTo>
                  <a:cubicBezTo>
                    <a:pt x="12169" y="4003"/>
                    <a:pt x="12046" y="4045"/>
                    <a:pt x="11942" y="4139"/>
                  </a:cubicBezTo>
                  <a:cubicBezTo>
                    <a:pt x="11642" y="4472"/>
                    <a:pt x="11842" y="5006"/>
                    <a:pt x="12309" y="5006"/>
                  </a:cubicBezTo>
                  <a:cubicBezTo>
                    <a:pt x="12576" y="5006"/>
                    <a:pt x="12809" y="4772"/>
                    <a:pt x="12809" y="4505"/>
                  </a:cubicBezTo>
                  <a:cubicBezTo>
                    <a:pt x="12809" y="4207"/>
                    <a:pt x="12556" y="4003"/>
                    <a:pt x="12290" y="4003"/>
                  </a:cubicBezTo>
                  <a:close/>
                  <a:moveTo>
                    <a:pt x="13791" y="4003"/>
                  </a:moveTo>
                  <a:cubicBezTo>
                    <a:pt x="13670" y="4003"/>
                    <a:pt x="13547" y="4045"/>
                    <a:pt x="13443" y="4139"/>
                  </a:cubicBezTo>
                  <a:cubicBezTo>
                    <a:pt x="13143" y="4472"/>
                    <a:pt x="13343" y="5006"/>
                    <a:pt x="13810" y="5006"/>
                  </a:cubicBezTo>
                  <a:cubicBezTo>
                    <a:pt x="14077" y="5006"/>
                    <a:pt x="14310" y="4772"/>
                    <a:pt x="14310" y="4505"/>
                  </a:cubicBezTo>
                  <a:cubicBezTo>
                    <a:pt x="14310" y="4207"/>
                    <a:pt x="14058" y="4003"/>
                    <a:pt x="13791" y="4003"/>
                  </a:cubicBezTo>
                  <a:close/>
                  <a:moveTo>
                    <a:pt x="15311" y="4005"/>
                  </a:moveTo>
                  <a:cubicBezTo>
                    <a:pt x="15061" y="4005"/>
                    <a:pt x="14811" y="4172"/>
                    <a:pt x="14811" y="4505"/>
                  </a:cubicBezTo>
                  <a:cubicBezTo>
                    <a:pt x="14811" y="4839"/>
                    <a:pt x="15061" y="5006"/>
                    <a:pt x="15311" y="5006"/>
                  </a:cubicBezTo>
                  <a:cubicBezTo>
                    <a:pt x="15561" y="5006"/>
                    <a:pt x="15812" y="4839"/>
                    <a:pt x="15812" y="4505"/>
                  </a:cubicBezTo>
                  <a:cubicBezTo>
                    <a:pt x="15812" y="4172"/>
                    <a:pt x="15561" y="4005"/>
                    <a:pt x="15311" y="4005"/>
                  </a:cubicBezTo>
                  <a:close/>
                  <a:moveTo>
                    <a:pt x="16778" y="4003"/>
                  </a:moveTo>
                  <a:cubicBezTo>
                    <a:pt x="16658" y="4003"/>
                    <a:pt x="16539" y="4045"/>
                    <a:pt x="16445" y="4139"/>
                  </a:cubicBezTo>
                  <a:cubicBezTo>
                    <a:pt x="16145" y="4472"/>
                    <a:pt x="16345" y="5006"/>
                    <a:pt x="16812" y="5006"/>
                  </a:cubicBezTo>
                  <a:cubicBezTo>
                    <a:pt x="17079" y="5006"/>
                    <a:pt x="17313" y="4772"/>
                    <a:pt x="17313" y="4505"/>
                  </a:cubicBezTo>
                  <a:cubicBezTo>
                    <a:pt x="17313" y="4207"/>
                    <a:pt x="17044" y="4003"/>
                    <a:pt x="16778" y="4003"/>
                  </a:cubicBezTo>
                  <a:close/>
                  <a:moveTo>
                    <a:pt x="18280" y="4003"/>
                  </a:moveTo>
                  <a:cubicBezTo>
                    <a:pt x="18159" y="4003"/>
                    <a:pt x="18040" y="4045"/>
                    <a:pt x="17946" y="4139"/>
                  </a:cubicBezTo>
                  <a:cubicBezTo>
                    <a:pt x="17646" y="4472"/>
                    <a:pt x="17846" y="5006"/>
                    <a:pt x="18313" y="5006"/>
                  </a:cubicBezTo>
                  <a:cubicBezTo>
                    <a:pt x="18580" y="5006"/>
                    <a:pt x="18814" y="4772"/>
                    <a:pt x="18814" y="4505"/>
                  </a:cubicBezTo>
                  <a:cubicBezTo>
                    <a:pt x="18814" y="4207"/>
                    <a:pt x="18545" y="4003"/>
                    <a:pt x="18280" y="4003"/>
                  </a:cubicBezTo>
                  <a:close/>
                  <a:moveTo>
                    <a:pt x="567" y="6073"/>
                  </a:moveTo>
                  <a:cubicBezTo>
                    <a:pt x="0" y="6073"/>
                    <a:pt x="0" y="6941"/>
                    <a:pt x="567" y="6941"/>
                  </a:cubicBezTo>
                  <a:lnTo>
                    <a:pt x="2335" y="6941"/>
                  </a:lnTo>
                  <a:cubicBezTo>
                    <a:pt x="2350" y="6943"/>
                    <a:pt x="2365" y="6944"/>
                    <a:pt x="2380" y="6944"/>
                  </a:cubicBezTo>
                  <a:cubicBezTo>
                    <a:pt x="2594" y="6944"/>
                    <a:pt x="2769" y="6725"/>
                    <a:pt x="2769" y="6507"/>
                  </a:cubicBezTo>
                  <a:lnTo>
                    <a:pt x="2736" y="6507"/>
                  </a:lnTo>
                  <a:cubicBezTo>
                    <a:pt x="2736" y="6273"/>
                    <a:pt x="2535" y="6073"/>
                    <a:pt x="2335" y="6073"/>
                  </a:cubicBezTo>
                  <a:close/>
                  <a:moveTo>
                    <a:pt x="4270" y="6073"/>
                  </a:moveTo>
                  <a:cubicBezTo>
                    <a:pt x="3703" y="6073"/>
                    <a:pt x="3703" y="6941"/>
                    <a:pt x="4270" y="6941"/>
                  </a:cubicBezTo>
                  <a:lnTo>
                    <a:pt x="8873" y="6941"/>
                  </a:lnTo>
                  <a:cubicBezTo>
                    <a:pt x="8888" y="6943"/>
                    <a:pt x="8903" y="6944"/>
                    <a:pt x="8918" y="6944"/>
                  </a:cubicBezTo>
                  <a:cubicBezTo>
                    <a:pt x="9132" y="6944"/>
                    <a:pt x="9307" y="6725"/>
                    <a:pt x="9307" y="6507"/>
                  </a:cubicBezTo>
                  <a:lnTo>
                    <a:pt x="9274" y="6507"/>
                  </a:lnTo>
                  <a:cubicBezTo>
                    <a:pt x="9274" y="6273"/>
                    <a:pt x="9107" y="6073"/>
                    <a:pt x="8873" y="6073"/>
                  </a:cubicBezTo>
                  <a:close/>
                  <a:moveTo>
                    <a:pt x="567" y="8075"/>
                  </a:moveTo>
                  <a:cubicBezTo>
                    <a:pt x="0" y="8075"/>
                    <a:pt x="0" y="8942"/>
                    <a:pt x="567" y="8942"/>
                  </a:cubicBezTo>
                  <a:lnTo>
                    <a:pt x="2335" y="8942"/>
                  </a:lnTo>
                  <a:cubicBezTo>
                    <a:pt x="2350" y="8944"/>
                    <a:pt x="2365" y="8945"/>
                    <a:pt x="2380" y="8945"/>
                  </a:cubicBezTo>
                  <a:cubicBezTo>
                    <a:pt x="2594" y="8945"/>
                    <a:pt x="2769" y="8727"/>
                    <a:pt x="2769" y="8508"/>
                  </a:cubicBezTo>
                  <a:lnTo>
                    <a:pt x="2736" y="8508"/>
                  </a:lnTo>
                  <a:cubicBezTo>
                    <a:pt x="2736" y="8275"/>
                    <a:pt x="2535" y="8075"/>
                    <a:pt x="2335" y="8075"/>
                  </a:cubicBezTo>
                  <a:close/>
                  <a:moveTo>
                    <a:pt x="4270" y="8075"/>
                  </a:moveTo>
                  <a:cubicBezTo>
                    <a:pt x="3703" y="8075"/>
                    <a:pt x="3703" y="8942"/>
                    <a:pt x="4270" y="8942"/>
                  </a:cubicBezTo>
                  <a:lnTo>
                    <a:pt x="8873" y="8942"/>
                  </a:lnTo>
                  <a:cubicBezTo>
                    <a:pt x="8888" y="8944"/>
                    <a:pt x="8903" y="8945"/>
                    <a:pt x="8918" y="8945"/>
                  </a:cubicBezTo>
                  <a:cubicBezTo>
                    <a:pt x="9132" y="8945"/>
                    <a:pt x="9307" y="8727"/>
                    <a:pt x="9307" y="8508"/>
                  </a:cubicBezTo>
                  <a:lnTo>
                    <a:pt x="9274" y="8508"/>
                  </a:lnTo>
                  <a:cubicBezTo>
                    <a:pt x="9274" y="8275"/>
                    <a:pt x="9107" y="8075"/>
                    <a:pt x="8873" y="8075"/>
                  </a:cubicBezTo>
                  <a:close/>
                  <a:moveTo>
                    <a:pt x="17413" y="9743"/>
                  </a:moveTo>
                  <a:cubicBezTo>
                    <a:pt x="17162" y="9743"/>
                    <a:pt x="16912" y="9909"/>
                    <a:pt x="16912" y="10243"/>
                  </a:cubicBezTo>
                  <a:cubicBezTo>
                    <a:pt x="16912" y="10577"/>
                    <a:pt x="17162" y="10743"/>
                    <a:pt x="17413" y="10743"/>
                  </a:cubicBezTo>
                  <a:cubicBezTo>
                    <a:pt x="17663" y="10743"/>
                    <a:pt x="17913" y="10577"/>
                    <a:pt x="17913" y="10243"/>
                  </a:cubicBezTo>
                  <a:cubicBezTo>
                    <a:pt x="17913" y="9909"/>
                    <a:pt x="17663" y="9743"/>
                    <a:pt x="17413" y="9743"/>
                  </a:cubicBezTo>
                  <a:close/>
                  <a:moveTo>
                    <a:pt x="15923" y="9751"/>
                  </a:moveTo>
                  <a:cubicBezTo>
                    <a:pt x="15801" y="9751"/>
                    <a:pt x="15677" y="9800"/>
                    <a:pt x="15578" y="9909"/>
                  </a:cubicBezTo>
                  <a:cubicBezTo>
                    <a:pt x="15244" y="10210"/>
                    <a:pt x="15478" y="10743"/>
                    <a:pt x="15912" y="10743"/>
                  </a:cubicBezTo>
                  <a:cubicBezTo>
                    <a:pt x="15931" y="10745"/>
                    <a:pt x="15950" y="10746"/>
                    <a:pt x="15969" y="10746"/>
                  </a:cubicBezTo>
                  <a:cubicBezTo>
                    <a:pt x="16245" y="10746"/>
                    <a:pt x="16479" y="10524"/>
                    <a:pt x="16479" y="10243"/>
                  </a:cubicBezTo>
                  <a:lnTo>
                    <a:pt x="16412" y="10243"/>
                  </a:lnTo>
                  <a:cubicBezTo>
                    <a:pt x="16412" y="9952"/>
                    <a:pt x="16172" y="9751"/>
                    <a:pt x="15923" y="9751"/>
                  </a:cubicBezTo>
                  <a:close/>
                  <a:moveTo>
                    <a:pt x="18925" y="9751"/>
                  </a:moveTo>
                  <a:cubicBezTo>
                    <a:pt x="18803" y="9751"/>
                    <a:pt x="18679" y="9800"/>
                    <a:pt x="18580" y="9909"/>
                  </a:cubicBezTo>
                  <a:cubicBezTo>
                    <a:pt x="18247" y="10210"/>
                    <a:pt x="18480" y="10743"/>
                    <a:pt x="18914" y="10743"/>
                  </a:cubicBezTo>
                  <a:cubicBezTo>
                    <a:pt x="18933" y="10745"/>
                    <a:pt x="18952" y="10746"/>
                    <a:pt x="18971" y="10746"/>
                  </a:cubicBezTo>
                  <a:cubicBezTo>
                    <a:pt x="19243" y="10746"/>
                    <a:pt x="19447" y="10524"/>
                    <a:pt x="19447" y="10243"/>
                  </a:cubicBezTo>
                  <a:lnTo>
                    <a:pt x="19414" y="10243"/>
                  </a:lnTo>
                  <a:cubicBezTo>
                    <a:pt x="19414" y="9952"/>
                    <a:pt x="19174" y="9751"/>
                    <a:pt x="18925" y="9751"/>
                  </a:cubicBezTo>
                  <a:close/>
                  <a:moveTo>
                    <a:pt x="20426" y="9751"/>
                  </a:moveTo>
                  <a:cubicBezTo>
                    <a:pt x="20304" y="9751"/>
                    <a:pt x="20180" y="9800"/>
                    <a:pt x="20081" y="9909"/>
                  </a:cubicBezTo>
                  <a:cubicBezTo>
                    <a:pt x="19748" y="10210"/>
                    <a:pt x="19981" y="10743"/>
                    <a:pt x="20415" y="10743"/>
                  </a:cubicBezTo>
                  <a:cubicBezTo>
                    <a:pt x="20434" y="10745"/>
                    <a:pt x="20453" y="10746"/>
                    <a:pt x="20472" y="10746"/>
                  </a:cubicBezTo>
                  <a:cubicBezTo>
                    <a:pt x="20744" y="10746"/>
                    <a:pt x="20949" y="10524"/>
                    <a:pt x="20949" y="10243"/>
                  </a:cubicBezTo>
                  <a:lnTo>
                    <a:pt x="20915" y="10243"/>
                  </a:lnTo>
                  <a:cubicBezTo>
                    <a:pt x="20915" y="9952"/>
                    <a:pt x="20675" y="9751"/>
                    <a:pt x="20426" y="9751"/>
                  </a:cubicBezTo>
                  <a:close/>
                  <a:moveTo>
                    <a:pt x="21927" y="9751"/>
                  </a:moveTo>
                  <a:cubicBezTo>
                    <a:pt x="21805" y="9751"/>
                    <a:pt x="21681" y="9800"/>
                    <a:pt x="21582" y="9909"/>
                  </a:cubicBezTo>
                  <a:cubicBezTo>
                    <a:pt x="21249" y="10210"/>
                    <a:pt x="21482" y="10743"/>
                    <a:pt x="21916" y="10743"/>
                  </a:cubicBezTo>
                  <a:cubicBezTo>
                    <a:pt x="21935" y="10745"/>
                    <a:pt x="21954" y="10746"/>
                    <a:pt x="21973" y="10746"/>
                  </a:cubicBezTo>
                  <a:cubicBezTo>
                    <a:pt x="22245" y="10746"/>
                    <a:pt x="22450" y="10524"/>
                    <a:pt x="22450" y="10243"/>
                  </a:cubicBezTo>
                  <a:lnTo>
                    <a:pt x="22416" y="10243"/>
                  </a:lnTo>
                  <a:cubicBezTo>
                    <a:pt x="22416" y="9952"/>
                    <a:pt x="22176" y="9751"/>
                    <a:pt x="21927" y="9751"/>
                  </a:cubicBezTo>
                  <a:close/>
                  <a:moveTo>
                    <a:pt x="23428" y="9751"/>
                  </a:moveTo>
                  <a:cubicBezTo>
                    <a:pt x="23306" y="9751"/>
                    <a:pt x="23182" y="9800"/>
                    <a:pt x="23083" y="9909"/>
                  </a:cubicBezTo>
                  <a:cubicBezTo>
                    <a:pt x="22750" y="10210"/>
                    <a:pt x="22983" y="10743"/>
                    <a:pt x="23417" y="10743"/>
                  </a:cubicBezTo>
                  <a:cubicBezTo>
                    <a:pt x="23436" y="10745"/>
                    <a:pt x="23455" y="10746"/>
                    <a:pt x="23474" y="10746"/>
                  </a:cubicBezTo>
                  <a:cubicBezTo>
                    <a:pt x="23750" y="10746"/>
                    <a:pt x="23984" y="10524"/>
                    <a:pt x="23984" y="10243"/>
                  </a:cubicBezTo>
                  <a:lnTo>
                    <a:pt x="23917" y="10243"/>
                  </a:lnTo>
                  <a:cubicBezTo>
                    <a:pt x="23917" y="9952"/>
                    <a:pt x="23677" y="9751"/>
                    <a:pt x="23428" y="9751"/>
                  </a:cubicBezTo>
                  <a:close/>
                  <a:moveTo>
                    <a:pt x="9807" y="10076"/>
                  </a:moveTo>
                  <a:cubicBezTo>
                    <a:pt x="9207" y="10076"/>
                    <a:pt x="9207" y="10943"/>
                    <a:pt x="9807" y="10943"/>
                  </a:cubicBezTo>
                  <a:lnTo>
                    <a:pt x="14377" y="10943"/>
                  </a:lnTo>
                  <a:cubicBezTo>
                    <a:pt x="14611" y="10943"/>
                    <a:pt x="14811" y="10743"/>
                    <a:pt x="14811" y="10510"/>
                  </a:cubicBezTo>
                  <a:lnTo>
                    <a:pt x="14777" y="10510"/>
                  </a:lnTo>
                  <a:cubicBezTo>
                    <a:pt x="14777" y="10276"/>
                    <a:pt x="14611" y="10076"/>
                    <a:pt x="14377" y="10076"/>
                  </a:cubicBezTo>
                  <a:close/>
                  <a:moveTo>
                    <a:pt x="567" y="10076"/>
                  </a:moveTo>
                  <a:cubicBezTo>
                    <a:pt x="0" y="10076"/>
                    <a:pt x="0" y="10943"/>
                    <a:pt x="567" y="10943"/>
                  </a:cubicBezTo>
                  <a:lnTo>
                    <a:pt x="2335" y="10943"/>
                  </a:lnTo>
                  <a:cubicBezTo>
                    <a:pt x="2350" y="10946"/>
                    <a:pt x="2365" y="10947"/>
                    <a:pt x="2380" y="10947"/>
                  </a:cubicBezTo>
                  <a:cubicBezTo>
                    <a:pt x="2594" y="10947"/>
                    <a:pt x="2769" y="10728"/>
                    <a:pt x="2769" y="10510"/>
                  </a:cubicBezTo>
                  <a:lnTo>
                    <a:pt x="2736" y="10510"/>
                  </a:lnTo>
                  <a:cubicBezTo>
                    <a:pt x="2736" y="10276"/>
                    <a:pt x="2535" y="10076"/>
                    <a:pt x="2335" y="10076"/>
                  </a:cubicBezTo>
                  <a:close/>
                  <a:moveTo>
                    <a:pt x="567" y="12078"/>
                  </a:moveTo>
                  <a:cubicBezTo>
                    <a:pt x="0" y="12078"/>
                    <a:pt x="0" y="12945"/>
                    <a:pt x="567" y="12945"/>
                  </a:cubicBezTo>
                  <a:lnTo>
                    <a:pt x="2335" y="12945"/>
                  </a:lnTo>
                  <a:cubicBezTo>
                    <a:pt x="2569" y="12945"/>
                    <a:pt x="2769" y="12745"/>
                    <a:pt x="2769" y="12511"/>
                  </a:cubicBezTo>
                  <a:lnTo>
                    <a:pt x="2736" y="12511"/>
                  </a:lnTo>
                  <a:cubicBezTo>
                    <a:pt x="2736" y="12278"/>
                    <a:pt x="2535" y="12078"/>
                    <a:pt x="2335" y="12078"/>
                  </a:cubicBezTo>
                  <a:close/>
                  <a:moveTo>
                    <a:pt x="9807" y="12078"/>
                  </a:moveTo>
                  <a:cubicBezTo>
                    <a:pt x="9207" y="12078"/>
                    <a:pt x="9207" y="12945"/>
                    <a:pt x="9807" y="12945"/>
                  </a:cubicBezTo>
                  <a:lnTo>
                    <a:pt x="14377" y="12945"/>
                  </a:lnTo>
                  <a:cubicBezTo>
                    <a:pt x="14611" y="12945"/>
                    <a:pt x="14811" y="12745"/>
                    <a:pt x="14811" y="12511"/>
                  </a:cubicBezTo>
                  <a:lnTo>
                    <a:pt x="14777" y="12511"/>
                  </a:lnTo>
                  <a:cubicBezTo>
                    <a:pt x="14777" y="12278"/>
                    <a:pt x="14611" y="12078"/>
                    <a:pt x="14377" y="12078"/>
                  </a:cubicBezTo>
                  <a:close/>
                  <a:moveTo>
                    <a:pt x="17405" y="13877"/>
                  </a:moveTo>
                  <a:cubicBezTo>
                    <a:pt x="17289" y="13877"/>
                    <a:pt x="17173" y="13919"/>
                    <a:pt x="17079" y="14012"/>
                  </a:cubicBezTo>
                  <a:cubicBezTo>
                    <a:pt x="16746" y="14346"/>
                    <a:pt x="16979" y="14880"/>
                    <a:pt x="17413" y="14880"/>
                  </a:cubicBezTo>
                  <a:cubicBezTo>
                    <a:pt x="17713" y="14880"/>
                    <a:pt x="17946" y="14679"/>
                    <a:pt x="17946" y="14379"/>
                  </a:cubicBezTo>
                  <a:lnTo>
                    <a:pt x="17913" y="14379"/>
                  </a:lnTo>
                  <a:cubicBezTo>
                    <a:pt x="17913" y="14081"/>
                    <a:pt x="17660" y="13877"/>
                    <a:pt x="17405" y="13877"/>
                  </a:cubicBezTo>
                  <a:close/>
                  <a:moveTo>
                    <a:pt x="20407" y="13877"/>
                  </a:moveTo>
                  <a:cubicBezTo>
                    <a:pt x="20291" y="13877"/>
                    <a:pt x="20175" y="13919"/>
                    <a:pt x="20081" y="14012"/>
                  </a:cubicBezTo>
                  <a:cubicBezTo>
                    <a:pt x="19748" y="14346"/>
                    <a:pt x="19981" y="14880"/>
                    <a:pt x="20415" y="14880"/>
                  </a:cubicBezTo>
                  <a:cubicBezTo>
                    <a:pt x="20715" y="14880"/>
                    <a:pt x="20949" y="14679"/>
                    <a:pt x="20949" y="14379"/>
                  </a:cubicBezTo>
                  <a:lnTo>
                    <a:pt x="20915" y="14379"/>
                  </a:lnTo>
                  <a:cubicBezTo>
                    <a:pt x="20915" y="14081"/>
                    <a:pt x="20662" y="13877"/>
                    <a:pt x="20407" y="13877"/>
                  </a:cubicBezTo>
                  <a:close/>
                  <a:moveTo>
                    <a:pt x="21908" y="13877"/>
                  </a:moveTo>
                  <a:cubicBezTo>
                    <a:pt x="21792" y="13877"/>
                    <a:pt x="21676" y="13919"/>
                    <a:pt x="21582" y="14012"/>
                  </a:cubicBezTo>
                  <a:cubicBezTo>
                    <a:pt x="21249" y="14346"/>
                    <a:pt x="21482" y="14880"/>
                    <a:pt x="21916" y="14880"/>
                  </a:cubicBezTo>
                  <a:cubicBezTo>
                    <a:pt x="22216" y="14880"/>
                    <a:pt x="22450" y="14679"/>
                    <a:pt x="22450" y="14379"/>
                  </a:cubicBezTo>
                  <a:lnTo>
                    <a:pt x="22416" y="14379"/>
                  </a:lnTo>
                  <a:cubicBezTo>
                    <a:pt x="22416" y="14081"/>
                    <a:pt x="22163" y="13877"/>
                    <a:pt x="21908" y="13877"/>
                  </a:cubicBezTo>
                  <a:close/>
                  <a:moveTo>
                    <a:pt x="15903" y="13877"/>
                  </a:moveTo>
                  <a:cubicBezTo>
                    <a:pt x="15788" y="13877"/>
                    <a:pt x="15672" y="13919"/>
                    <a:pt x="15578" y="14012"/>
                  </a:cubicBezTo>
                  <a:cubicBezTo>
                    <a:pt x="15244" y="14346"/>
                    <a:pt x="15478" y="14880"/>
                    <a:pt x="15912" y="14880"/>
                  </a:cubicBezTo>
                  <a:cubicBezTo>
                    <a:pt x="15931" y="14882"/>
                    <a:pt x="15950" y="14883"/>
                    <a:pt x="15969" y="14883"/>
                  </a:cubicBezTo>
                  <a:cubicBezTo>
                    <a:pt x="16245" y="14883"/>
                    <a:pt x="16479" y="14660"/>
                    <a:pt x="16479" y="14379"/>
                  </a:cubicBezTo>
                  <a:lnTo>
                    <a:pt x="16412" y="14379"/>
                  </a:lnTo>
                  <a:cubicBezTo>
                    <a:pt x="16412" y="14081"/>
                    <a:pt x="16159" y="13877"/>
                    <a:pt x="15903" y="13877"/>
                  </a:cubicBezTo>
                  <a:close/>
                  <a:moveTo>
                    <a:pt x="23409" y="13877"/>
                  </a:moveTo>
                  <a:cubicBezTo>
                    <a:pt x="23293" y="13877"/>
                    <a:pt x="23177" y="13919"/>
                    <a:pt x="23083" y="14012"/>
                  </a:cubicBezTo>
                  <a:cubicBezTo>
                    <a:pt x="22750" y="14346"/>
                    <a:pt x="22983" y="14880"/>
                    <a:pt x="23417" y="14880"/>
                  </a:cubicBezTo>
                  <a:cubicBezTo>
                    <a:pt x="23436" y="14882"/>
                    <a:pt x="23455" y="14883"/>
                    <a:pt x="23474" y="14883"/>
                  </a:cubicBezTo>
                  <a:cubicBezTo>
                    <a:pt x="23750" y="14883"/>
                    <a:pt x="23984" y="14660"/>
                    <a:pt x="23984" y="14379"/>
                  </a:cubicBezTo>
                  <a:lnTo>
                    <a:pt x="23917" y="14379"/>
                  </a:lnTo>
                  <a:cubicBezTo>
                    <a:pt x="23917" y="14081"/>
                    <a:pt x="23664" y="13877"/>
                    <a:pt x="23409" y="13877"/>
                  </a:cubicBezTo>
                  <a:close/>
                  <a:moveTo>
                    <a:pt x="18919" y="13897"/>
                  </a:moveTo>
                  <a:cubicBezTo>
                    <a:pt x="18786" y="13897"/>
                    <a:pt x="18650" y="13952"/>
                    <a:pt x="18547" y="14079"/>
                  </a:cubicBezTo>
                  <a:cubicBezTo>
                    <a:pt x="18256" y="14403"/>
                    <a:pt x="18498" y="14914"/>
                    <a:pt x="18939" y="14914"/>
                  </a:cubicBezTo>
                  <a:cubicBezTo>
                    <a:pt x="18953" y="14914"/>
                    <a:pt x="18966" y="14914"/>
                    <a:pt x="18980" y="14913"/>
                  </a:cubicBezTo>
                  <a:cubicBezTo>
                    <a:pt x="19247" y="14880"/>
                    <a:pt x="19447" y="14646"/>
                    <a:pt x="19447" y="14379"/>
                  </a:cubicBezTo>
                  <a:lnTo>
                    <a:pt x="19414" y="14379"/>
                  </a:lnTo>
                  <a:cubicBezTo>
                    <a:pt x="19414" y="14095"/>
                    <a:pt x="19171" y="13897"/>
                    <a:pt x="18919" y="13897"/>
                  </a:cubicBezTo>
                  <a:close/>
                  <a:moveTo>
                    <a:pt x="567" y="14079"/>
                  </a:moveTo>
                  <a:cubicBezTo>
                    <a:pt x="0" y="14079"/>
                    <a:pt x="0" y="14946"/>
                    <a:pt x="567" y="14946"/>
                  </a:cubicBezTo>
                  <a:lnTo>
                    <a:pt x="2335" y="14946"/>
                  </a:lnTo>
                  <a:cubicBezTo>
                    <a:pt x="2569" y="14946"/>
                    <a:pt x="2769" y="14746"/>
                    <a:pt x="2769" y="14513"/>
                  </a:cubicBezTo>
                  <a:lnTo>
                    <a:pt x="2736" y="14513"/>
                  </a:lnTo>
                  <a:cubicBezTo>
                    <a:pt x="2736" y="14279"/>
                    <a:pt x="2535" y="14079"/>
                    <a:pt x="2335" y="14079"/>
                  </a:cubicBezTo>
                  <a:close/>
                  <a:moveTo>
                    <a:pt x="9807" y="14079"/>
                  </a:moveTo>
                  <a:cubicBezTo>
                    <a:pt x="9207" y="14079"/>
                    <a:pt x="9207" y="14946"/>
                    <a:pt x="9807" y="14946"/>
                  </a:cubicBezTo>
                  <a:lnTo>
                    <a:pt x="14377" y="14946"/>
                  </a:lnTo>
                  <a:cubicBezTo>
                    <a:pt x="14611" y="14946"/>
                    <a:pt x="14811" y="14746"/>
                    <a:pt x="14811" y="14513"/>
                  </a:cubicBezTo>
                  <a:lnTo>
                    <a:pt x="14777" y="14513"/>
                  </a:lnTo>
                  <a:cubicBezTo>
                    <a:pt x="14777" y="14279"/>
                    <a:pt x="14611" y="14079"/>
                    <a:pt x="14377" y="14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3"/>
            <p:cNvSpPr/>
            <p:nvPr/>
          </p:nvSpPr>
          <p:spPr>
            <a:xfrm>
              <a:off x="2844675" y="3676800"/>
              <a:ext cx="599625" cy="374225"/>
            </a:xfrm>
            <a:custGeom>
              <a:avLst/>
              <a:gdLst/>
              <a:ahLst/>
              <a:cxnLst/>
              <a:rect l="l" t="t" r="r" b="b"/>
              <a:pathLst>
                <a:path w="23985" h="14969" extrusionOk="0">
                  <a:moveTo>
                    <a:pt x="567" y="91"/>
                  </a:moveTo>
                  <a:cubicBezTo>
                    <a:pt x="0" y="91"/>
                    <a:pt x="0" y="925"/>
                    <a:pt x="567" y="925"/>
                  </a:cubicBezTo>
                  <a:lnTo>
                    <a:pt x="2335" y="925"/>
                  </a:lnTo>
                  <a:cubicBezTo>
                    <a:pt x="2902" y="925"/>
                    <a:pt x="2902" y="91"/>
                    <a:pt x="2335" y="91"/>
                  </a:cubicBezTo>
                  <a:close/>
                  <a:moveTo>
                    <a:pt x="4270" y="91"/>
                  </a:moveTo>
                  <a:cubicBezTo>
                    <a:pt x="3703" y="91"/>
                    <a:pt x="3703" y="958"/>
                    <a:pt x="4270" y="958"/>
                  </a:cubicBezTo>
                  <a:lnTo>
                    <a:pt x="8873" y="958"/>
                  </a:lnTo>
                  <a:cubicBezTo>
                    <a:pt x="9107" y="958"/>
                    <a:pt x="9307" y="758"/>
                    <a:pt x="9307" y="524"/>
                  </a:cubicBezTo>
                  <a:lnTo>
                    <a:pt x="9274" y="524"/>
                  </a:lnTo>
                  <a:cubicBezTo>
                    <a:pt x="9274" y="291"/>
                    <a:pt x="9107" y="91"/>
                    <a:pt x="8873" y="91"/>
                  </a:cubicBezTo>
                  <a:close/>
                  <a:moveTo>
                    <a:pt x="16812" y="24"/>
                  </a:moveTo>
                  <a:cubicBezTo>
                    <a:pt x="16562" y="24"/>
                    <a:pt x="16312" y="191"/>
                    <a:pt x="16312" y="524"/>
                  </a:cubicBezTo>
                  <a:cubicBezTo>
                    <a:pt x="16312" y="841"/>
                    <a:pt x="16562" y="1000"/>
                    <a:pt x="16812" y="1000"/>
                  </a:cubicBezTo>
                  <a:cubicBezTo>
                    <a:pt x="17062" y="1000"/>
                    <a:pt x="17313" y="841"/>
                    <a:pt x="17313" y="524"/>
                  </a:cubicBezTo>
                  <a:cubicBezTo>
                    <a:pt x="17313" y="191"/>
                    <a:pt x="17062" y="24"/>
                    <a:pt x="16812" y="24"/>
                  </a:cubicBezTo>
                  <a:close/>
                  <a:moveTo>
                    <a:pt x="18313" y="24"/>
                  </a:moveTo>
                  <a:cubicBezTo>
                    <a:pt x="18063" y="24"/>
                    <a:pt x="17813" y="191"/>
                    <a:pt x="17813" y="524"/>
                  </a:cubicBezTo>
                  <a:cubicBezTo>
                    <a:pt x="17813" y="841"/>
                    <a:pt x="18063" y="1000"/>
                    <a:pt x="18313" y="1000"/>
                  </a:cubicBezTo>
                  <a:cubicBezTo>
                    <a:pt x="18563" y="1000"/>
                    <a:pt x="18814" y="841"/>
                    <a:pt x="18814" y="524"/>
                  </a:cubicBezTo>
                  <a:cubicBezTo>
                    <a:pt x="18814" y="191"/>
                    <a:pt x="18563" y="24"/>
                    <a:pt x="18313" y="24"/>
                  </a:cubicBezTo>
                  <a:close/>
                  <a:moveTo>
                    <a:pt x="10805" y="0"/>
                  </a:moveTo>
                  <a:cubicBezTo>
                    <a:pt x="10679" y="0"/>
                    <a:pt x="10550" y="49"/>
                    <a:pt x="10441" y="157"/>
                  </a:cubicBezTo>
                  <a:cubicBezTo>
                    <a:pt x="10141" y="458"/>
                    <a:pt x="10374" y="1025"/>
                    <a:pt x="10808" y="1025"/>
                  </a:cubicBezTo>
                  <a:cubicBezTo>
                    <a:pt x="11075" y="1025"/>
                    <a:pt x="11308" y="791"/>
                    <a:pt x="11308" y="524"/>
                  </a:cubicBezTo>
                  <a:cubicBezTo>
                    <a:pt x="11308" y="209"/>
                    <a:pt x="11065" y="0"/>
                    <a:pt x="10805" y="0"/>
                  </a:cubicBezTo>
                  <a:close/>
                  <a:moveTo>
                    <a:pt x="12306" y="0"/>
                  </a:moveTo>
                  <a:cubicBezTo>
                    <a:pt x="12180" y="0"/>
                    <a:pt x="12051" y="49"/>
                    <a:pt x="11942" y="157"/>
                  </a:cubicBezTo>
                  <a:cubicBezTo>
                    <a:pt x="11642" y="458"/>
                    <a:pt x="11875" y="1025"/>
                    <a:pt x="12309" y="1025"/>
                  </a:cubicBezTo>
                  <a:cubicBezTo>
                    <a:pt x="12576" y="1025"/>
                    <a:pt x="12809" y="791"/>
                    <a:pt x="12809" y="524"/>
                  </a:cubicBezTo>
                  <a:cubicBezTo>
                    <a:pt x="12809" y="209"/>
                    <a:pt x="12566" y="0"/>
                    <a:pt x="12306" y="0"/>
                  </a:cubicBezTo>
                  <a:close/>
                  <a:moveTo>
                    <a:pt x="13807" y="0"/>
                  </a:moveTo>
                  <a:cubicBezTo>
                    <a:pt x="13681" y="0"/>
                    <a:pt x="13552" y="49"/>
                    <a:pt x="13443" y="157"/>
                  </a:cubicBezTo>
                  <a:cubicBezTo>
                    <a:pt x="13143" y="458"/>
                    <a:pt x="13376" y="1025"/>
                    <a:pt x="13810" y="1025"/>
                  </a:cubicBezTo>
                  <a:cubicBezTo>
                    <a:pt x="14077" y="1025"/>
                    <a:pt x="14310" y="791"/>
                    <a:pt x="14310" y="524"/>
                  </a:cubicBezTo>
                  <a:cubicBezTo>
                    <a:pt x="14310" y="209"/>
                    <a:pt x="14067" y="0"/>
                    <a:pt x="13807" y="0"/>
                  </a:cubicBezTo>
                  <a:close/>
                  <a:moveTo>
                    <a:pt x="15308" y="0"/>
                  </a:moveTo>
                  <a:cubicBezTo>
                    <a:pt x="15182" y="0"/>
                    <a:pt x="15053" y="49"/>
                    <a:pt x="14944" y="157"/>
                  </a:cubicBezTo>
                  <a:cubicBezTo>
                    <a:pt x="14644" y="458"/>
                    <a:pt x="14878" y="1025"/>
                    <a:pt x="15311" y="1025"/>
                  </a:cubicBezTo>
                  <a:cubicBezTo>
                    <a:pt x="15578" y="1025"/>
                    <a:pt x="15812" y="791"/>
                    <a:pt x="15812" y="524"/>
                  </a:cubicBezTo>
                  <a:cubicBezTo>
                    <a:pt x="15812" y="209"/>
                    <a:pt x="15569" y="0"/>
                    <a:pt x="15308" y="0"/>
                  </a:cubicBezTo>
                  <a:close/>
                  <a:moveTo>
                    <a:pt x="567" y="2092"/>
                  </a:moveTo>
                  <a:cubicBezTo>
                    <a:pt x="0" y="2092"/>
                    <a:pt x="0" y="2959"/>
                    <a:pt x="567" y="2959"/>
                  </a:cubicBezTo>
                  <a:lnTo>
                    <a:pt x="2335" y="2959"/>
                  </a:lnTo>
                  <a:cubicBezTo>
                    <a:pt x="2569" y="2959"/>
                    <a:pt x="2769" y="2759"/>
                    <a:pt x="2769" y="2492"/>
                  </a:cubicBezTo>
                  <a:lnTo>
                    <a:pt x="2736" y="2492"/>
                  </a:lnTo>
                  <a:cubicBezTo>
                    <a:pt x="2736" y="2259"/>
                    <a:pt x="2535" y="2092"/>
                    <a:pt x="2335" y="2092"/>
                  </a:cubicBezTo>
                  <a:close/>
                  <a:moveTo>
                    <a:pt x="4270" y="2092"/>
                  </a:moveTo>
                  <a:cubicBezTo>
                    <a:pt x="3703" y="2092"/>
                    <a:pt x="3703" y="2959"/>
                    <a:pt x="4270" y="2959"/>
                  </a:cubicBezTo>
                  <a:lnTo>
                    <a:pt x="8873" y="2959"/>
                  </a:lnTo>
                  <a:cubicBezTo>
                    <a:pt x="9107" y="2959"/>
                    <a:pt x="9307" y="2759"/>
                    <a:pt x="9307" y="2492"/>
                  </a:cubicBezTo>
                  <a:lnTo>
                    <a:pt x="9274" y="2492"/>
                  </a:lnTo>
                  <a:cubicBezTo>
                    <a:pt x="9274" y="2259"/>
                    <a:pt x="9107" y="2092"/>
                    <a:pt x="8873" y="2092"/>
                  </a:cubicBezTo>
                  <a:close/>
                  <a:moveTo>
                    <a:pt x="567" y="4094"/>
                  </a:moveTo>
                  <a:cubicBezTo>
                    <a:pt x="0" y="4094"/>
                    <a:pt x="0" y="4961"/>
                    <a:pt x="567" y="4961"/>
                  </a:cubicBezTo>
                  <a:lnTo>
                    <a:pt x="2335" y="4961"/>
                  </a:lnTo>
                  <a:cubicBezTo>
                    <a:pt x="2569" y="4961"/>
                    <a:pt x="2769" y="4761"/>
                    <a:pt x="2769" y="4494"/>
                  </a:cubicBezTo>
                  <a:lnTo>
                    <a:pt x="2736" y="4494"/>
                  </a:lnTo>
                  <a:cubicBezTo>
                    <a:pt x="2736" y="4260"/>
                    <a:pt x="2535" y="4094"/>
                    <a:pt x="2335" y="4094"/>
                  </a:cubicBezTo>
                  <a:close/>
                  <a:moveTo>
                    <a:pt x="4270" y="4094"/>
                  </a:moveTo>
                  <a:cubicBezTo>
                    <a:pt x="3703" y="4094"/>
                    <a:pt x="3703" y="4961"/>
                    <a:pt x="4270" y="4961"/>
                  </a:cubicBezTo>
                  <a:lnTo>
                    <a:pt x="8873" y="4961"/>
                  </a:lnTo>
                  <a:cubicBezTo>
                    <a:pt x="9107" y="4961"/>
                    <a:pt x="9307" y="4761"/>
                    <a:pt x="9307" y="4494"/>
                  </a:cubicBezTo>
                  <a:lnTo>
                    <a:pt x="9274" y="4494"/>
                  </a:lnTo>
                  <a:cubicBezTo>
                    <a:pt x="9274" y="4260"/>
                    <a:pt x="9107" y="4094"/>
                    <a:pt x="8873" y="4094"/>
                  </a:cubicBezTo>
                  <a:close/>
                  <a:moveTo>
                    <a:pt x="10809" y="4002"/>
                  </a:moveTo>
                  <a:cubicBezTo>
                    <a:pt x="10682" y="4002"/>
                    <a:pt x="10551" y="4051"/>
                    <a:pt x="10441" y="4160"/>
                  </a:cubicBezTo>
                  <a:cubicBezTo>
                    <a:pt x="10141" y="4461"/>
                    <a:pt x="10341" y="4994"/>
                    <a:pt x="10808" y="4994"/>
                  </a:cubicBezTo>
                  <a:cubicBezTo>
                    <a:pt x="10825" y="4996"/>
                    <a:pt x="10842" y="4997"/>
                    <a:pt x="10859" y="4997"/>
                  </a:cubicBezTo>
                  <a:cubicBezTo>
                    <a:pt x="11104" y="4997"/>
                    <a:pt x="11308" y="4775"/>
                    <a:pt x="11308" y="4494"/>
                  </a:cubicBezTo>
                  <a:cubicBezTo>
                    <a:pt x="11308" y="4203"/>
                    <a:pt x="11068" y="4002"/>
                    <a:pt x="10809" y="4002"/>
                  </a:cubicBezTo>
                  <a:close/>
                  <a:moveTo>
                    <a:pt x="12310" y="4002"/>
                  </a:moveTo>
                  <a:cubicBezTo>
                    <a:pt x="12183" y="4002"/>
                    <a:pt x="12052" y="4051"/>
                    <a:pt x="11942" y="4160"/>
                  </a:cubicBezTo>
                  <a:cubicBezTo>
                    <a:pt x="11642" y="4461"/>
                    <a:pt x="11842" y="4994"/>
                    <a:pt x="12309" y="4994"/>
                  </a:cubicBezTo>
                  <a:cubicBezTo>
                    <a:pt x="12326" y="4996"/>
                    <a:pt x="12343" y="4997"/>
                    <a:pt x="12360" y="4997"/>
                  </a:cubicBezTo>
                  <a:cubicBezTo>
                    <a:pt x="12605" y="4997"/>
                    <a:pt x="12809" y="4775"/>
                    <a:pt x="12809" y="4494"/>
                  </a:cubicBezTo>
                  <a:cubicBezTo>
                    <a:pt x="12809" y="4203"/>
                    <a:pt x="12569" y="4002"/>
                    <a:pt x="12310" y="4002"/>
                  </a:cubicBezTo>
                  <a:close/>
                  <a:moveTo>
                    <a:pt x="13811" y="4002"/>
                  </a:moveTo>
                  <a:cubicBezTo>
                    <a:pt x="13684" y="4002"/>
                    <a:pt x="13553" y="4051"/>
                    <a:pt x="13443" y="4160"/>
                  </a:cubicBezTo>
                  <a:cubicBezTo>
                    <a:pt x="13143" y="4461"/>
                    <a:pt x="13343" y="4994"/>
                    <a:pt x="13810" y="4994"/>
                  </a:cubicBezTo>
                  <a:cubicBezTo>
                    <a:pt x="13827" y="4996"/>
                    <a:pt x="13844" y="4997"/>
                    <a:pt x="13861" y="4997"/>
                  </a:cubicBezTo>
                  <a:cubicBezTo>
                    <a:pt x="14106" y="4997"/>
                    <a:pt x="14310" y="4775"/>
                    <a:pt x="14310" y="4494"/>
                  </a:cubicBezTo>
                  <a:cubicBezTo>
                    <a:pt x="14310" y="4203"/>
                    <a:pt x="14070" y="4002"/>
                    <a:pt x="13811" y="4002"/>
                  </a:cubicBezTo>
                  <a:close/>
                  <a:moveTo>
                    <a:pt x="15313" y="4002"/>
                  </a:moveTo>
                  <a:cubicBezTo>
                    <a:pt x="15186" y="4002"/>
                    <a:pt x="15054" y="4051"/>
                    <a:pt x="14944" y="4160"/>
                  </a:cubicBezTo>
                  <a:cubicBezTo>
                    <a:pt x="14644" y="4461"/>
                    <a:pt x="14844" y="4994"/>
                    <a:pt x="15311" y="4994"/>
                  </a:cubicBezTo>
                  <a:cubicBezTo>
                    <a:pt x="15328" y="4996"/>
                    <a:pt x="15345" y="4997"/>
                    <a:pt x="15362" y="4997"/>
                  </a:cubicBezTo>
                  <a:cubicBezTo>
                    <a:pt x="15607" y="4997"/>
                    <a:pt x="15812" y="4775"/>
                    <a:pt x="15812" y="4494"/>
                  </a:cubicBezTo>
                  <a:cubicBezTo>
                    <a:pt x="15812" y="4203"/>
                    <a:pt x="15571" y="4002"/>
                    <a:pt x="15313" y="4002"/>
                  </a:cubicBezTo>
                  <a:close/>
                  <a:moveTo>
                    <a:pt x="16799" y="4002"/>
                  </a:moveTo>
                  <a:cubicBezTo>
                    <a:pt x="16672" y="4002"/>
                    <a:pt x="16544" y="4051"/>
                    <a:pt x="16445" y="4160"/>
                  </a:cubicBezTo>
                  <a:cubicBezTo>
                    <a:pt x="16145" y="4461"/>
                    <a:pt x="16345" y="4994"/>
                    <a:pt x="16812" y="4994"/>
                  </a:cubicBezTo>
                  <a:cubicBezTo>
                    <a:pt x="16829" y="4996"/>
                    <a:pt x="16846" y="4997"/>
                    <a:pt x="16863" y="4997"/>
                  </a:cubicBezTo>
                  <a:cubicBezTo>
                    <a:pt x="17108" y="4997"/>
                    <a:pt x="17313" y="4775"/>
                    <a:pt x="17313" y="4494"/>
                  </a:cubicBezTo>
                  <a:cubicBezTo>
                    <a:pt x="17313" y="4203"/>
                    <a:pt x="17057" y="4002"/>
                    <a:pt x="16799" y="4002"/>
                  </a:cubicBezTo>
                  <a:close/>
                  <a:moveTo>
                    <a:pt x="18300" y="4002"/>
                  </a:moveTo>
                  <a:cubicBezTo>
                    <a:pt x="18173" y="4002"/>
                    <a:pt x="18045" y="4051"/>
                    <a:pt x="17946" y="4160"/>
                  </a:cubicBezTo>
                  <a:cubicBezTo>
                    <a:pt x="17646" y="4461"/>
                    <a:pt x="17846" y="4994"/>
                    <a:pt x="18313" y="4994"/>
                  </a:cubicBezTo>
                  <a:cubicBezTo>
                    <a:pt x="18330" y="4996"/>
                    <a:pt x="18347" y="4997"/>
                    <a:pt x="18364" y="4997"/>
                  </a:cubicBezTo>
                  <a:cubicBezTo>
                    <a:pt x="18609" y="4997"/>
                    <a:pt x="18814" y="4775"/>
                    <a:pt x="18814" y="4494"/>
                  </a:cubicBezTo>
                  <a:cubicBezTo>
                    <a:pt x="18814" y="4203"/>
                    <a:pt x="18558" y="4002"/>
                    <a:pt x="18300" y="4002"/>
                  </a:cubicBezTo>
                  <a:close/>
                  <a:moveTo>
                    <a:pt x="567" y="6095"/>
                  </a:moveTo>
                  <a:cubicBezTo>
                    <a:pt x="0" y="6095"/>
                    <a:pt x="0" y="6962"/>
                    <a:pt x="567" y="6962"/>
                  </a:cubicBezTo>
                  <a:lnTo>
                    <a:pt x="2335" y="6962"/>
                  </a:lnTo>
                  <a:cubicBezTo>
                    <a:pt x="2569" y="6962"/>
                    <a:pt x="2769" y="6762"/>
                    <a:pt x="2769" y="6495"/>
                  </a:cubicBezTo>
                  <a:lnTo>
                    <a:pt x="2736" y="6495"/>
                  </a:lnTo>
                  <a:cubicBezTo>
                    <a:pt x="2736" y="6262"/>
                    <a:pt x="2535" y="6095"/>
                    <a:pt x="2335" y="6095"/>
                  </a:cubicBezTo>
                  <a:close/>
                  <a:moveTo>
                    <a:pt x="4270" y="6095"/>
                  </a:moveTo>
                  <a:cubicBezTo>
                    <a:pt x="3703" y="6095"/>
                    <a:pt x="3703" y="6962"/>
                    <a:pt x="4270" y="6962"/>
                  </a:cubicBezTo>
                  <a:lnTo>
                    <a:pt x="8873" y="6962"/>
                  </a:lnTo>
                  <a:cubicBezTo>
                    <a:pt x="9107" y="6962"/>
                    <a:pt x="9307" y="6762"/>
                    <a:pt x="9307" y="6495"/>
                  </a:cubicBezTo>
                  <a:lnTo>
                    <a:pt x="9274" y="6495"/>
                  </a:lnTo>
                  <a:cubicBezTo>
                    <a:pt x="9274" y="6262"/>
                    <a:pt x="9107" y="6095"/>
                    <a:pt x="8873" y="6095"/>
                  </a:cubicBezTo>
                  <a:close/>
                  <a:moveTo>
                    <a:pt x="567" y="8096"/>
                  </a:moveTo>
                  <a:cubicBezTo>
                    <a:pt x="0" y="8096"/>
                    <a:pt x="0" y="8964"/>
                    <a:pt x="567" y="8964"/>
                  </a:cubicBezTo>
                  <a:lnTo>
                    <a:pt x="2335" y="8964"/>
                  </a:lnTo>
                  <a:cubicBezTo>
                    <a:pt x="2569" y="8964"/>
                    <a:pt x="2769" y="8764"/>
                    <a:pt x="2769" y="8530"/>
                  </a:cubicBezTo>
                  <a:lnTo>
                    <a:pt x="2736" y="8497"/>
                  </a:lnTo>
                  <a:cubicBezTo>
                    <a:pt x="2736" y="8263"/>
                    <a:pt x="2535" y="8096"/>
                    <a:pt x="2335" y="8096"/>
                  </a:cubicBezTo>
                  <a:close/>
                  <a:moveTo>
                    <a:pt x="4270" y="8096"/>
                  </a:moveTo>
                  <a:cubicBezTo>
                    <a:pt x="3703" y="8096"/>
                    <a:pt x="3703" y="8964"/>
                    <a:pt x="4270" y="8964"/>
                  </a:cubicBezTo>
                  <a:lnTo>
                    <a:pt x="8873" y="8964"/>
                  </a:lnTo>
                  <a:cubicBezTo>
                    <a:pt x="9107" y="8964"/>
                    <a:pt x="9307" y="8764"/>
                    <a:pt x="9307" y="8530"/>
                  </a:cubicBezTo>
                  <a:lnTo>
                    <a:pt x="9274" y="8497"/>
                  </a:lnTo>
                  <a:cubicBezTo>
                    <a:pt x="9274" y="8263"/>
                    <a:pt x="9107" y="8096"/>
                    <a:pt x="8873" y="8096"/>
                  </a:cubicBezTo>
                  <a:close/>
                  <a:moveTo>
                    <a:pt x="17413" y="9764"/>
                  </a:moveTo>
                  <a:cubicBezTo>
                    <a:pt x="17162" y="9764"/>
                    <a:pt x="16912" y="9931"/>
                    <a:pt x="16912" y="10265"/>
                  </a:cubicBezTo>
                  <a:cubicBezTo>
                    <a:pt x="16912" y="10598"/>
                    <a:pt x="17162" y="10765"/>
                    <a:pt x="17413" y="10765"/>
                  </a:cubicBezTo>
                  <a:cubicBezTo>
                    <a:pt x="17663" y="10765"/>
                    <a:pt x="17913" y="10598"/>
                    <a:pt x="17913" y="10265"/>
                  </a:cubicBezTo>
                  <a:cubicBezTo>
                    <a:pt x="17913" y="9931"/>
                    <a:pt x="17663" y="9764"/>
                    <a:pt x="17413" y="9764"/>
                  </a:cubicBezTo>
                  <a:close/>
                  <a:moveTo>
                    <a:pt x="18906" y="9762"/>
                  </a:moveTo>
                  <a:cubicBezTo>
                    <a:pt x="18790" y="9762"/>
                    <a:pt x="18674" y="9804"/>
                    <a:pt x="18580" y="9898"/>
                  </a:cubicBezTo>
                  <a:cubicBezTo>
                    <a:pt x="18247" y="10231"/>
                    <a:pt x="18480" y="10765"/>
                    <a:pt x="18914" y="10765"/>
                  </a:cubicBezTo>
                  <a:cubicBezTo>
                    <a:pt x="19214" y="10765"/>
                    <a:pt x="19447" y="10532"/>
                    <a:pt x="19447" y="10265"/>
                  </a:cubicBezTo>
                  <a:lnTo>
                    <a:pt x="19414" y="10265"/>
                  </a:lnTo>
                  <a:cubicBezTo>
                    <a:pt x="19414" y="9966"/>
                    <a:pt x="19161" y="9762"/>
                    <a:pt x="18906" y="9762"/>
                  </a:cubicBezTo>
                  <a:close/>
                  <a:moveTo>
                    <a:pt x="20407" y="9762"/>
                  </a:moveTo>
                  <a:cubicBezTo>
                    <a:pt x="20291" y="9762"/>
                    <a:pt x="20175" y="9804"/>
                    <a:pt x="20081" y="9898"/>
                  </a:cubicBezTo>
                  <a:cubicBezTo>
                    <a:pt x="19748" y="10231"/>
                    <a:pt x="19981" y="10765"/>
                    <a:pt x="20415" y="10765"/>
                  </a:cubicBezTo>
                  <a:cubicBezTo>
                    <a:pt x="20715" y="10765"/>
                    <a:pt x="20949" y="10532"/>
                    <a:pt x="20949" y="10265"/>
                  </a:cubicBezTo>
                  <a:lnTo>
                    <a:pt x="20915" y="10265"/>
                  </a:lnTo>
                  <a:cubicBezTo>
                    <a:pt x="20915" y="9966"/>
                    <a:pt x="20662" y="9762"/>
                    <a:pt x="20407" y="9762"/>
                  </a:cubicBezTo>
                  <a:close/>
                  <a:moveTo>
                    <a:pt x="21908" y="9762"/>
                  </a:moveTo>
                  <a:cubicBezTo>
                    <a:pt x="21792" y="9762"/>
                    <a:pt x="21676" y="9804"/>
                    <a:pt x="21582" y="9898"/>
                  </a:cubicBezTo>
                  <a:cubicBezTo>
                    <a:pt x="21249" y="10231"/>
                    <a:pt x="21482" y="10765"/>
                    <a:pt x="21916" y="10765"/>
                  </a:cubicBezTo>
                  <a:cubicBezTo>
                    <a:pt x="22216" y="10765"/>
                    <a:pt x="22450" y="10532"/>
                    <a:pt x="22450" y="10265"/>
                  </a:cubicBezTo>
                  <a:lnTo>
                    <a:pt x="22416" y="10265"/>
                  </a:lnTo>
                  <a:cubicBezTo>
                    <a:pt x="22416" y="9966"/>
                    <a:pt x="22163" y="9762"/>
                    <a:pt x="21908" y="9762"/>
                  </a:cubicBezTo>
                  <a:close/>
                  <a:moveTo>
                    <a:pt x="15918" y="9756"/>
                  </a:moveTo>
                  <a:cubicBezTo>
                    <a:pt x="15798" y="9756"/>
                    <a:pt x="15675" y="9800"/>
                    <a:pt x="15578" y="9898"/>
                  </a:cubicBezTo>
                  <a:cubicBezTo>
                    <a:pt x="15244" y="10231"/>
                    <a:pt x="15478" y="10765"/>
                    <a:pt x="15912" y="10765"/>
                  </a:cubicBezTo>
                  <a:cubicBezTo>
                    <a:pt x="15931" y="10767"/>
                    <a:pt x="15950" y="10768"/>
                    <a:pt x="15969" y="10768"/>
                  </a:cubicBezTo>
                  <a:cubicBezTo>
                    <a:pt x="16245" y="10768"/>
                    <a:pt x="16479" y="10546"/>
                    <a:pt x="16479" y="10265"/>
                  </a:cubicBezTo>
                  <a:lnTo>
                    <a:pt x="16412" y="10265"/>
                  </a:lnTo>
                  <a:cubicBezTo>
                    <a:pt x="16412" y="9949"/>
                    <a:pt x="16168" y="9756"/>
                    <a:pt x="15918" y="9756"/>
                  </a:cubicBezTo>
                  <a:close/>
                  <a:moveTo>
                    <a:pt x="23409" y="9762"/>
                  </a:moveTo>
                  <a:cubicBezTo>
                    <a:pt x="23293" y="9762"/>
                    <a:pt x="23177" y="9804"/>
                    <a:pt x="23083" y="9898"/>
                  </a:cubicBezTo>
                  <a:cubicBezTo>
                    <a:pt x="22750" y="10231"/>
                    <a:pt x="22983" y="10765"/>
                    <a:pt x="23417" y="10765"/>
                  </a:cubicBezTo>
                  <a:cubicBezTo>
                    <a:pt x="23436" y="10767"/>
                    <a:pt x="23455" y="10768"/>
                    <a:pt x="23474" y="10768"/>
                  </a:cubicBezTo>
                  <a:cubicBezTo>
                    <a:pt x="23750" y="10768"/>
                    <a:pt x="23984" y="10546"/>
                    <a:pt x="23984" y="10265"/>
                  </a:cubicBezTo>
                  <a:lnTo>
                    <a:pt x="23917" y="10265"/>
                  </a:lnTo>
                  <a:cubicBezTo>
                    <a:pt x="23917" y="9966"/>
                    <a:pt x="23664" y="9762"/>
                    <a:pt x="23409" y="9762"/>
                  </a:cubicBezTo>
                  <a:close/>
                  <a:moveTo>
                    <a:pt x="567" y="10098"/>
                  </a:moveTo>
                  <a:cubicBezTo>
                    <a:pt x="0" y="10098"/>
                    <a:pt x="0" y="10965"/>
                    <a:pt x="567" y="10965"/>
                  </a:cubicBezTo>
                  <a:lnTo>
                    <a:pt x="2335" y="10965"/>
                  </a:lnTo>
                  <a:cubicBezTo>
                    <a:pt x="2569" y="10965"/>
                    <a:pt x="2769" y="10765"/>
                    <a:pt x="2769" y="10498"/>
                  </a:cubicBezTo>
                  <a:lnTo>
                    <a:pt x="2736" y="10498"/>
                  </a:lnTo>
                  <a:cubicBezTo>
                    <a:pt x="2736" y="10265"/>
                    <a:pt x="2535" y="10098"/>
                    <a:pt x="2335" y="10098"/>
                  </a:cubicBezTo>
                  <a:close/>
                  <a:moveTo>
                    <a:pt x="9807" y="10098"/>
                  </a:moveTo>
                  <a:cubicBezTo>
                    <a:pt x="9207" y="10098"/>
                    <a:pt x="9207" y="10965"/>
                    <a:pt x="9807" y="10965"/>
                  </a:cubicBezTo>
                  <a:lnTo>
                    <a:pt x="14377" y="10965"/>
                  </a:lnTo>
                  <a:cubicBezTo>
                    <a:pt x="14611" y="10965"/>
                    <a:pt x="14811" y="10765"/>
                    <a:pt x="14811" y="10498"/>
                  </a:cubicBezTo>
                  <a:lnTo>
                    <a:pt x="14777" y="10498"/>
                  </a:lnTo>
                  <a:cubicBezTo>
                    <a:pt x="14777" y="10265"/>
                    <a:pt x="14611" y="10098"/>
                    <a:pt x="14377" y="10098"/>
                  </a:cubicBezTo>
                  <a:close/>
                  <a:moveTo>
                    <a:pt x="567" y="12099"/>
                  </a:moveTo>
                  <a:cubicBezTo>
                    <a:pt x="0" y="12099"/>
                    <a:pt x="0" y="12967"/>
                    <a:pt x="567" y="12967"/>
                  </a:cubicBezTo>
                  <a:lnTo>
                    <a:pt x="2335" y="12967"/>
                  </a:lnTo>
                  <a:cubicBezTo>
                    <a:pt x="2569" y="12967"/>
                    <a:pt x="2769" y="12766"/>
                    <a:pt x="2769" y="12500"/>
                  </a:cubicBezTo>
                  <a:lnTo>
                    <a:pt x="2736" y="12500"/>
                  </a:lnTo>
                  <a:cubicBezTo>
                    <a:pt x="2736" y="12266"/>
                    <a:pt x="2535" y="12099"/>
                    <a:pt x="2335" y="12099"/>
                  </a:cubicBezTo>
                  <a:close/>
                  <a:moveTo>
                    <a:pt x="9807" y="12099"/>
                  </a:moveTo>
                  <a:cubicBezTo>
                    <a:pt x="9207" y="12099"/>
                    <a:pt x="9207" y="12967"/>
                    <a:pt x="9807" y="12967"/>
                  </a:cubicBezTo>
                  <a:lnTo>
                    <a:pt x="14377" y="12967"/>
                  </a:lnTo>
                  <a:cubicBezTo>
                    <a:pt x="14611" y="12967"/>
                    <a:pt x="14811" y="12733"/>
                    <a:pt x="14811" y="12500"/>
                  </a:cubicBezTo>
                  <a:lnTo>
                    <a:pt x="14777" y="12500"/>
                  </a:lnTo>
                  <a:cubicBezTo>
                    <a:pt x="14777" y="12266"/>
                    <a:pt x="14611" y="12099"/>
                    <a:pt x="14377" y="12099"/>
                  </a:cubicBezTo>
                  <a:close/>
                  <a:moveTo>
                    <a:pt x="15919" y="13877"/>
                  </a:moveTo>
                  <a:cubicBezTo>
                    <a:pt x="15798" y="13877"/>
                    <a:pt x="15676" y="13926"/>
                    <a:pt x="15578" y="14034"/>
                  </a:cubicBezTo>
                  <a:cubicBezTo>
                    <a:pt x="15244" y="14334"/>
                    <a:pt x="15478" y="14901"/>
                    <a:pt x="15912" y="14901"/>
                  </a:cubicBezTo>
                  <a:cubicBezTo>
                    <a:pt x="16212" y="14901"/>
                    <a:pt x="16479" y="14668"/>
                    <a:pt x="16479" y="14401"/>
                  </a:cubicBezTo>
                  <a:lnTo>
                    <a:pt x="16412" y="14401"/>
                  </a:lnTo>
                  <a:cubicBezTo>
                    <a:pt x="16412" y="14086"/>
                    <a:pt x="16169" y="13877"/>
                    <a:pt x="15919" y="13877"/>
                  </a:cubicBezTo>
                  <a:close/>
                  <a:moveTo>
                    <a:pt x="17420" y="13877"/>
                  </a:moveTo>
                  <a:cubicBezTo>
                    <a:pt x="17299" y="13877"/>
                    <a:pt x="17177" y="13926"/>
                    <a:pt x="17079" y="14034"/>
                  </a:cubicBezTo>
                  <a:cubicBezTo>
                    <a:pt x="16746" y="14334"/>
                    <a:pt x="16979" y="14901"/>
                    <a:pt x="17413" y="14901"/>
                  </a:cubicBezTo>
                  <a:cubicBezTo>
                    <a:pt x="17713" y="14901"/>
                    <a:pt x="17946" y="14668"/>
                    <a:pt x="17946" y="14401"/>
                  </a:cubicBezTo>
                  <a:lnTo>
                    <a:pt x="17913" y="14401"/>
                  </a:lnTo>
                  <a:cubicBezTo>
                    <a:pt x="17913" y="14086"/>
                    <a:pt x="17670" y="13877"/>
                    <a:pt x="17420" y="13877"/>
                  </a:cubicBezTo>
                  <a:close/>
                  <a:moveTo>
                    <a:pt x="18921" y="13877"/>
                  </a:moveTo>
                  <a:cubicBezTo>
                    <a:pt x="18800" y="13877"/>
                    <a:pt x="18678" y="13926"/>
                    <a:pt x="18580" y="14034"/>
                  </a:cubicBezTo>
                  <a:cubicBezTo>
                    <a:pt x="18247" y="14334"/>
                    <a:pt x="18480" y="14901"/>
                    <a:pt x="18914" y="14901"/>
                  </a:cubicBezTo>
                  <a:cubicBezTo>
                    <a:pt x="19214" y="14901"/>
                    <a:pt x="19447" y="14668"/>
                    <a:pt x="19447" y="14401"/>
                  </a:cubicBezTo>
                  <a:lnTo>
                    <a:pt x="19414" y="14401"/>
                  </a:lnTo>
                  <a:cubicBezTo>
                    <a:pt x="19414" y="14086"/>
                    <a:pt x="19171" y="13877"/>
                    <a:pt x="18921" y="13877"/>
                  </a:cubicBezTo>
                  <a:close/>
                  <a:moveTo>
                    <a:pt x="20422" y="13877"/>
                  </a:moveTo>
                  <a:cubicBezTo>
                    <a:pt x="20301" y="13877"/>
                    <a:pt x="20179" y="13926"/>
                    <a:pt x="20081" y="14034"/>
                  </a:cubicBezTo>
                  <a:cubicBezTo>
                    <a:pt x="19748" y="14334"/>
                    <a:pt x="19981" y="14901"/>
                    <a:pt x="20415" y="14901"/>
                  </a:cubicBezTo>
                  <a:cubicBezTo>
                    <a:pt x="20715" y="14901"/>
                    <a:pt x="20949" y="14668"/>
                    <a:pt x="20949" y="14401"/>
                  </a:cubicBezTo>
                  <a:lnTo>
                    <a:pt x="20915" y="14401"/>
                  </a:lnTo>
                  <a:cubicBezTo>
                    <a:pt x="20915" y="14086"/>
                    <a:pt x="20672" y="13877"/>
                    <a:pt x="20422" y="13877"/>
                  </a:cubicBezTo>
                  <a:close/>
                  <a:moveTo>
                    <a:pt x="21923" y="13877"/>
                  </a:moveTo>
                  <a:cubicBezTo>
                    <a:pt x="21802" y="13877"/>
                    <a:pt x="21680" y="13926"/>
                    <a:pt x="21582" y="14034"/>
                  </a:cubicBezTo>
                  <a:cubicBezTo>
                    <a:pt x="21249" y="14334"/>
                    <a:pt x="21482" y="14901"/>
                    <a:pt x="21916" y="14901"/>
                  </a:cubicBezTo>
                  <a:cubicBezTo>
                    <a:pt x="22216" y="14901"/>
                    <a:pt x="22450" y="14668"/>
                    <a:pt x="22450" y="14401"/>
                  </a:cubicBezTo>
                  <a:lnTo>
                    <a:pt x="22416" y="14401"/>
                  </a:lnTo>
                  <a:cubicBezTo>
                    <a:pt x="22416" y="14086"/>
                    <a:pt x="22173" y="13877"/>
                    <a:pt x="21923" y="13877"/>
                  </a:cubicBezTo>
                  <a:close/>
                  <a:moveTo>
                    <a:pt x="23424" y="13877"/>
                  </a:moveTo>
                  <a:cubicBezTo>
                    <a:pt x="23303" y="13877"/>
                    <a:pt x="23181" y="13926"/>
                    <a:pt x="23083" y="14034"/>
                  </a:cubicBezTo>
                  <a:cubicBezTo>
                    <a:pt x="22750" y="14334"/>
                    <a:pt x="22983" y="14901"/>
                    <a:pt x="23417" y="14901"/>
                  </a:cubicBezTo>
                  <a:cubicBezTo>
                    <a:pt x="23717" y="14901"/>
                    <a:pt x="23984" y="14668"/>
                    <a:pt x="23984" y="14401"/>
                  </a:cubicBezTo>
                  <a:lnTo>
                    <a:pt x="23917" y="14401"/>
                  </a:lnTo>
                  <a:cubicBezTo>
                    <a:pt x="23917" y="14086"/>
                    <a:pt x="23674" y="13877"/>
                    <a:pt x="23424" y="13877"/>
                  </a:cubicBezTo>
                  <a:close/>
                  <a:moveTo>
                    <a:pt x="567" y="14101"/>
                  </a:moveTo>
                  <a:cubicBezTo>
                    <a:pt x="0" y="14101"/>
                    <a:pt x="0" y="14968"/>
                    <a:pt x="567" y="14968"/>
                  </a:cubicBezTo>
                  <a:lnTo>
                    <a:pt x="2335" y="14968"/>
                  </a:lnTo>
                  <a:cubicBezTo>
                    <a:pt x="2569" y="14968"/>
                    <a:pt x="2769" y="14768"/>
                    <a:pt x="2769" y="14501"/>
                  </a:cubicBezTo>
                  <a:lnTo>
                    <a:pt x="2736" y="14501"/>
                  </a:lnTo>
                  <a:cubicBezTo>
                    <a:pt x="2736" y="14268"/>
                    <a:pt x="2535" y="14101"/>
                    <a:pt x="2335" y="14101"/>
                  </a:cubicBezTo>
                  <a:close/>
                  <a:moveTo>
                    <a:pt x="9807" y="14101"/>
                  </a:moveTo>
                  <a:cubicBezTo>
                    <a:pt x="9207" y="14101"/>
                    <a:pt x="9207" y="14968"/>
                    <a:pt x="9807" y="14968"/>
                  </a:cubicBezTo>
                  <a:lnTo>
                    <a:pt x="14377" y="14968"/>
                  </a:lnTo>
                  <a:cubicBezTo>
                    <a:pt x="14611" y="14968"/>
                    <a:pt x="14811" y="14735"/>
                    <a:pt x="14811" y="14501"/>
                  </a:cubicBezTo>
                  <a:lnTo>
                    <a:pt x="14777" y="14501"/>
                  </a:lnTo>
                  <a:cubicBezTo>
                    <a:pt x="14777" y="14268"/>
                    <a:pt x="14611" y="14101"/>
                    <a:pt x="14377" y="14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3"/>
            <p:cNvSpPr/>
            <p:nvPr/>
          </p:nvSpPr>
          <p:spPr>
            <a:xfrm>
              <a:off x="2217550" y="2957700"/>
              <a:ext cx="1057450" cy="133450"/>
            </a:xfrm>
            <a:custGeom>
              <a:avLst/>
              <a:gdLst/>
              <a:ahLst/>
              <a:cxnLst/>
              <a:rect l="l" t="t" r="r" b="b"/>
              <a:pathLst>
                <a:path w="42298" h="5338" fill="none" extrusionOk="0">
                  <a:moveTo>
                    <a:pt x="1" y="1"/>
                  </a:moveTo>
                  <a:lnTo>
                    <a:pt x="42298" y="1"/>
                  </a:lnTo>
                  <a:lnTo>
                    <a:pt x="42298" y="5338"/>
                  </a:lnTo>
                  <a:lnTo>
                    <a:pt x="1" y="5338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3"/>
            <p:cNvSpPr/>
            <p:nvPr/>
          </p:nvSpPr>
          <p:spPr>
            <a:xfrm>
              <a:off x="2217550" y="2957700"/>
              <a:ext cx="528750" cy="133450"/>
            </a:xfrm>
            <a:custGeom>
              <a:avLst/>
              <a:gdLst/>
              <a:ahLst/>
              <a:cxnLst/>
              <a:rect l="l" t="t" r="r" b="b"/>
              <a:pathLst>
                <a:path w="21150" h="5338" extrusionOk="0">
                  <a:moveTo>
                    <a:pt x="1" y="1"/>
                  </a:moveTo>
                  <a:lnTo>
                    <a:pt x="1" y="5338"/>
                  </a:lnTo>
                  <a:lnTo>
                    <a:pt x="21149" y="533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3"/>
            <p:cNvSpPr/>
            <p:nvPr/>
          </p:nvSpPr>
          <p:spPr>
            <a:xfrm>
              <a:off x="2651200" y="2797600"/>
              <a:ext cx="46725" cy="101750"/>
            </a:xfrm>
            <a:custGeom>
              <a:avLst/>
              <a:gdLst/>
              <a:ahLst/>
              <a:cxnLst/>
              <a:rect l="l" t="t" r="r" b="b"/>
              <a:pathLst>
                <a:path w="1869" h="4070" extrusionOk="0">
                  <a:moveTo>
                    <a:pt x="100" y="0"/>
                  </a:moveTo>
                  <a:lnTo>
                    <a:pt x="100" y="2068"/>
                  </a:lnTo>
                  <a:lnTo>
                    <a:pt x="401" y="2068"/>
                  </a:lnTo>
                  <a:cubicBezTo>
                    <a:pt x="467" y="1968"/>
                    <a:pt x="534" y="1868"/>
                    <a:pt x="634" y="1801"/>
                  </a:cubicBezTo>
                  <a:cubicBezTo>
                    <a:pt x="701" y="1768"/>
                    <a:pt x="834" y="1735"/>
                    <a:pt x="934" y="1735"/>
                  </a:cubicBezTo>
                  <a:cubicBezTo>
                    <a:pt x="1034" y="1735"/>
                    <a:pt x="1168" y="1768"/>
                    <a:pt x="1235" y="1835"/>
                  </a:cubicBezTo>
                  <a:cubicBezTo>
                    <a:pt x="1335" y="1902"/>
                    <a:pt x="1401" y="2035"/>
                    <a:pt x="1435" y="2135"/>
                  </a:cubicBezTo>
                  <a:cubicBezTo>
                    <a:pt x="1468" y="2335"/>
                    <a:pt x="1468" y="2535"/>
                    <a:pt x="1468" y="2735"/>
                  </a:cubicBezTo>
                  <a:cubicBezTo>
                    <a:pt x="1468" y="2936"/>
                    <a:pt x="1468" y="3102"/>
                    <a:pt x="1435" y="3303"/>
                  </a:cubicBezTo>
                  <a:cubicBezTo>
                    <a:pt x="1401" y="3436"/>
                    <a:pt x="1368" y="3569"/>
                    <a:pt x="1268" y="3669"/>
                  </a:cubicBezTo>
                  <a:cubicBezTo>
                    <a:pt x="1168" y="3736"/>
                    <a:pt x="1034" y="3770"/>
                    <a:pt x="901" y="3770"/>
                  </a:cubicBezTo>
                  <a:cubicBezTo>
                    <a:pt x="801" y="3770"/>
                    <a:pt x="668" y="3736"/>
                    <a:pt x="567" y="3669"/>
                  </a:cubicBezTo>
                  <a:cubicBezTo>
                    <a:pt x="501" y="3603"/>
                    <a:pt x="434" y="3503"/>
                    <a:pt x="401" y="3403"/>
                  </a:cubicBezTo>
                  <a:cubicBezTo>
                    <a:pt x="367" y="3269"/>
                    <a:pt x="367" y="3102"/>
                    <a:pt x="367" y="2969"/>
                  </a:cubicBezTo>
                  <a:lnTo>
                    <a:pt x="0" y="2969"/>
                  </a:lnTo>
                  <a:cubicBezTo>
                    <a:pt x="0" y="3169"/>
                    <a:pt x="34" y="3369"/>
                    <a:pt x="100" y="3569"/>
                  </a:cubicBezTo>
                  <a:cubicBezTo>
                    <a:pt x="134" y="3736"/>
                    <a:pt x="234" y="3870"/>
                    <a:pt x="367" y="3936"/>
                  </a:cubicBezTo>
                  <a:cubicBezTo>
                    <a:pt x="534" y="4036"/>
                    <a:pt x="701" y="4070"/>
                    <a:pt x="901" y="4070"/>
                  </a:cubicBezTo>
                  <a:cubicBezTo>
                    <a:pt x="1068" y="4070"/>
                    <a:pt x="1201" y="4036"/>
                    <a:pt x="1368" y="3970"/>
                  </a:cubicBezTo>
                  <a:cubicBezTo>
                    <a:pt x="1468" y="3903"/>
                    <a:pt x="1568" y="3803"/>
                    <a:pt x="1635" y="3703"/>
                  </a:cubicBezTo>
                  <a:cubicBezTo>
                    <a:pt x="1735" y="3569"/>
                    <a:pt x="1802" y="3436"/>
                    <a:pt x="1802" y="3269"/>
                  </a:cubicBezTo>
                  <a:cubicBezTo>
                    <a:pt x="1835" y="3102"/>
                    <a:pt x="1868" y="2902"/>
                    <a:pt x="1868" y="2702"/>
                  </a:cubicBezTo>
                  <a:cubicBezTo>
                    <a:pt x="1868" y="2469"/>
                    <a:pt x="1835" y="2235"/>
                    <a:pt x="1768" y="2035"/>
                  </a:cubicBezTo>
                  <a:cubicBezTo>
                    <a:pt x="1735" y="1868"/>
                    <a:pt x="1635" y="1735"/>
                    <a:pt x="1535" y="1601"/>
                  </a:cubicBezTo>
                  <a:cubicBezTo>
                    <a:pt x="1368" y="1501"/>
                    <a:pt x="1201" y="1468"/>
                    <a:pt x="1034" y="1468"/>
                  </a:cubicBezTo>
                  <a:cubicBezTo>
                    <a:pt x="901" y="1468"/>
                    <a:pt x="768" y="1501"/>
                    <a:pt x="668" y="1535"/>
                  </a:cubicBezTo>
                  <a:cubicBezTo>
                    <a:pt x="567" y="1601"/>
                    <a:pt x="467" y="1668"/>
                    <a:pt x="434" y="1735"/>
                  </a:cubicBezTo>
                  <a:lnTo>
                    <a:pt x="434" y="334"/>
                  </a:lnTo>
                  <a:lnTo>
                    <a:pt x="1668" y="334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3"/>
            <p:cNvSpPr/>
            <p:nvPr/>
          </p:nvSpPr>
          <p:spPr>
            <a:xfrm>
              <a:off x="2711250" y="2795100"/>
              <a:ext cx="48375" cy="104250"/>
            </a:xfrm>
            <a:custGeom>
              <a:avLst/>
              <a:gdLst/>
              <a:ahLst/>
              <a:cxnLst/>
              <a:rect l="l" t="t" r="r" b="b"/>
              <a:pathLst>
                <a:path w="1935" h="4170" extrusionOk="0">
                  <a:moveTo>
                    <a:pt x="951" y="309"/>
                  </a:moveTo>
                  <a:cubicBezTo>
                    <a:pt x="1076" y="309"/>
                    <a:pt x="1201" y="350"/>
                    <a:pt x="1301" y="434"/>
                  </a:cubicBezTo>
                  <a:cubicBezTo>
                    <a:pt x="1401" y="534"/>
                    <a:pt x="1468" y="634"/>
                    <a:pt x="1501" y="734"/>
                  </a:cubicBezTo>
                  <a:cubicBezTo>
                    <a:pt x="1535" y="901"/>
                    <a:pt x="1535" y="1034"/>
                    <a:pt x="1535" y="1201"/>
                  </a:cubicBezTo>
                  <a:lnTo>
                    <a:pt x="1535" y="3002"/>
                  </a:lnTo>
                  <a:cubicBezTo>
                    <a:pt x="1535" y="3136"/>
                    <a:pt x="1535" y="3302"/>
                    <a:pt x="1501" y="3436"/>
                  </a:cubicBezTo>
                  <a:cubicBezTo>
                    <a:pt x="1468" y="3569"/>
                    <a:pt x="1401" y="3669"/>
                    <a:pt x="1301" y="3769"/>
                  </a:cubicBezTo>
                  <a:cubicBezTo>
                    <a:pt x="1201" y="3836"/>
                    <a:pt x="1068" y="3870"/>
                    <a:pt x="967" y="3870"/>
                  </a:cubicBezTo>
                  <a:cubicBezTo>
                    <a:pt x="834" y="3870"/>
                    <a:pt x="701" y="3836"/>
                    <a:pt x="601" y="3769"/>
                  </a:cubicBezTo>
                  <a:cubicBezTo>
                    <a:pt x="500" y="3669"/>
                    <a:pt x="434" y="3569"/>
                    <a:pt x="400" y="3436"/>
                  </a:cubicBezTo>
                  <a:cubicBezTo>
                    <a:pt x="367" y="3302"/>
                    <a:pt x="367" y="3136"/>
                    <a:pt x="367" y="3002"/>
                  </a:cubicBezTo>
                  <a:lnTo>
                    <a:pt x="367" y="1201"/>
                  </a:lnTo>
                  <a:cubicBezTo>
                    <a:pt x="367" y="1034"/>
                    <a:pt x="367" y="901"/>
                    <a:pt x="400" y="734"/>
                  </a:cubicBezTo>
                  <a:cubicBezTo>
                    <a:pt x="434" y="634"/>
                    <a:pt x="500" y="534"/>
                    <a:pt x="601" y="434"/>
                  </a:cubicBezTo>
                  <a:cubicBezTo>
                    <a:pt x="701" y="350"/>
                    <a:pt x="826" y="309"/>
                    <a:pt x="951" y="309"/>
                  </a:cubicBezTo>
                  <a:close/>
                  <a:moveTo>
                    <a:pt x="967" y="0"/>
                  </a:moveTo>
                  <a:cubicBezTo>
                    <a:pt x="734" y="0"/>
                    <a:pt x="567" y="67"/>
                    <a:pt x="400" y="167"/>
                  </a:cubicBezTo>
                  <a:cubicBezTo>
                    <a:pt x="234" y="300"/>
                    <a:pt x="134" y="434"/>
                    <a:pt x="100" y="601"/>
                  </a:cubicBezTo>
                  <a:cubicBezTo>
                    <a:pt x="33" y="801"/>
                    <a:pt x="0" y="1001"/>
                    <a:pt x="0" y="1234"/>
                  </a:cubicBezTo>
                  <a:lnTo>
                    <a:pt x="0" y="2969"/>
                  </a:lnTo>
                  <a:cubicBezTo>
                    <a:pt x="0" y="3202"/>
                    <a:pt x="0" y="3403"/>
                    <a:pt x="67" y="3603"/>
                  </a:cubicBezTo>
                  <a:cubicBezTo>
                    <a:pt x="134" y="3769"/>
                    <a:pt x="234" y="3903"/>
                    <a:pt x="367" y="4003"/>
                  </a:cubicBezTo>
                  <a:cubicBezTo>
                    <a:pt x="534" y="4136"/>
                    <a:pt x="734" y="4170"/>
                    <a:pt x="967" y="4170"/>
                  </a:cubicBezTo>
                  <a:cubicBezTo>
                    <a:pt x="1168" y="4170"/>
                    <a:pt x="1368" y="4103"/>
                    <a:pt x="1535" y="4003"/>
                  </a:cubicBezTo>
                  <a:cubicBezTo>
                    <a:pt x="1668" y="3870"/>
                    <a:pt x="1768" y="3736"/>
                    <a:pt x="1835" y="3569"/>
                  </a:cubicBezTo>
                  <a:cubicBezTo>
                    <a:pt x="1901" y="3369"/>
                    <a:pt x="1901" y="3169"/>
                    <a:pt x="1901" y="2936"/>
                  </a:cubicBezTo>
                  <a:lnTo>
                    <a:pt x="1901" y="1201"/>
                  </a:lnTo>
                  <a:cubicBezTo>
                    <a:pt x="1935" y="967"/>
                    <a:pt x="1901" y="767"/>
                    <a:pt x="1835" y="567"/>
                  </a:cubicBezTo>
                  <a:cubicBezTo>
                    <a:pt x="1768" y="400"/>
                    <a:pt x="1668" y="267"/>
                    <a:pt x="1535" y="167"/>
                  </a:cubicBezTo>
                  <a:cubicBezTo>
                    <a:pt x="1368" y="33"/>
                    <a:pt x="1168" y="0"/>
                    <a:pt x="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3"/>
            <p:cNvSpPr/>
            <p:nvPr/>
          </p:nvSpPr>
          <p:spPr>
            <a:xfrm>
              <a:off x="2772125" y="2794250"/>
              <a:ext cx="82575" cy="104275"/>
            </a:xfrm>
            <a:custGeom>
              <a:avLst/>
              <a:gdLst/>
              <a:ahLst/>
              <a:cxnLst/>
              <a:rect l="l" t="t" r="r" b="b"/>
              <a:pathLst>
                <a:path w="3303" h="4171" extrusionOk="0">
                  <a:moveTo>
                    <a:pt x="584" y="292"/>
                  </a:moveTo>
                  <a:cubicBezTo>
                    <a:pt x="600" y="292"/>
                    <a:pt x="616" y="295"/>
                    <a:pt x="634" y="301"/>
                  </a:cubicBezTo>
                  <a:cubicBezTo>
                    <a:pt x="734" y="301"/>
                    <a:pt x="834" y="334"/>
                    <a:pt x="867" y="434"/>
                  </a:cubicBezTo>
                  <a:cubicBezTo>
                    <a:pt x="901" y="534"/>
                    <a:pt x="934" y="635"/>
                    <a:pt x="934" y="768"/>
                  </a:cubicBezTo>
                  <a:lnTo>
                    <a:pt x="934" y="1368"/>
                  </a:lnTo>
                  <a:cubicBezTo>
                    <a:pt x="934" y="1435"/>
                    <a:pt x="901" y="1502"/>
                    <a:pt x="901" y="1602"/>
                  </a:cubicBezTo>
                  <a:cubicBezTo>
                    <a:pt x="867" y="1669"/>
                    <a:pt x="867" y="1735"/>
                    <a:pt x="801" y="1769"/>
                  </a:cubicBezTo>
                  <a:cubicBezTo>
                    <a:pt x="767" y="1802"/>
                    <a:pt x="701" y="1835"/>
                    <a:pt x="634" y="1835"/>
                  </a:cubicBezTo>
                  <a:cubicBezTo>
                    <a:pt x="567" y="1835"/>
                    <a:pt x="501" y="1802"/>
                    <a:pt x="467" y="1769"/>
                  </a:cubicBezTo>
                  <a:cubicBezTo>
                    <a:pt x="434" y="1735"/>
                    <a:pt x="400" y="1669"/>
                    <a:pt x="400" y="1602"/>
                  </a:cubicBezTo>
                  <a:cubicBezTo>
                    <a:pt x="367" y="1535"/>
                    <a:pt x="367" y="1435"/>
                    <a:pt x="367" y="1368"/>
                  </a:cubicBezTo>
                  <a:lnTo>
                    <a:pt x="367" y="768"/>
                  </a:lnTo>
                  <a:cubicBezTo>
                    <a:pt x="367" y="635"/>
                    <a:pt x="367" y="534"/>
                    <a:pt x="400" y="434"/>
                  </a:cubicBezTo>
                  <a:cubicBezTo>
                    <a:pt x="455" y="352"/>
                    <a:pt x="510" y="292"/>
                    <a:pt x="584" y="292"/>
                  </a:cubicBezTo>
                  <a:close/>
                  <a:moveTo>
                    <a:pt x="634" y="1"/>
                  </a:moveTo>
                  <a:cubicBezTo>
                    <a:pt x="467" y="1"/>
                    <a:pt x="267" y="67"/>
                    <a:pt x="167" y="201"/>
                  </a:cubicBezTo>
                  <a:cubicBezTo>
                    <a:pt x="67" y="368"/>
                    <a:pt x="0" y="568"/>
                    <a:pt x="34" y="768"/>
                  </a:cubicBezTo>
                  <a:lnTo>
                    <a:pt x="34" y="1335"/>
                  </a:lnTo>
                  <a:cubicBezTo>
                    <a:pt x="34" y="1535"/>
                    <a:pt x="67" y="1735"/>
                    <a:pt x="167" y="1902"/>
                  </a:cubicBezTo>
                  <a:cubicBezTo>
                    <a:pt x="267" y="2069"/>
                    <a:pt x="467" y="2136"/>
                    <a:pt x="634" y="2136"/>
                  </a:cubicBezTo>
                  <a:cubicBezTo>
                    <a:pt x="834" y="2136"/>
                    <a:pt x="1001" y="2069"/>
                    <a:pt x="1101" y="1902"/>
                  </a:cubicBezTo>
                  <a:cubicBezTo>
                    <a:pt x="1201" y="1735"/>
                    <a:pt x="1268" y="1535"/>
                    <a:pt x="1268" y="1368"/>
                  </a:cubicBezTo>
                  <a:lnTo>
                    <a:pt x="1268" y="768"/>
                  </a:lnTo>
                  <a:cubicBezTo>
                    <a:pt x="1268" y="568"/>
                    <a:pt x="1201" y="368"/>
                    <a:pt x="1101" y="201"/>
                  </a:cubicBezTo>
                  <a:cubicBezTo>
                    <a:pt x="1001" y="67"/>
                    <a:pt x="834" y="1"/>
                    <a:pt x="634" y="1"/>
                  </a:cubicBezTo>
                  <a:close/>
                  <a:moveTo>
                    <a:pt x="2669" y="2336"/>
                  </a:moveTo>
                  <a:cubicBezTo>
                    <a:pt x="2769" y="2336"/>
                    <a:pt x="2869" y="2369"/>
                    <a:pt x="2902" y="2469"/>
                  </a:cubicBezTo>
                  <a:cubicBezTo>
                    <a:pt x="2936" y="2569"/>
                    <a:pt x="2969" y="2703"/>
                    <a:pt x="2936" y="2803"/>
                  </a:cubicBezTo>
                  <a:lnTo>
                    <a:pt x="2936" y="3403"/>
                  </a:lnTo>
                  <a:cubicBezTo>
                    <a:pt x="2969" y="3503"/>
                    <a:pt x="2936" y="3570"/>
                    <a:pt x="2936" y="3637"/>
                  </a:cubicBezTo>
                  <a:cubicBezTo>
                    <a:pt x="2902" y="3703"/>
                    <a:pt x="2902" y="3770"/>
                    <a:pt x="2836" y="3803"/>
                  </a:cubicBezTo>
                  <a:cubicBezTo>
                    <a:pt x="2811" y="3852"/>
                    <a:pt x="2769" y="3883"/>
                    <a:pt x="2722" y="3883"/>
                  </a:cubicBezTo>
                  <a:cubicBezTo>
                    <a:pt x="2704" y="3883"/>
                    <a:pt x="2687" y="3879"/>
                    <a:pt x="2669" y="3870"/>
                  </a:cubicBezTo>
                  <a:lnTo>
                    <a:pt x="2669" y="3870"/>
                  </a:lnTo>
                  <a:lnTo>
                    <a:pt x="2702" y="3904"/>
                  </a:lnTo>
                  <a:cubicBezTo>
                    <a:pt x="2602" y="3904"/>
                    <a:pt x="2535" y="3870"/>
                    <a:pt x="2502" y="3803"/>
                  </a:cubicBezTo>
                  <a:cubicBezTo>
                    <a:pt x="2469" y="3770"/>
                    <a:pt x="2435" y="3703"/>
                    <a:pt x="2402" y="3637"/>
                  </a:cubicBezTo>
                  <a:cubicBezTo>
                    <a:pt x="2402" y="3570"/>
                    <a:pt x="2402" y="3503"/>
                    <a:pt x="2402" y="3403"/>
                  </a:cubicBezTo>
                  <a:lnTo>
                    <a:pt x="2402" y="2803"/>
                  </a:lnTo>
                  <a:cubicBezTo>
                    <a:pt x="2402" y="2703"/>
                    <a:pt x="2402" y="2569"/>
                    <a:pt x="2435" y="2469"/>
                  </a:cubicBezTo>
                  <a:cubicBezTo>
                    <a:pt x="2469" y="2369"/>
                    <a:pt x="2569" y="2336"/>
                    <a:pt x="2669" y="2336"/>
                  </a:cubicBezTo>
                  <a:close/>
                  <a:moveTo>
                    <a:pt x="2135" y="34"/>
                  </a:moveTo>
                  <a:lnTo>
                    <a:pt x="867" y="4137"/>
                  </a:lnTo>
                  <a:lnTo>
                    <a:pt x="1201" y="4137"/>
                  </a:lnTo>
                  <a:lnTo>
                    <a:pt x="2469" y="34"/>
                  </a:lnTo>
                  <a:close/>
                  <a:moveTo>
                    <a:pt x="2754" y="2061"/>
                  </a:moveTo>
                  <a:cubicBezTo>
                    <a:pt x="2725" y="2061"/>
                    <a:pt x="2697" y="2063"/>
                    <a:pt x="2669" y="2069"/>
                  </a:cubicBezTo>
                  <a:cubicBezTo>
                    <a:pt x="2647" y="2064"/>
                    <a:pt x="2624" y="2062"/>
                    <a:pt x="2602" y="2062"/>
                  </a:cubicBezTo>
                  <a:cubicBezTo>
                    <a:pt x="2451" y="2062"/>
                    <a:pt x="2289" y="2153"/>
                    <a:pt x="2202" y="2269"/>
                  </a:cubicBezTo>
                  <a:cubicBezTo>
                    <a:pt x="2102" y="2436"/>
                    <a:pt x="2035" y="2636"/>
                    <a:pt x="2068" y="2836"/>
                  </a:cubicBezTo>
                  <a:lnTo>
                    <a:pt x="2068" y="3370"/>
                  </a:lnTo>
                  <a:cubicBezTo>
                    <a:pt x="2035" y="3570"/>
                    <a:pt x="2102" y="3770"/>
                    <a:pt x="2202" y="3937"/>
                  </a:cubicBezTo>
                  <a:cubicBezTo>
                    <a:pt x="2302" y="4104"/>
                    <a:pt x="2469" y="4170"/>
                    <a:pt x="2669" y="4170"/>
                  </a:cubicBezTo>
                  <a:lnTo>
                    <a:pt x="2702" y="4170"/>
                  </a:lnTo>
                  <a:cubicBezTo>
                    <a:pt x="2869" y="4170"/>
                    <a:pt x="3036" y="4104"/>
                    <a:pt x="3136" y="3970"/>
                  </a:cubicBezTo>
                  <a:cubicBezTo>
                    <a:pt x="3236" y="3803"/>
                    <a:pt x="3303" y="3603"/>
                    <a:pt x="3303" y="3403"/>
                  </a:cubicBezTo>
                  <a:lnTo>
                    <a:pt x="3303" y="2803"/>
                  </a:lnTo>
                  <a:cubicBezTo>
                    <a:pt x="3303" y="2636"/>
                    <a:pt x="3236" y="2436"/>
                    <a:pt x="3136" y="2269"/>
                  </a:cubicBezTo>
                  <a:cubicBezTo>
                    <a:pt x="3052" y="2130"/>
                    <a:pt x="2899" y="2061"/>
                    <a:pt x="2754" y="20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3"/>
            <p:cNvSpPr/>
            <p:nvPr/>
          </p:nvSpPr>
          <p:spPr>
            <a:xfrm>
              <a:off x="4858600" y="2088750"/>
              <a:ext cx="488725" cy="349450"/>
            </a:xfrm>
            <a:custGeom>
              <a:avLst/>
              <a:gdLst/>
              <a:ahLst/>
              <a:cxnLst/>
              <a:rect l="l" t="t" r="r" b="b"/>
              <a:pathLst>
                <a:path w="19549" h="13978" fill="none" extrusionOk="0">
                  <a:moveTo>
                    <a:pt x="1" y="1"/>
                  </a:moveTo>
                  <a:lnTo>
                    <a:pt x="19548" y="1"/>
                  </a:lnTo>
                  <a:lnTo>
                    <a:pt x="19548" y="13977"/>
                  </a:lnTo>
                  <a:lnTo>
                    <a:pt x="1" y="1397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3"/>
            <p:cNvSpPr/>
            <p:nvPr/>
          </p:nvSpPr>
          <p:spPr>
            <a:xfrm>
              <a:off x="4984525" y="1754350"/>
              <a:ext cx="236025" cy="168475"/>
            </a:xfrm>
            <a:custGeom>
              <a:avLst/>
              <a:gdLst/>
              <a:ahLst/>
              <a:cxnLst/>
              <a:rect l="l" t="t" r="r" b="b"/>
              <a:pathLst>
                <a:path w="9441" h="6739" fill="none" extrusionOk="0">
                  <a:moveTo>
                    <a:pt x="1" y="0"/>
                  </a:moveTo>
                  <a:lnTo>
                    <a:pt x="9441" y="0"/>
                  </a:lnTo>
                  <a:lnTo>
                    <a:pt x="9441" y="6738"/>
                  </a:lnTo>
                  <a:lnTo>
                    <a:pt x="1" y="6738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3"/>
            <p:cNvSpPr/>
            <p:nvPr/>
          </p:nvSpPr>
          <p:spPr>
            <a:xfrm>
              <a:off x="5094600" y="1916950"/>
              <a:ext cx="25" cy="166825"/>
            </a:xfrm>
            <a:custGeom>
              <a:avLst/>
              <a:gdLst/>
              <a:ahLst/>
              <a:cxnLst/>
              <a:rect l="l" t="t" r="r" b="b"/>
              <a:pathLst>
                <a:path w="1" h="6673" fill="none" extrusionOk="0">
                  <a:moveTo>
                    <a:pt x="1" y="6672"/>
                  </a:moveTo>
                  <a:lnTo>
                    <a:pt x="1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3"/>
            <p:cNvSpPr/>
            <p:nvPr/>
          </p:nvSpPr>
          <p:spPr>
            <a:xfrm>
              <a:off x="5094600" y="2443175"/>
              <a:ext cx="25" cy="166800"/>
            </a:xfrm>
            <a:custGeom>
              <a:avLst/>
              <a:gdLst/>
              <a:ahLst/>
              <a:cxnLst/>
              <a:rect l="l" t="t" r="r" b="b"/>
              <a:pathLst>
                <a:path w="1" h="6672" fill="none" extrusionOk="0">
                  <a:moveTo>
                    <a:pt x="1" y="6672"/>
                  </a:moveTo>
                  <a:lnTo>
                    <a:pt x="1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3"/>
            <p:cNvSpPr/>
            <p:nvPr/>
          </p:nvSpPr>
          <p:spPr>
            <a:xfrm>
              <a:off x="5000375" y="2596625"/>
              <a:ext cx="188500" cy="188475"/>
            </a:xfrm>
            <a:custGeom>
              <a:avLst/>
              <a:gdLst/>
              <a:ahLst/>
              <a:cxnLst/>
              <a:rect l="l" t="t" r="r" b="b"/>
              <a:pathLst>
                <a:path w="7540" h="7539" fill="none" extrusionOk="0">
                  <a:moveTo>
                    <a:pt x="6205" y="1334"/>
                  </a:moveTo>
                  <a:cubicBezTo>
                    <a:pt x="7539" y="2669"/>
                    <a:pt x="7539" y="4837"/>
                    <a:pt x="6205" y="6205"/>
                  </a:cubicBezTo>
                  <a:cubicBezTo>
                    <a:pt x="4871" y="7539"/>
                    <a:pt x="2702" y="7539"/>
                    <a:pt x="1335" y="6205"/>
                  </a:cubicBezTo>
                  <a:cubicBezTo>
                    <a:pt x="0" y="4837"/>
                    <a:pt x="0" y="2669"/>
                    <a:pt x="1335" y="1334"/>
                  </a:cubicBezTo>
                  <a:cubicBezTo>
                    <a:pt x="2702" y="0"/>
                    <a:pt x="4871" y="0"/>
                    <a:pt x="6205" y="1334"/>
                  </a:cubicBezTo>
                  <a:close/>
                </a:path>
              </a:pathLst>
            </a:custGeom>
            <a:noFill/>
            <a:ln w="100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3"/>
            <p:cNvSpPr/>
            <p:nvPr/>
          </p:nvSpPr>
          <p:spPr>
            <a:xfrm>
              <a:off x="5256400" y="1992025"/>
              <a:ext cx="175975" cy="91750"/>
            </a:xfrm>
            <a:custGeom>
              <a:avLst/>
              <a:gdLst/>
              <a:ahLst/>
              <a:cxnLst/>
              <a:rect l="l" t="t" r="r" b="b"/>
              <a:pathLst>
                <a:path w="7039" h="3670" fill="none" extrusionOk="0">
                  <a:moveTo>
                    <a:pt x="7038" y="0"/>
                  </a:moveTo>
                  <a:lnTo>
                    <a:pt x="0" y="0"/>
                  </a:lnTo>
                  <a:lnTo>
                    <a:pt x="0" y="3669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3"/>
            <p:cNvSpPr/>
            <p:nvPr/>
          </p:nvSpPr>
          <p:spPr>
            <a:xfrm>
              <a:off x="5637500" y="1992025"/>
              <a:ext cx="139275" cy="540400"/>
            </a:xfrm>
            <a:custGeom>
              <a:avLst/>
              <a:gdLst/>
              <a:ahLst/>
              <a:cxnLst/>
              <a:rect l="l" t="t" r="r" b="b"/>
              <a:pathLst>
                <a:path w="5571" h="21616" fill="none" extrusionOk="0">
                  <a:moveTo>
                    <a:pt x="0" y="21616"/>
                  </a:moveTo>
                  <a:lnTo>
                    <a:pt x="5571" y="21616"/>
                  </a:lnTo>
                  <a:lnTo>
                    <a:pt x="5571" y="0"/>
                  </a:lnTo>
                  <a:lnTo>
                    <a:pt x="0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3"/>
            <p:cNvSpPr/>
            <p:nvPr/>
          </p:nvSpPr>
          <p:spPr>
            <a:xfrm>
              <a:off x="5256400" y="2438175"/>
              <a:ext cx="175975" cy="94250"/>
            </a:xfrm>
            <a:custGeom>
              <a:avLst/>
              <a:gdLst/>
              <a:ahLst/>
              <a:cxnLst/>
              <a:rect l="l" t="t" r="r" b="b"/>
              <a:pathLst>
                <a:path w="7039" h="3770" fill="none" extrusionOk="0">
                  <a:moveTo>
                    <a:pt x="0" y="0"/>
                  </a:moveTo>
                  <a:lnTo>
                    <a:pt x="0" y="3770"/>
                  </a:lnTo>
                  <a:lnTo>
                    <a:pt x="7038" y="377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3"/>
            <p:cNvSpPr/>
            <p:nvPr/>
          </p:nvSpPr>
          <p:spPr>
            <a:xfrm>
              <a:off x="5430675" y="1928625"/>
              <a:ext cx="209350" cy="129300"/>
            </a:xfrm>
            <a:custGeom>
              <a:avLst/>
              <a:gdLst/>
              <a:ahLst/>
              <a:cxnLst/>
              <a:rect l="l" t="t" r="r" b="b"/>
              <a:pathLst>
                <a:path w="8374" h="5172" fill="none" extrusionOk="0">
                  <a:moveTo>
                    <a:pt x="1" y="1"/>
                  </a:moveTo>
                  <a:lnTo>
                    <a:pt x="8373" y="1"/>
                  </a:lnTo>
                  <a:lnTo>
                    <a:pt x="8373" y="5171"/>
                  </a:lnTo>
                  <a:lnTo>
                    <a:pt x="1" y="5171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3"/>
            <p:cNvSpPr/>
            <p:nvPr/>
          </p:nvSpPr>
          <p:spPr>
            <a:xfrm>
              <a:off x="5430675" y="2191325"/>
              <a:ext cx="209350" cy="129275"/>
            </a:xfrm>
            <a:custGeom>
              <a:avLst/>
              <a:gdLst/>
              <a:ahLst/>
              <a:cxnLst/>
              <a:rect l="l" t="t" r="r" b="b"/>
              <a:pathLst>
                <a:path w="8374" h="5171" fill="none" extrusionOk="0">
                  <a:moveTo>
                    <a:pt x="1" y="0"/>
                  </a:moveTo>
                  <a:lnTo>
                    <a:pt x="8373" y="0"/>
                  </a:lnTo>
                  <a:lnTo>
                    <a:pt x="8373" y="5171"/>
                  </a:lnTo>
                  <a:lnTo>
                    <a:pt x="1" y="5171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3"/>
            <p:cNvSpPr/>
            <p:nvPr/>
          </p:nvSpPr>
          <p:spPr>
            <a:xfrm>
              <a:off x="5430675" y="2454000"/>
              <a:ext cx="209350" cy="129300"/>
            </a:xfrm>
            <a:custGeom>
              <a:avLst/>
              <a:gdLst/>
              <a:ahLst/>
              <a:cxnLst/>
              <a:rect l="l" t="t" r="r" b="b"/>
              <a:pathLst>
                <a:path w="8374" h="5172" fill="none" extrusionOk="0">
                  <a:moveTo>
                    <a:pt x="1" y="1"/>
                  </a:moveTo>
                  <a:lnTo>
                    <a:pt x="8373" y="1"/>
                  </a:lnTo>
                  <a:lnTo>
                    <a:pt x="8373" y="5171"/>
                  </a:lnTo>
                  <a:lnTo>
                    <a:pt x="1" y="5171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3"/>
            <p:cNvSpPr/>
            <p:nvPr/>
          </p:nvSpPr>
          <p:spPr>
            <a:xfrm>
              <a:off x="5539925" y="2062900"/>
              <a:ext cx="25" cy="128450"/>
            </a:xfrm>
            <a:custGeom>
              <a:avLst/>
              <a:gdLst/>
              <a:ahLst/>
              <a:cxnLst/>
              <a:rect l="l" t="t" r="r" b="b"/>
              <a:pathLst>
                <a:path w="1" h="5138" fill="none" extrusionOk="0">
                  <a:moveTo>
                    <a:pt x="1" y="0"/>
                  </a:moveTo>
                  <a:lnTo>
                    <a:pt x="1" y="5137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3"/>
            <p:cNvSpPr/>
            <p:nvPr/>
          </p:nvSpPr>
          <p:spPr>
            <a:xfrm>
              <a:off x="5539925" y="2323075"/>
              <a:ext cx="25" cy="127625"/>
            </a:xfrm>
            <a:custGeom>
              <a:avLst/>
              <a:gdLst/>
              <a:ahLst/>
              <a:cxnLst/>
              <a:rect l="l" t="t" r="r" b="b"/>
              <a:pathLst>
                <a:path w="1" h="5105" fill="none" extrusionOk="0">
                  <a:moveTo>
                    <a:pt x="1" y="1"/>
                  </a:moveTo>
                  <a:lnTo>
                    <a:pt x="1" y="5105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3"/>
            <p:cNvSpPr/>
            <p:nvPr/>
          </p:nvSpPr>
          <p:spPr>
            <a:xfrm>
              <a:off x="4016350" y="2007850"/>
              <a:ext cx="691350" cy="517075"/>
            </a:xfrm>
            <a:custGeom>
              <a:avLst/>
              <a:gdLst/>
              <a:ahLst/>
              <a:cxnLst/>
              <a:rect l="l" t="t" r="r" b="b"/>
              <a:pathLst>
                <a:path w="27654" h="20683" fill="none" extrusionOk="0">
                  <a:moveTo>
                    <a:pt x="0" y="5505"/>
                  </a:moveTo>
                  <a:lnTo>
                    <a:pt x="0" y="1"/>
                  </a:lnTo>
                  <a:lnTo>
                    <a:pt x="27653" y="1"/>
                  </a:lnTo>
                  <a:lnTo>
                    <a:pt x="27653" y="20682"/>
                  </a:lnTo>
                  <a:lnTo>
                    <a:pt x="0" y="20682"/>
                  </a:lnTo>
                  <a:lnTo>
                    <a:pt x="0" y="11676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3"/>
            <p:cNvSpPr/>
            <p:nvPr/>
          </p:nvSpPr>
          <p:spPr>
            <a:xfrm>
              <a:off x="4603425" y="1625075"/>
              <a:ext cx="291900" cy="291075"/>
            </a:xfrm>
            <a:custGeom>
              <a:avLst/>
              <a:gdLst/>
              <a:ahLst/>
              <a:cxnLst/>
              <a:rect l="l" t="t" r="r" b="b"/>
              <a:pathLst>
                <a:path w="11676" h="11643" fill="none" extrusionOk="0">
                  <a:moveTo>
                    <a:pt x="11675" y="5838"/>
                  </a:moveTo>
                  <a:cubicBezTo>
                    <a:pt x="11675" y="9041"/>
                    <a:pt x="9074" y="11643"/>
                    <a:pt x="5838" y="11643"/>
                  </a:cubicBezTo>
                  <a:cubicBezTo>
                    <a:pt x="2602" y="11643"/>
                    <a:pt x="0" y="9041"/>
                    <a:pt x="0" y="5838"/>
                  </a:cubicBezTo>
                  <a:cubicBezTo>
                    <a:pt x="0" y="2603"/>
                    <a:pt x="2602" y="1"/>
                    <a:pt x="5838" y="1"/>
                  </a:cubicBezTo>
                  <a:cubicBezTo>
                    <a:pt x="9074" y="1"/>
                    <a:pt x="11675" y="2603"/>
                    <a:pt x="11675" y="5838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3"/>
            <p:cNvSpPr/>
            <p:nvPr/>
          </p:nvSpPr>
          <p:spPr>
            <a:xfrm>
              <a:off x="3900425" y="2132950"/>
              <a:ext cx="183475" cy="183500"/>
            </a:xfrm>
            <a:custGeom>
              <a:avLst/>
              <a:gdLst/>
              <a:ahLst/>
              <a:cxnLst/>
              <a:rect l="l" t="t" r="r" b="b"/>
              <a:pathLst>
                <a:path w="7339" h="7340" fill="none" extrusionOk="0">
                  <a:moveTo>
                    <a:pt x="5938" y="1268"/>
                  </a:moveTo>
                  <a:cubicBezTo>
                    <a:pt x="7272" y="2536"/>
                    <a:pt x="7339" y="4604"/>
                    <a:pt x="6071" y="5938"/>
                  </a:cubicBezTo>
                  <a:cubicBezTo>
                    <a:pt x="4804" y="7272"/>
                    <a:pt x="2702" y="7339"/>
                    <a:pt x="1368" y="6071"/>
                  </a:cubicBezTo>
                  <a:cubicBezTo>
                    <a:pt x="67" y="4804"/>
                    <a:pt x="0" y="2736"/>
                    <a:pt x="1268" y="1401"/>
                  </a:cubicBezTo>
                  <a:cubicBezTo>
                    <a:pt x="2502" y="67"/>
                    <a:pt x="4604" y="0"/>
                    <a:pt x="5938" y="1268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3"/>
            <p:cNvSpPr/>
            <p:nvPr/>
          </p:nvSpPr>
          <p:spPr>
            <a:xfrm>
              <a:off x="4582575" y="1895275"/>
              <a:ext cx="79250" cy="120950"/>
            </a:xfrm>
            <a:custGeom>
              <a:avLst/>
              <a:gdLst/>
              <a:ahLst/>
              <a:cxnLst/>
              <a:rect l="l" t="t" r="r" b="b"/>
              <a:pathLst>
                <a:path w="3170" h="4838" fill="none" extrusionOk="0">
                  <a:moveTo>
                    <a:pt x="3169" y="1"/>
                  </a:moveTo>
                  <a:lnTo>
                    <a:pt x="1" y="4837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3"/>
            <p:cNvSpPr/>
            <p:nvPr/>
          </p:nvSpPr>
          <p:spPr>
            <a:xfrm>
              <a:off x="4545050" y="263665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0" y="0"/>
                  </a:moveTo>
                  <a:lnTo>
                    <a:pt x="8507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3"/>
            <p:cNvSpPr/>
            <p:nvPr/>
          </p:nvSpPr>
          <p:spPr>
            <a:xfrm>
              <a:off x="4545050" y="268500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0" y="1"/>
                  </a:moveTo>
                  <a:lnTo>
                    <a:pt x="8507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3"/>
            <p:cNvSpPr/>
            <p:nvPr/>
          </p:nvSpPr>
          <p:spPr>
            <a:xfrm>
              <a:off x="4545050" y="273255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0" y="0"/>
                  </a:moveTo>
                  <a:lnTo>
                    <a:pt x="8507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3"/>
            <p:cNvSpPr/>
            <p:nvPr/>
          </p:nvSpPr>
          <p:spPr>
            <a:xfrm>
              <a:off x="4545050" y="2780925"/>
              <a:ext cx="212675" cy="0"/>
            </a:xfrm>
            <a:custGeom>
              <a:avLst/>
              <a:gdLst/>
              <a:ahLst/>
              <a:cxnLst/>
              <a:rect l="l" t="t" r="r" b="b"/>
              <a:pathLst>
                <a:path w="8507" fill="none" extrusionOk="0">
                  <a:moveTo>
                    <a:pt x="0" y="0"/>
                  </a:moveTo>
                  <a:lnTo>
                    <a:pt x="8507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3"/>
            <p:cNvSpPr/>
            <p:nvPr/>
          </p:nvSpPr>
          <p:spPr>
            <a:xfrm>
              <a:off x="4545050" y="282845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0" y="0"/>
                  </a:moveTo>
                  <a:lnTo>
                    <a:pt x="8507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3"/>
            <p:cNvSpPr/>
            <p:nvPr/>
          </p:nvSpPr>
          <p:spPr>
            <a:xfrm>
              <a:off x="4991200" y="2162125"/>
              <a:ext cx="211850" cy="25"/>
            </a:xfrm>
            <a:custGeom>
              <a:avLst/>
              <a:gdLst/>
              <a:ahLst/>
              <a:cxnLst/>
              <a:rect l="l" t="t" r="r" b="b"/>
              <a:pathLst>
                <a:path w="8474" h="1" fill="none" extrusionOk="0">
                  <a:moveTo>
                    <a:pt x="1" y="1"/>
                  </a:moveTo>
                  <a:lnTo>
                    <a:pt x="847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3"/>
            <p:cNvSpPr/>
            <p:nvPr/>
          </p:nvSpPr>
          <p:spPr>
            <a:xfrm>
              <a:off x="4991200" y="2210500"/>
              <a:ext cx="211850" cy="25"/>
            </a:xfrm>
            <a:custGeom>
              <a:avLst/>
              <a:gdLst/>
              <a:ahLst/>
              <a:cxnLst/>
              <a:rect l="l" t="t" r="r" b="b"/>
              <a:pathLst>
                <a:path w="8474" h="1" fill="none" extrusionOk="0">
                  <a:moveTo>
                    <a:pt x="1" y="1"/>
                  </a:moveTo>
                  <a:lnTo>
                    <a:pt x="847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3"/>
            <p:cNvSpPr/>
            <p:nvPr/>
          </p:nvSpPr>
          <p:spPr>
            <a:xfrm>
              <a:off x="4991200" y="2258050"/>
              <a:ext cx="211850" cy="25"/>
            </a:xfrm>
            <a:custGeom>
              <a:avLst/>
              <a:gdLst/>
              <a:ahLst/>
              <a:cxnLst/>
              <a:rect l="l" t="t" r="r" b="b"/>
              <a:pathLst>
                <a:path w="8474" h="1" fill="none" extrusionOk="0">
                  <a:moveTo>
                    <a:pt x="1" y="0"/>
                  </a:moveTo>
                  <a:lnTo>
                    <a:pt x="8473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3"/>
            <p:cNvSpPr/>
            <p:nvPr/>
          </p:nvSpPr>
          <p:spPr>
            <a:xfrm>
              <a:off x="4991200" y="2305575"/>
              <a:ext cx="211850" cy="25"/>
            </a:xfrm>
            <a:custGeom>
              <a:avLst/>
              <a:gdLst/>
              <a:ahLst/>
              <a:cxnLst/>
              <a:rect l="l" t="t" r="r" b="b"/>
              <a:pathLst>
                <a:path w="8474" h="1" fill="none" extrusionOk="0">
                  <a:moveTo>
                    <a:pt x="1" y="0"/>
                  </a:moveTo>
                  <a:lnTo>
                    <a:pt x="8473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3"/>
            <p:cNvSpPr/>
            <p:nvPr/>
          </p:nvSpPr>
          <p:spPr>
            <a:xfrm>
              <a:off x="4991200" y="2353950"/>
              <a:ext cx="211850" cy="25"/>
            </a:xfrm>
            <a:custGeom>
              <a:avLst/>
              <a:gdLst/>
              <a:ahLst/>
              <a:cxnLst/>
              <a:rect l="l" t="t" r="r" b="b"/>
              <a:pathLst>
                <a:path w="8474" h="1" fill="none" extrusionOk="0">
                  <a:moveTo>
                    <a:pt x="1" y="0"/>
                  </a:moveTo>
                  <a:lnTo>
                    <a:pt x="8473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3"/>
            <p:cNvSpPr/>
            <p:nvPr/>
          </p:nvSpPr>
          <p:spPr>
            <a:xfrm>
              <a:off x="2904700" y="888725"/>
              <a:ext cx="422850" cy="1099150"/>
            </a:xfrm>
            <a:custGeom>
              <a:avLst/>
              <a:gdLst/>
              <a:ahLst/>
              <a:cxnLst/>
              <a:rect l="l" t="t" r="r" b="b"/>
              <a:pathLst>
                <a:path w="16914" h="43966" fill="none" extrusionOk="0">
                  <a:moveTo>
                    <a:pt x="16913" y="21983"/>
                  </a:moveTo>
                  <a:cubicBezTo>
                    <a:pt x="16913" y="34125"/>
                    <a:pt x="13144" y="43965"/>
                    <a:pt x="8440" y="43965"/>
                  </a:cubicBezTo>
                  <a:cubicBezTo>
                    <a:pt x="3770" y="43965"/>
                    <a:pt x="1" y="34125"/>
                    <a:pt x="1" y="21983"/>
                  </a:cubicBezTo>
                  <a:cubicBezTo>
                    <a:pt x="1" y="9841"/>
                    <a:pt x="3770" y="0"/>
                    <a:pt x="8440" y="0"/>
                  </a:cubicBezTo>
                  <a:cubicBezTo>
                    <a:pt x="13144" y="0"/>
                    <a:pt x="16913" y="9841"/>
                    <a:pt x="16913" y="21983"/>
                  </a:cubicBez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3"/>
            <p:cNvSpPr/>
            <p:nvPr/>
          </p:nvSpPr>
          <p:spPr>
            <a:xfrm>
              <a:off x="2968100" y="1053000"/>
              <a:ext cx="296050" cy="771425"/>
            </a:xfrm>
            <a:custGeom>
              <a:avLst/>
              <a:gdLst/>
              <a:ahLst/>
              <a:cxnLst/>
              <a:rect l="l" t="t" r="r" b="b"/>
              <a:pathLst>
                <a:path w="11842" h="30857" fill="none" extrusionOk="0">
                  <a:moveTo>
                    <a:pt x="11842" y="15412"/>
                  </a:moveTo>
                  <a:cubicBezTo>
                    <a:pt x="11842" y="23951"/>
                    <a:pt x="9207" y="30856"/>
                    <a:pt x="5904" y="30856"/>
                  </a:cubicBezTo>
                  <a:cubicBezTo>
                    <a:pt x="2635" y="30856"/>
                    <a:pt x="0" y="23951"/>
                    <a:pt x="0" y="15412"/>
                  </a:cubicBezTo>
                  <a:cubicBezTo>
                    <a:pt x="0" y="6906"/>
                    <a:pt x="2635" y="1"/>
                    <a:pt x="5904" y="1"/>
                  </a:cubicBezTo>
                  <a:cubicBezTo>
                    <a:pt x="9207" y="1"/>
                    <a:pt x="11842" y="6906"/>
                    <a:pt x="11842" y="15412"/>
                  </a:cubicBez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3"/>
            <p:cNvSpPr/>
            <p:nvPr/>
          </p:nvSpPr>
          <p:spPr>
            <a:xfrm>
              <a:off x="2499425" y="1259000"/>
              <a:ext cx="138450" cy="358600"/>
            </a:xfrm>
            <a:custGeom>
              <a:avLst/>
              <a:gdLst/>
              <a:ahLst/>
              <a:cxnLst/>
              <a:rect l="l" t="t" r="r" b="b"/>
              <a:pathLst>
                <a:path w="5538" h="14344" fill="none" extrusionOk="0">
                  <a:moveTo>
                    <a:pt x="5538" y="7172"/>
                  </a:moveTo>
                  <a:cubicBezTo>
                    <a:pt x="5538" y="11141"/>
                    <a:pt x="4270" y="14344"/>
                    <a:pt x="2769" y="14344"/>
                  </a:cubicBezTo>
                  <a:cubicBezTo>
                    <a:pt x="1268" y="14344"/>
                    <a:pt x="0" y="11141"/>
                    <a:pt x="0" y="7172"/>
                  </a:cubicBezTo>
                  <a:cubicBezTo>
                    <a:pt x="0" y="3202"/>
                    <a:pt x="1268" y="0"/>
                    <a:pt x="2769" y="0"/>
                  </a:cubicBezTo>
                  <a:cubicBezTo>
                    <a:pt x="4270" y="0"/>
                    <a:pt x="5538" y="3202"/>
                    <a:pt x="5538" y="7172"/>
                  </a:cubicBez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3"/>
            <p:cNvSpPr/>
            <p:nvPr/>
          </p:nvSpPr>
          <p:spPr>
            <a:xfrm>
              <a:off x="2656200" y="1589225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1" y="1"/>
                  </a:moveTo>
                  <a:lnTo>
                    <a:pt x="8507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3"/>
            <p:cNvSpPr/>
            <p:nvPr/>
          </p:nvSpPr>
          <p:spPr>
            <a:xfrm>
              <a:off x="2656200" y="163675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1" y="1"/>
                  </a:moveTo>
                  <a:lnTo>
                    <a:pt x="8507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3"/>
            <p:cNvSpPr/>
            <p:nvPr/>
          </p:nvSpPr>
          <p:spPr>
            <a:xfrm>
              <a:off x="2656200" y="1685125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1" y="1"/>
                  </a:moveTo>
                  <a:lnTo>
                    <a:pt x="8507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3"/>
            <p:cNvSpPr/>
            <p:nvPr/>
          </p:nvSpPr>
          <p:spPr>
            <a:xfrm>
              <a:off x="2656200" y="1732650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1" y="1"/>
                  </a:moveTo>
                  <a:lnTo>
                    <a:pt x="8507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3"/>
            <p:cNvSpPr/>
            <p:nvPr/>
          </p:nvSpPr>
          <p:spPr>
            <a:xfrm>
              <a:off x="2656200" y="1781025"/>
              <a:ext cx="212675" cy="25"/>
            </a:xfrm>
            <a:custGeom>
              <a:avLst/>
              <a:gdLst/>
              <a:ahLst/>
              <a:cxnLst/>
              <a:rect l="l" t="t" r="r" b="b"/>
              <a:pathLst>
                <a:path w="8507" h="1" fill="none" extrusionOk="0">
                  <a:moveTo>
                    <a:pt x="1" y="1"/>
                  </a:moveTo>
                  <a:lnTo>
                    <a:pt x="8507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3"/>
            <p:cNvSpPr/>
            <p:nvPr/>
          </p:nvSpPr>
          <p:spPr>
            <a:xfrm>
              <a:off x="2640350" y="1464975"/>
              <a:ext cx="484550" cy="25"/>
            </a:xfrm>
            <a:custGeom>
              <a:avLst/>
              <a:gdLst/>
              <a:ahLst/>
              <a:cxnLst/>
              <a:rect l="l" t="t" r="r" b="b"/>
              <a:pathLst>
                <a:path w="19382" h="1" fill="none" extrusionOk="0">
                  <a:moveTo>
                    <a:pt x="1938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3"/>
            <p:cNvSpPr/>
            <p:nvPr/>
          </p:nvSpPr>
          <p:spPr>
            <a:xfrm>
              <a:off x="2815475" y="1824400"/>
              <a:ext cx="301075" cy="622975"/>
            </a:xfrm>
            <a:custGeom>
              <a:avLst/>
              <a:gdLst/>
              <a:ahLst/>
              <a:cxnLst/>
              <a:rect l="l" t="t" r="r" b="b"/>
              <a:pathLst>
                <a:path w="12043" h="24919" fill="none" extrusionOk="0">
                  <a:moveTo>
                    <a:pt x="12043" y="0"/>
                  </a:moveTo>
                  <a:lnTo>
                    <a:pt x="12043" y="24918"/>
                  </a:lnTo>
                  <a:lnTo>
                    <a:pt x="1" y="24918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3"/>
            <p:cNvSpPr/>
            <p:nvPr/>
          </p:nvSpPr>
          <p:spPr>
            <a:xfrm>
              <a:off x="2563625" y="2343925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fill="none" extrusionOk="0">
                  <a:moveTo>
                    <a:pt x="1" y="1"/>
                  </a:moveTo>
                  <a:lnTo>
                    <a:pt x="10075" y="1"/>
                  </a:lnTo>
                  <a:lnTo>
                    <a:pt x="10075" y="6906"/>
                  </a:lnTo>
                  <a:lnTo>
                    <a:pt x="1" y="6906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3"/>
            <p:cNvSpPr/>
            <p:nvPr/>
          </p:nvSpPr>
          <p:spPr>
            <a:xfrm>
              <a:off x="2563625" y="2087925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fill="none" extrusionOk="0">
                  <a:moveTo>
                    <a:pt x="1" y="0"/>
                  </a:moveTo>
                  <a:lnTo>
                    <a:pt x="10075" y="0"/>
                  </a:lnTo>
                  <a:lnTo>
                    <a:pt x="10075" y="6905"/>
                  </a:lnTo>
                  <a:lnTo>
                    <a:pt x="1" y="6905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3"/>
            <p:cNvSpPr/>
            <p:nvPr/>
          </p:nvSpPr>
          <p:spPr>
            <a:xfrm>
              <a:off x="2815475" y="2171300"/>
              <a:ext cx="297750" cy="25"/>
            </a:xfrm>
            <a:custGeom>
              <a:avLst/>
              <a:gdLst/>
              <a:ahLst/>
              <a:cxnLst/>
              <a:rect l="l" t="t" r="r" b="b"/>
              <a:pathLst>
                <a:path w="11910" h="1" fill="none" extrusionOk="0">
                  <a:moveTo>
                    <a:pt x="1" y="1"/>
                  </a:moveTo>
                  <a:lnTo>
                    <a:pt x="11909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Text 0">
            <a:extLst>
              <a:ext uri="{FF2B5EF4-FFF2-40B4-BE49-F238E27FC236}">
                <a16:creationId xmlns:a16="http://schemas.microsoft.com/office/drawing/2014/main" id="{8EC0FC5D-E5F0-8A82-848B-FF7D54D7757B}"/>
              </a:ext>
            </a:extLst>
          </p:cNvPr>
          <p:cNvSpPr/>
          <p:nvPr/>
        </p:nvSpPr>
        <p:spPr>
          <a:xfrm>
            <a:off x="2111395" y="211038"/>
            <a:ext cx="4921210" cy="5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u="sng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Future Scope</a:t>
            </a:r>
            <a:endParaRPr lang="en-US" sz="2400" u="sng" dirty="0">
              <a:latin typeface="Redhawk" pitchFamily="50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9C5FDF33-284E-BCAE-4A80-C3A690924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77" y="762595"/>
            <a:ext cx="164783" cy="205978"/>
          </a:xfrm>
          <a:prstGeom prst="rect">
            <a:avLst/>
          </a:prstGeom>
        </p:spPr>
      </p:pic>
      <p:sp>
        <p:nvSpPr>
          <p:cNvPr id="17" name="Shape 2">
            <a:extLst>
              <a:ext uri="{FF2B5EF4-FFF2-40B4-BE49-F238E27FC236}">
                <a16:creationId xmlns:a16="http://schemas.microsoft.com/office/drawing/2014/main" id="{25C9B1B4-CD9D-9CD6-B74F-71E85C02B5B2}"/>
              </a:ext>
            </a:extLst>
          </p:cNvPr>
          <p:cNvSpPr/>
          <p:nvPr/>
        </p:nvSpPr>
        <p:spPr>
          <a:xfrm>
            <a:off x="576977" y="1019770"/>
            <a:ext cx="6537127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B725F86-772E-D93C-46CC-6B26C7216F7A}"/>
              </a:ext>
            </a:extLst>
          </p:cNvPr>
          <p:cNvSpPr/>
          <p:nvPr/>
        </p:nvSpPr>
        <p:spPr>
          <a:xfrm>
            <a:off x="576977" y="1087755"/>
            <a:ext cx="3626287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Enhanced Accuracy with Deep Learning</a:t>
            </a:r>
            <a:endParaRPr lang="en-US" sz="1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97E4873-BDD2-45CA-9FC8-0FA754639CC4}"/>
              </a:ext>
            </a:extLst>
          </p:cNvPr>
          <p:cNvSpPr/>
          <p:nvPr/>
        </p:nvSpPr>
        <p:spPr>
          <a:xfrm>
            <a:off x="576977" y="1396127"/>
            <a:ext cx="5686663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 advanced CNN models like FaceNet to significantly boost recognition precision and robustness in varied conditions.</a:t>
            </a:r>
            <a:endParaRPr lang="en-US" sz="1200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EEAC6849-B3CA-CB95-F2E7-3E68DDDF1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77" y="2064543"/>
            <a:ext cx="164783" cy="205978"/>
          </a:xfrm>
          <a:prstGeom prst="rect">
            <a:avLst/>
          </a:prstGeom>
        </p:spPr>
      </p:pic>
      <p:sp>
        <p:nvSpPr>
          <p:cNvPr id="21" name="Shape 5">
            <a:extLst>
              <a:ext uri="{FF2B5EF4-FFF2-40B4-BE49-F238E27FC236}">
                <a16:creationId xmlns:a16="http://schemas.microsoft.com/office/drawing/2014/main" id="{CF07407D-FC7A-0180-AB3D-CEBC61F7C326}"/>
              </a:ext>
            </a:extLst>
          </p:cNvPr>
          <p:cNvSpPr/>
          <p:nvPr/>
        </p:nvSpPr>
        <p:spPr>
          <a:xfrm>
            <a:off x="576977" y="2321718"/>
            <a:ext cx="468000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C1BE3D01-5D0F-DC51-3BC4-1A38715A2502}"/>
              </a:ext>
            </a:extLst>
          </p:cNvPr>
          <p:cNvSpPr/>
          <p:nvPr/>
        </p:nvSpPr>
        <p:spPr>
          <a:xfrm>
            <a:off x="576977" y="2397383"/>
            <a:ext cx="250983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Seamless Cloud Integration</a:t>
            </a:r>
            <a:endParaRPr lang="en-US" sz="12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C55D3A5-2C58-98A9-D9B7-747C9AF9DAB2}"/>
              </a:ext>
            </a:extLst>
          </p:cNvPr>
          <p:cNvSpPr/>
          <p:nvPr/>
        </p:nvSpPr>
        <p:spPr>
          <a:xfrm>
            <a:off x="576977" y="2706112"/>
            <a:ext cx="4558904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 cloud-based reporting and data synchronization for accessible, secure, and scalable attendance management from anywhere.</a:t>
            </a:r>
            <a:endParaRPr lang="en-US" sz="120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ADE4EB08-8F15-D208-3557-2880F537E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77" y="3633668"/>
            <a:ext cx="164783" cy="205978"/>
          </a:xfrm>
          <a:prstGeom prst="rect">
            <a:avLst/>
          </a:prstGeom>
        </p:spPr>
      </p:pic>
      <p:sp>
        <p:nvSpPr>
          <p:cNvPr id="25" name="Shape 8">
            <a:extLst>
              <a:ext uri="{FF2B5EF4-FFF2-40B4-BE49-F238E27FC236}">
                <a16:creationId xmlns:a16="http://schemas.microsoft.com/office/drawing/2014/main" id="{3AE6F467-98AD-CB14-B9AB-6D298DE52D59}"/>
              </a:ext>
            </a:extLst>
          </p:cNvPr>
          <p:cNvSpPr/>
          <p:nvPr/>
        </p:nvSpPr>
        <p:spPr>
          <a:xfrm>
            <a:off x="576977" y="3890843"/>
            <a:ext cx="482400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465BCDF-0C5B-68A0-718E-6CC75F75D2E9}"/>
              </a:ext>
            </a:extLst>
          </p:cNvPr>
          <p:cNvSpPr/>
          <p:nvPr/>
        </p:nvSpPr>
        <p:spPr>
          <a:xfrm>
            <a:off x="576977" y="3964900"/>
            <a:ext cx="2535555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Mobile Application Support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1EF568A-1859-8E35-D12A-DD7CD1796C46}"/>
              </a:ext>
            </a:extLst>
          </p:cNvPr>
          <p:cNvSpPr/>
          <p:nvPr/>
        </p:nvSpPr>
        <p:spPr>
          <a:xfrm>
            <a:off x="576977" y="4273629"/>
            <a:ext cx="4824000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Introduce a dedicated mobile app for administrators to monitor attendance, generate reports, and manage user data on the go.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186AA6-95A1-9DB1-05C9-6CFAB974C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2" name="Google Shape;2812;p55"/>
          <p:cNvGrpSpPr/>
          <p:nvPr/>
        </p:nvGrpSpPr>
        <p:grpSpPr>
          <a:xfrm flipH="1">
            <a:off x="494352" y="296489"/>
            <a:ext cx="1009703" cy="130500"/>
            <a:chOff x="5461400" y="616025"/>
            <a:chExt cx="1009703" cy="130500"/>
          </a:xfrm>
        </p:grpSpPr>
        <p:sp>
          <p:nvSpPr>
            <p:cNvPr id="2813" name="Google Shape;2813;p5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5" name="Google Shape;2815;p5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flipH="1">
            <a:off x="7599040" y="4748487"/>
            <a:ext cx="1009703" cy="130500"/>
            <a:chOff x="5461400" y="616025"/>
            <a:chExt cx="1009703" cy="130500"/>
          </a:xfrm>
        </p:grpSpPr>
        <p:sp>
          <p:nvSpPr>
            <p:cNvPr id="2819" name="Google Shape;2819;p5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 11">
            <a:extLst>
              <a:ext uri="{FF2B5EF4-FFF2-40B4-BE49-F238E27FC236}">
                <a16:creationId xmlns:a16="http://schemas.microsoft.com/office/drawing/2014/main" id="{7A86C4DA-EA98-1DB5-AE64-B740F78CFDC0}"/>
              </a:ext>
            </a:extLst>
          </p:cNvPr>
          <p:cNvSpPr/>
          <p:nvPr/>
        </p:nvSpPr>
        <p:spPr>
          <a:xfrm>
            <a:off x="754298" y="642952"/>
            <a:ext cx="2322580" cy="46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82824"/>
                </a:solidFill>
                <a:latin typeface="Redhawk" pitchFamily="50" charset="0"/>
                <a:ea typeface="Lato Bold" pitchFamily="34" charset="-122"/>
                <a:cs typeface="Lato Bold" pitchFamily="34" charset="-120"/>
              </a:rPr>
              <a:t>Conclusion</a:t>
            </a:r>
            <a:endParaRPr lang="en-US" sz="3200" dirty="0">
              <a:latin typeface="Redhawk" pitchFamily="50" charset="0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C647ED61-2D50-DEE9-3D9A-F1876F5CEEB2}"/>
              </a:ext>
            </a:extLst>
          </p:cNvPr>
          <p:cNvSpPr/>
          <p:nvPr/>
        </p:nvSpPr>
        <p:spPr>
          <a:xfrm>
            <a:off x="3749774" y="392346"/>
            <a:ext cx="4858969" cy="1200851"/>
          </a:xfrm>
          <a:prstGeom prst="roundRect">
            <a:avLst>
              <a:gd name="adj" fmla="val 70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AC130A49-3530-DA46-6963-B0A6604190F6}"/>
              </a:ext>
            </a:extLst>
          </p:cNvPr>
          <p:cNvSpPr/>
          <p:nvPr/>
        </p:nvSpPr>
        <p:spPr>
          <a:xfrm>
            <a:off x="3749774" y="374632"/>
            <a:ext cx="4858969" cy="70855"/>
          </a:xfrm>
          <a:prstGeom prst="roundRect">
            <a:avLst>
              <a:gd name="adj" fmla="val 27046"/>
            </a:avLst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C8710F50-1BDE-C6DD-9C1C-875A19C36D29}"/>
              </a:ext>
            </a:extLst>
          </p:cNvPr>
          <p:cNvSpPr/>
          <p:nvPr/>
        </p:nvSpPr>
        <p:spPr>
          <a:xfrm>
            <a:off x="5995404" y="200723"/>
            <a:ext cx="367620" cy="383247"/>
          </a:xfrm>
          <a:prstGeom prst="roundRect">
            <a:avLst>
              <a:gd name="adj" fmla="val 184882"/>
            </a:avLst>
          </a:prstGeom>
          <a:solidFill>
            <a:schemeClr val="accent3">
              <a:lumMod val="50000"/>
            </a:schemeClr>
          </a:solidFill>
          <a:ln/>
        </p:spPr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8CAFDC3-C04A-C91C-9577-AF0B540F2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672" y="296489"/>
            <a:ext cx="146995" cy="191623"/>
          </a:xfrm>
          <a:prstGeom prst="rect">
            <a:avLst/>
          </a:prstGeom>
        </p:spPr>
      </p:pic>
      <p:sp>
        <p:nvSpPr>
          <p:cNvPr id="11" name="Text 15">
            <a:extLst>
              <a:ext uri="{FF2B5EF4-FFF2-40B4-BE49-F238E27FC236}">
                <a16:creationId xmlns:a16="http://schemas.microsoft.com/office/drawing/2014/main" id="{E76D28B4-A839-5DF1-5CF3-CAF59ABA29DE}"/>
              </a:ext>
            </a:extLst>
          </p:cNvPr>
          <p:cNvSpPr/>
          <p:nvPr/>
        </p:nvSpPr>
        <p:spPr>
          <a:xfrm>
            <a:off x="3889246" y="634990"/>
            <a:ext cx="2405369" cy="199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Face Recognition System</a:t>
            </a:r>
            <a:endParaRPr lang="en-US" sz="12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EB2F7C2F-B3B8-8C4B-7201-CA469D4F3BC0}"/>
              </a:ext>
            </a:extLst>
          </p:cNvPr>
          <p:cNvSpPr/>
          <p:nvPr/>
        </p:nvSpPr>
        <p:spPr>
          <a:xfrm>
            <a:off x="3889246" y="927116"/>
            <a:ext cx="4580024" cy="40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Successfully developed a robust, real-time face recognition attendance system from scratch, demonstrating practical computer vision application.</a:t>
            </a:r>
            <a:endParaRPr lang="en-US" sz="100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2FF0B004-CF49-DC7E-F7D1-5DDB9534250B}"/>
              </a:ext>
            </a:extLst>
          </p:cNvPr>
          <p:cNvSpPr/>
          <p:nvPr/>
        </p:nvSpPr>
        <p:spPr>
          <a:xfrm>
            <a:off x="3749774" y="1912508"/>
            <a:ext cx="4858969" cy="1200851"/>
          </a:xfrm>
          <a:prstGeom prst="roundRect">
            <a:avLst>
              <a:gd name="adj" fmla="val 70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2C8B8BC4-4841-BE0D-C51B-FFCDFD008BC8}"/>
              </a:ext>
            </a:extLst>
          </p:cNvPr>
          <p:cNvSpPr/>
          <p:nvPr/>
        </p:nvSpPr>
        <p:spPr>
          <a:xfrm>
            <a:off x="3749774" y="1894794"/>
            <a:ext cx="4858969" cy="70855"/>
          </a:xfrm>
          <a:prstGeom prst="roundRect">
            <a:avLst>
              <a:gd name="adj" fmla="val 27046"/>
            </a:avLst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44A02CB1-178F-AB8A-B7D0-CF441E63857C}"/>
              </a:ext>
            </a:extLst>
          </p:cNvPr>
          <p:cNvSpPr/>
          <p:nvPr/>
        </p:nvSpPr>
        <p:spPr>
          <a:xfrm>
            <a:off x="5995404" y="1720885"/>
            <a:ext cx="367620" cy="383247"/>
          </a:xfrm>
          <a:prstGeom prst="roundRect">
            <a:avLst>
              <a:gd name="adj" fmla="val 184882"/>
            </a:avLst>
          </a:prstGeom>
          <a:solidFill>
            <a:schemeClr val="accent3">
              <a:lumMod val="50000"/>
            </a:schemeClr>
          </a:solidFill>
          <a:ln/>
        </p:spPr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35FE092A-2C25-53E3-5010-E07CB6669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672" y="1816650"/>
            <a:ext cx="146995" cy="191623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97A8E40C-FF48-B663-F623-C43CFED49484}"/>
              </a:ext>
            </a:extLst>
          </p:cNvPr>
          <p:cNvSpPr/>
          <p:nvPr/>
        </p:nvSpPr>
        <p:spPr>
          <a:xfrm>
            <a:off x="3889246" y="2155152"/>
            <a:ext cx="2338642" cy="199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&amp; Reliable Attendance</a:t>
            </a:r>
            <a:endParaRPr lang="en-US" sz="120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44B88160-7BC4-0CA1-A278-7646BA21FC09}"/>
              </a:ext>
            </a:extLst>
          </p:cNvPr>
          <p:cNvSpPr/>
          <p:nvPr/>
        </p:nvSpPr>
        <p:spPr>
          <a:xfrm>
            <a:off x="3889157" y="2451858"/>
            <a:ext cx="4580024" cy="40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automates attendance tracking, drastically reducing manual effort, saving time, and significantly increasing data reliability and accuracy.</a:t>
            </a:r>
            <a:endParaRPr lang="en-US" sz="1000" dirty="0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9A34FF3A-071E-B796-94F3-88C96DFD82F9}"/>
              </a:ext>
            </a:extLst>
          </p:cNvPr>
          <p:cNvSpPr/>
          <p:nvPr/>
        </p:nvSpPr>
        <p:spPr>
          <a:xfrm>
            <a:off x="3749774" y="3432670"/>
            <a:ext cx="4858969" cy="1200851"/>
          </a:xfrm>
          <a:prstGeom prst="roundRect">
            <a:avLst>
              <a:gd name="adj" fmla="val 70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891C7D29-671D-7B9D-FF9C-96F67228D235}"/>
              </a:ext>
            </a:extLst>
          </p:cNvPr>
          <p:cNvSpPr/>
          <p:nvPr/>
        </p:nvSpPr>
        <p:spPr>
          <a:xfrm>
            <a:off x="3749774" y="3414956"/>
            <a:ext cx="4858969" cy="70855"/>
          </a:xfrm>
          <a:prstGeom prst="roundRect">
            <a:avLst>
              <a:gd name="adj" fmla="val 27046"/>
            </a:avLst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D0C0ABE0-38FA-12E0-409F-D871879EEFC6}"/>
              </a:ext>
            </a:extLst>
          </p:cNvPr>
          <p:cNvSpPr/>
          <p:nvPr/>
        </p:nvSpPr>
        <p:spPr>
          <a:xfrm>
            <a:off x="5995404" y="3241046"/>
            <a:ext cx="367620" cy="383247"/>
          </a:xfrm>
          <a:prstGeom prst="roundRect">
            <a:avLst>
              <a:gd name="adj" fmla="val 184882"/>
            </a:avLst>
          </a:prstGeom>
          <a:solidFill>
            <a:schemeClr val="accent3">
              <a:lumMod val="50000"/>
            </a:schemeClr>
          </a:solidFill>
          <a:ln/>
        </p:spPr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2E8C2952-E521-9031-85F2-133A81928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672" y="3336812"/>
            <a:ext cx="146995" cy="191623"/>
          </a:xfrm>
          <a:prstGeom prst="rect">
            <a:avLst/>
          </a:prstGeom>
        </p:spPr>
      </p:pic>
      <p:sp>
        <p:nvSpPr>
          <p:cNvPr id="23" name="Text 25">
            <a:extLst>
              <a:ext uri="{FF2B5EF4-FFF2-40B4-BE49-F238E27FC236}">
                <a16:creationId xmlns:a16="http://schemas.microsoft.com/office/drawing/2014/main" id="{267CDC5D-F422-4223-21A0-61E55B4EE5AA}"/>
              </a:ext>
            </a:extLst>
          </p:cNvPr>
          <p:cNvSpPr/>
          <p:nvPr/>
        </p:nvSpPr>
        <p:spPr>
          <a:xfrm>
            <a:off x="3889157" y="3642007"/>
            <a:ext cx="2375811" cy="199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Comprehensive Data Management</a:t>
            </a:r>
            <a:endParaRPr lang="en-US" sz="12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CAD1CDFD-5AA7-2E08-B8F8-D9C4EB2DBD2C}"/>
              </a:ext>
            </a:extLst>
          </p:cNvPr>
          <p:cNvSpPr/>
          <p:nvPr/>
        </p:nvSpPr>
        <p:spPr>
          <a:xfrm>
            <a:off x="3889157" y="3956530"/>
            <a:ext cx="4580024" cy="408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include both automated CSV logging for detailed record-keeping and an interactive Streamlit dashboard for real-time monitoring and visualization.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FB4662-74E4-C2AE-FDCD-BE322C778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73" y="1354476"/>
            <a:ext cx="2866030" cy="31758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">
            <a:extLst>
              <a:ext uri="{FF2B5EF4-FFF2-40B4-BE49-F238E27FC236}">
                <a16:creationId xmlns:a16="http://schemas.microsoft.com/office/drawing/2014/main" id="{FFFF3629-4F65-7337-848F-5875D5588484}"/>
              </a:ext>
            </a:extLst>
          </p:cNvPr>
          <p:cNvSpPr/>
          <p:nvPr/>
        </p:nvSpPr>
        <p:spPr>
          <a:xfrm>
            <a:off x="1195235" y="673116"/>
            <a:ext cx="2796902" cy="189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Thank You</a:t>
            </a:r>
            <a:endParaRPr lang="en-US" sz="6600" dirty="0"/>
          </a:p>
        </p:txBody>
      </p:sp>
      <p:grpSp>
        <p:nvGrpSpPr>
          <p:cNvPr id="23" name="Google Shape;3245;p71">
            <a:extLst>
              <a:ext uri="{FF2B5EF4-FFF2-40B4-BE49-F238E27FC236}">
                <a16:creationId xmlns:a16="http://schemas.microsoft.com/office/drawing/2014/main" id="{8434DFD3-FD0A-F0A5-E606-9F8BB73217D1}"/>
              </a:ext>
            </a:extLst>
          </p:cNvPr>
          <p:cNvGrpSpPr/>
          <p:nvPr/>
        </p:nvGrpSpPr>
        <p:grpSpPr>
          <a:xfrm>
            <a:off x="4814165" y="1099516"/>
            <a:ext cx="3758906" cy="3504492"/>
            <a:chOff x="1561000" y="353675"/>
            <a:chExt cx="5025275" cy="4685150"/>
          </a:xfrm>
        </p:grpSpPr>
        <p:sp>
          <p:nvSpPr>
            <p:cNvPr id="24" name="Google Shape;3246;p71">
              <a:extLst>
                <a:ext uri="{FF2B5EF4-FFF2-40B4-BE49-F238E27FC236}">
                  <a16:creationId xmlns:a16="http://schemas.microsoft.com/office/drawing/2014/main" id="{E8B74429-3C84-55FF-D0ED-A90F7B346EBA}"/>
                </a:ext>
              </a:extLst>
            </p:cNvPr>
            <p:cNvSpPr/>
            <p:nvPr/>
          </p:nvSpPr>
          <p:spPr>
            <a:xfrm>
              <a:off x="1561000" y="353675"/>
              <a:ext cx="5025275" cy="3994500"/>
            </a:xfrm>
            <a:custGeom>
              <a:avLst/>
              <a:gdLst/>
              <a:ahLst/>
              <a:cxnLst/>
              <a:rect l="l" t="t" r="r" b="b"/>
              <a:pathLst>
                <a:path w="201011" h="159780" extrusionOk="0">
                  <a:moveTo>
                    <a:pt x="114060" y="0"/>
                  </a:moveTo>
                  <a:cubicBezTo>
                    <a:pt x="102605" y="0"/>
                    <a:pt x="87315" y="2281"/>
                    <a:pt x="72118" y="11446"/>
                  </a:cubicBezTo>
                  <a:cubicBezTo>
                    <a:pt x="41863" y="29692"/>
                    <a:pt x="26452" y="63717"/>
                    <a:pt x="13243" y="91003"/>
                  </a:cubicBezTo>
                  <a:cubicBezTo>
                    <a:pt x="0" y="118289"/>
                    <a:pt x="7339" y="145042"/>
                    <a:pt x="30255" y="156250"/>
                  </a:cubicBezTo>
                  <a:cubicBezTo>
                    <a:pt x="35415" y="158781"/>
                    <a:pt x="40212" y="159780"/>
                    <a:pt x="44918" y="159780"/>
                  </a:cubicBezTo>
                  <a:cubicBezTo>
                    <a:pt x="61112" y="159780"/>
                    <a:pt x="76212" y="147947"/>
                    <a:pt x="101206" y="146009"/>
                  </a:cubicBezTo>
                  <a:cubicBezTo>
                    <a:pt x="133496" y="143541"/>
                    <a:pt x="142135" y="147577"/>
                    <a:pt x="169021" y="128663"/>
                  </a:cubicBezTo>
                  <a:cubicBezTo>
                    <a:pt x="195907" y="109783"/>
                    <a:pt x="201010" y="68020"/>
                    <a:pt x="180095" y="38332"/>
                  </a:cubicBezTo>
                  <a:cubicBezTo>
                    <a:pt x="159181" y="8644"/>
                    <a:pt x="132995" y="2239"/>
                    <a:pt x="132995" y="2239"/>
                  </a:cubicBezTo>
                  <a:cubicBezTo>
                    <a:pt x="132995" y="2239"/>
                    <a:pt x="125410" y="0"/>
                    <a:pt x="114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47;p71">
              <a:extLst>
                <a:ext uri="{FF2B5EF4-FFF2-40B4-BE49-F238E27FC236}">
                  <a16:creationId xmlns:a16="http://schemas.microsoft.com/office/drawing/2014/main" id="{37F7E9B6-23F8-6579-6548-DDB3110BC921}"/>
                </a:ext>
              </a:extLst>
            </p:cNvPr>
            <p:cNvSpPr/>
            <p:nvPr/>
          </p:nvSpPr>
          <p:spPr>
            <a:xfrm>
              <a:off x="2278175" y="504725"/>
              <a:ext cx="2585200" cy="1552800"/>
            </a:xfrm>
            <a:custGeom>
              <a:avLst/>
              <a:gdLst/>
              <a:ahLst/>
              <a:cxnLst/>
              <a:rect l="l" t="t" r="r" b="b"/>
              <a:pathLst>
                <a:path w="103408" h="62112" fill="none" extrusionOk="0">
                  <a:moveTo>
                    <a:pt x="4537" y="0"/>
                  </a:moveTo>
                  <a:lnTo>
                    <a:pt x="98838" y="0"/>
                  </a:lnTo>
                  <a:cubicBezTo>
                    <a:pt x="101373" y="0"/>
                    <a:pt x="103408" y="2002"/>
                    <a:pt x="103408" y="4537"/>
                  </a:cubicBezTo>
                  <a:lnTo>
                    <a:pt x="103408" y="57541"/>
                  </a:lnTo>
                  <a:cubicBezTo>
                    <a:pt x="103408" y="60076"/>
                    <a:pt x="101373" y="62111"/>
                    <a:pt x="98838" y="62111"/>
                  </a:cubicBezTo>
                  <a:lnTo>
                    <a:pt x="4537" y="62111"/>
                  </a:lnTo>
                  <a:cubicBezTo>
                    <a:pt x="2035" y="62111"/>
                    <a:pt x="0" y="60076"/>
                    <a:pt x="0" y="57541"/>
                  </a:cubicBezTo>
                  <a:lnTo>
                    <a:pt x="0" y="4537"/>
                  </a:lnTo>
                  <a:cubicBezTo>
                    <a:pt x="0" y="2002"/>
                    <a:pt x="2035" y="0"/>
                    <a:pt x="4537" y="0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48;p71">
              <a:extLst>
                <a:ext uri="{FF2B5EF4-FFF2-40B4-BE49-F238E27FC236}">
                  <a16:creationId xmlns:a16="http://schemas.microsoft.com/office/drawing/2014/main" id="{BE2041FA-CA9C-3565-F9ED-3008326AA724}"/>
                </a:ext>
              </a:extLst>
            </p:cNvPr>
            <p:cNvSpPr/>
            <p:nvPr/>
          </p:nvSpPr>
          <p:spPr>
            <a:xfrm>
              <a:off x="2375750" y="1362825"/>
              <a:ext cx="542900" cy="542925"/>
            </a:xfrm>
            <a:custGeom>
              <a:avLst/>
              <a:gdLst/>
              <a:ahLst/>
              <a:cxnLst/>
              <a:rect l="l" t="t" r="r" b="b"/>
              <a:pathLst>
                <a:path w="21716" h="21717" fill="none" extrusionOk="0">
                  <a:moveTo>
                    <a:pt x="14377" y="1969"/>
                  </a:moveTo>
                  <a:cubicBezTo>
                    <a:pt x="19314" y="3903"/>
                    <a:pt x="21716" y="9474"/>
                    <a:pt x="19748" y="14411"/>
                  </a:cubicBezTo>
                  <a:cubicBezTo>
                    <a:pt x="17813" y="19315"/>
                    <a:pt x="12242" y="21716"/>
                    <a:pt x="7305" y="19748"/>
                  </a:cubicBezTo>
                  <a:cubicBezTo>
                    <a:pt x="2402" y="17813"/>
                    <a:pt x="0" y="12243"/>
                    <a:pt x="1968" y="7339"/>
                  </a:cubicBezTo>
                  <a:cubicBezTo>
                    <a:pt x="3903" y="2402"/>
                    <a:pt x="9474" y="1"/>
                    <a:pt x="14377" y="1969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49;p71">
              <a:extLst>
                <a:ext uri="{FF2B5EF4-FFF2-40B4-BE49-F238E27FC236}">
                  <a16:creationId xmlns:a16="http://schemas.microsoft.com/office/drawing/2014/main" id="{A8ABDC13-4513-576F-9E96-78FF7A5B0D11}"/>
                </a:ext>
              </a:extLst>
            </p:cNvPr>
            <p:cNvSpPr/>
            <p:nvPr/>
          </p:nvSpPr>
          <p:spPr>
            <a:xfrm>
              <a:off x="2547525" y="1534625"/>
              <a:ext cx="199350" cy="199325"/>
            </a:xfrm>
            <a:custGeom>
              <a:avLst/>
              <a:gdLst/>
              <a:ahLst/>
              <a:cxnLst/>
              <a:rect l="l" t="t" r="r" b="b"/>
              <a:pathLst>
                <a:path w="7974" h="7973" fill="none" extrusionOk="0">
                  <a:moveTo>
                    <a:pt x="7640" y="3403"/>
                  </a:moveTo>
                  <a:cubicBezTo>
                    <a:pt x="7973" y="5404"/>
                    <a:pt x="6605" y="7305"/>
                    <a:pt x="4571" y="7639"/>
                  </a:cubicBezTo>
                  <a:cubicBezTo>
                    <a:pt x="2536" y="7973"/>
                    <a:pt x="635" y="6605"/>
                    <a:pt x="334" y="4570"/>
                  </a:cubicBezTo>
                  <a:cubicBezTo>
                    <a:pt x="1" y="2569"/>
                    <a:pt x="1368" y="667"/>
                    <a:pt x="3370" y="334"/>
                  </a:cubicBezTo>
                  <a:cubicBezTo>
                    <a:pt x="5405" y="0"/>
                    <a:pt x="7306" y="1368"/>
                    <a:pt x="7640" y="3403"/>
                  </a:cubicBezTo>
                  <a:close/>
                </a:path>
              </a:pathLst>
            </a:custGeom>
            <a:noFill/>
            <a:ln w="100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50;p71">
              <a:extLst>
                <a:ext uri="{FF2B5EF4-FFF2-40B4-BE49-F238E27FC236}">
                  <a16:creationId xmlns:a16="http://schemas.microsoft.com/office/drawing/2014/main" id="{69154421-8536-0760-F243-121865C4C232}"/>
                </a:ext>
              </a:extLst>
            </p:cNvPr>
            <p:cNvSpPr/>
            <p:nvPr/>
          </p:nvSpPr>
          <p:spPr>
            <a:xfrm>
              <a:off x="2705975" y="1467900"/>
              <a:ext cx="109275" cy="95925"/>
            </a:xfrm>
            <a:custGeom>
              <a:avLst/>
              <a:gdLst/>
              <a:ahLst/>
              <a:cxnLst/>
              <a:rect l="l" t="t" r="r" b="b"/>
              <a:pathLst>
                <a:path w="4371" h="3837" fill="none" extrusionOk="0">
                  <a:moveTo>
                    <a:pt x="1" y="3837"/>
                  </a:moveTo>
                  <a:lnTo>
                    <a:pt x="4370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51;p71">
              <a:extLst>
                <a:ext uri="{FF2B5EF4-FFF2-40B4-BE49-F238E27FC236}">
                  <a16:creationId xmlns:a16="http://schemas.microsoft.com/office/drawing/2014/main" id="{C6A3F9BD-A2B7-215D-F549-B8F9853C7DC7}"/>
                </a:ext>
              </a:extLst>
            </p:cNvPr>
            <p:cNvSpPr/>
            <p:nvPr/>
          </p:nvSpPr>
          <p:spPr>
            <a:xfrm>
              <a:off x="2646775" y="1727250"/>
              <a:ext cx="25" cy="146800"/>
            </a:xfrm>
            <a:custGeom>
              <a:avLst/>
              <a:gdLst/>
              <a:ahLst/>
              <a:cxnLst/>
              <a:rect l="l" t="t" r="r" b="b"/>
              <a:pathLst>
                <a:path w="1" h="5872" fill="none" extrusionOk="0">
                  <a:moveTo>
                    <a:pt x="0" y="1"/>
                  </a:moveTo>
                  <a:lnTo>
                    <a:pt x="0" y="5872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52;p71">
              <a:extLst>
                <a:ext uri="{FF2B5EF4-FFF2-40B4-BE49-F238E27FC236}">
                  <a16:creationId xmlns:a16="http://schemas.microsoft.com/office/drawing/2014/main" id="{4CB8BEF8-1E55-6D3B-CD35-1AFE98C8707B}"/>
                </a:ext>
              </a:extLst>
            </p:cNvPr>
            <p:cNvSpPr/>
            <p:nvPr/>
          </p:nvSpPr>
          <p:spPr>
            <a:xfrm>
              <a:off x="2520850" y="820775"/>
              <a:ext cx="80900" cy="351950"/>
            </a:xfrm>
            <a:custGeom>
              <a:avLst/>
              <a:gdLst/>
              <a:ahLst/>
              <a:cxnLst/>
              <a:rect l="l" t="t" r="r" b="b"/>
              <a:pathLst>
                <a:path w="3236" h="14078" fill="none" extrusionOk="0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53;p71">
              <a:extLst>
                <a:ext uri="{FF2B5EF4-FFF2-40B4-BE49-F238E27FC236}">
                  <a16:creationId xmlns:a16="http://schemas.microsoft.com/office/drawing/2014/main" id="{3F874276-882F-0D3E-7D54-5229D2193D1A}"/>
                </a:ext>
              </a:extLst>
            </p:cNvPr>
            <p:cNvSpPr/>
            <p:nvPr/>
          </p:nvSpPr>
          <p:spPr>
            <a:xfrm>
              <a:off x="2630100" y="959200"/>
              <a:ext cx="80900" cy="213525"/>
            </a:xfrm>
            <a:custGeom>
              <a:avLst/>
              <a:gdLst/>
              <a:ahLst/>
              <a:cxnLst/>
              <a:rect l="l" t="t" r="r" b="b"/>
              <a:pathLst>
                <a:path w="3236" h="8541" fill="none" extrusionOk="0">
                  <a:moveTo>
                    <a:pt x="0" y="1"/>
                  </a:moveTo>
                  <a:lnTo>
                    <a:pt x="3236" y="1"/>
                  </a:lnTo>
                  <a:lnTo>
                    <a:pt x="3236" y="8540"/>
                  </a:lnTo>
                  <a:lnTo>
                    <a:pt x="0" y="8540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54;p71">
              <a:extLst>
                <a:ext uri="{FF2B5EF4-FFF2-40B4-BE49-F238E27FC236}">
                  <a16:creationId xmlns:a16="http://schemas.microsoft.com/office/drawing/2014/main" id="{33728159-7013-1308-F074-9740F9D9C72E}"/>
                </a:ext>
              </a:extLst>
            </p:cNvPr>
            <p:cNvSpPr/>
            <p:nvPr/>
          </p:nvSpPr>
          <p:spPr>
            <a:xfrm>
              <a:off x="2740175" y="729050"/>
              <a:ext cx="80075" cy="443675"/>
            </a:xfrm>
            <a:custGeom>
              <a:avLst/>
              <a:gdLst/>
              <a:ahLst/>
              <a:cxnLst/>
              <a:rect l="l" t="t" r="r" b="b"/>
              <a:pathLst>
                <a:path w="3203" h="17747" fill="none" extrusionOk="0">
                  <a:moveTo>
                    <a:pt x="0" y="0"/>
                  </a:moveTo>
                  <a:lnTo>
                    <a:pt x="3203" y="0"/>
                  </a:lnTo>
                  <a:lnTo>
                    <a:pt x="3203" y="17746"/>
                  </a:lnTo>
                  <a:lnTo>
                    <a:pt x="0" y="17746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55;p71">
              <a:extLst>
                <a:ext uri="{FF2B5EF4-FFF2-40B4-BE49-F238E27FC236}">
                  <a16:creationId xmlns:a16="http://schemas.microsoft.com/office/drawing/2014/main" id="{809FA8C2-9107-7270-ADFA-69B0B69C2AE3}"/>
                </a:ext>
              </a:extLst>
            </p:cNvPr>
            <p:cNvSpPr/>
            <p:nvPr/>
          </p:nvSpPr>
          <p:spPr>
            <a:xfrm>
              <a:off x="2849425" y="648150"/>
              <a:ext cx="80900" cy="524575"/>
            </a:xfrm>
            <a:custGeom>
              <a:avLst/>
              <a:gdLst/>
              <a:ahLst/>
              <a:cxnLst/>
              <a:rect l="l" t="t" r="r" b="b"/>
              <a:pathLst>
                <a:path w="3236" h="20983" fill="none" extrusionOk="0">
                  <a:moveTo>
                    <a:pt x="0" y="1"/>
                  </a:moveTo>
                  <a:lnTo>
                    <a:pt x="3236" y="1"/>
                  </a:lnTo>
                  <a:lnTo>
                    <a:pt x="3236" y="20982"/>
                  </a:lnTo>
                  <a:lnTo>
                    <a:pt x="0" y="20982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56;p71">
              <a:extLst>
                <a:ext uri="{FF2B5EF4-FFF2-40B4-BE49-F238E27FC236}">
                  <a16:creationId xmlns:a16="http://schemas.microsoft.com/office/drawing/2014/main" id="{CE548871-AE4C-E620-3077-66287BA53D6C}"/>
                </a:ext>
              </a:extLst>
            </p:cNvPr>
            <p:cNvSpPr/>
            <p:nvPr/>
          </p:nvSpPr>
          <p:spPr>
            <a:xfrm>
              <a:off x="2958650" y="867475"/>
              <a:ext cx="80925" cy="305250"/>
            </a:xfrm>
            <a:custGeom>
              <a:avLst/>
              <a:gdLst/>
              <a:ahLst/>
              <a:cxnLst/>
              <a:rect l="l" t="t" r="r" b="b"/>
              <a:pathLst>
                <a:path w="3237" h="12210" fill="none" extrusionOk="0">
                  <a:moveTo>
                    <a:pt x="1" y="0"/>
                  </a:moveTo>
                  <a:lnTo>
                    <a:pt x="3236" y="0"/>
                  </a:lnTo>
                  <a:lnTo>
                    <a:pt x="3236" y="12209"/>
                  </a:lnTo>
                  <a:lnTo>
                    <a:pt x="1" y="12209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57;p71">
              <a:extLst>
                <a:ext uri="{FF2B5EF4-FFF2-40B4-BE49-F238E27FC236}">
                  <a16:creationId xmlns:a16="http://schemas.microsoft.com/office/drawing/2014/main" id="{B70CFBE5-A704-F58A-6704-21F69159F347}"/>
                </a:ext>
              </a:extLst>
            </p:cNvPr>
            <p:cNvSpPr/>
            <p:nvPr/>
          </p:nvSpPr>
          <p:spPr>
            <a:xfrm>
              <a:off x="3068725" y="942525"/>
              <a:ext cx="80100" cy="230200"/>
            </a:xfrm>
            <a:custGeom>
              <a:avLst/>
              <a:gdLst/>
              <a:ahLst/>
              <a:cxnLst/>
              <a:rect l="l" t="t" r="r" b="b"/>
              <a:pathLst>
                <a:path w="3204" h="9208" fill="none" extrusionOk="0">
                  <a:moveTo>
                    <a:pt x="1" y="1"/>
                  </a:moveTo>
                  <a:lnTo>
                    <a:pt x="3203" y="1"/>
                  </a:lnTo>
                  <a:lnTo>
                    <a:pt x="3203" y="9207"/>
                  </a:lnTo>
                  <a:lnTo>
                    <a:pt x="1" y="920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58;p71">
              <a:extLst>
                <a:ext uri="{FF2B5EF4-FFF2-40B4-BE49-F238E27FC236}">
                  <a16:creationId xmlns:a16="http://schemas.microsoft.com/office/drawing/2014/main" id="{0097B6A9-E778-D79D-7E17-1C77DAD3ABE6}"/>
                </a:ext>
              </a:extLst>
            </p:cNvPr>
            <p:cNvSpPr/>
            <p:nvPr/>
          </p:nvSpPr>
          <p:spPr>
            <a:xfrm>
              <a:off x="3177975" y="1034250"/>
              <a:ext cx="80925" cy="138475"/>
            </a:xfrm>
            <a:custGeom>
              <a:avLst/>
              <a:gdLst/>
              <a:ahLst/>
              <a:cxnLst/>
              <a:rect l="l" t="t" r="r" b="b"/>
              <a:pathLst>
                <a:path w="3237" h="5539" fill="none" extrusionOk="0">
                  <a:moveTo>
                    <a:pt x="1" y="1"/>
                  </a:moveTo>
                  <a:lnTo>
                    <a:pt x="3236" y="1"/>
                  </a:lnTo>
                  <a:lnTo>
                    <a:pt x="3236" y="5538"/>
                  </a:lnTo>
                  <a:lnTo>
                    <a:pt x="1" y="5538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59;p71">
              <a:extLst>
                <a:ext uri="{FF2B5EF4-FFF2-40B4-BE49-F238E27FC236}">
                  <a16:creationId xmlns:a16="http://schemas.microsoft.com/office/drawing/2014/main" id="{0586017E-9089-3B61-4431-6A5D83B8EEDD}"/>
                </a:ext>
              </a:extLst>
            </p:cNvPr>
            <p:cNvSpPr/>
            <p:nvPr/>
          </p:nvSpPr>
          <p:spPr>
            <a:xfrm>
              <a:off x="3287225" y="820775"/>
              <a:ext cx="80925" cy="351950"/>
            </a:xfrm>
            <a:custGeom>
              <a:avLst/>
              <a:gdLst/>
              <a:ahLst/>
              <a:cxnLst/>
              <a:rect l="l" t="t" r="r" b="b"/>
              <a:pathLst>
                <a:path w="3237" h="14078" fill="none" extrusionOk="0">
                  <a:moveTo>
                    <a:pt x="1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1" y="1407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60;p71">
              <a:extLst>
                <a:ext uri="{FF2B5EF4-FFF2-40B4-BE49-F238E27FC236}">
                  <a16:creationId xmlns:a16="http://schemas.microsoft.com/office/drawing/2014/main" id="{DE5B4006-A05C-0261-425C-CD712600B19F}"/>
                </a:ext>
              </a:extLst>
            </p:cNvPr>
            <p:cNvSpPr/>
            <p:nvPr/>
          </p:nvSpPr>
          <p:spPr>
            <a:xfrm>
              <a:off x="3397300" y="925025"/>
              <a:ext cx="80075" cy="247700"/>
            </a:xfrm>
            <a:custGeom>
              <a:avLst/>
              <a:gdLst/>
              <a:ahLst/>
              <a:cxnLst/>
              <a:rect l="l" t="t" r="r" b="b"/>
              <a:pathLst>
                <a:path w="3203" h="9908" fill="none" extrusionOk="0">
                  <a:moveTo>
                    <a:pt x="1" y="0"/>
                  </a:moveTo>
                  <a:lnTo>
                    <a:pt x="3203" y="0"/>
                  </a:lnTo>
                  <a:lnTo>
                    <a:pt x="3203" y="9907"/>
                  </a:lnTo>
                  <a:lnTo>
                    <a:pt x="1" y="990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61;p71">
              <a:extLst>
                <a:ext uri="{FF2B5EF4-FFF2-40B4-BE49-F238E27FC236}">
                  <a16:creationId xmlns:a16="http://schemas.microsoft.com/office/drawing/2014/main" id="{2E35C9A7-C8DB-A3A3-E0EE-4D522B678ACA}"/>
                </a:ext>
              </a:extLst>
            </p:cNvPr>
            <p:cNvSpPr/>
            <p:nvPr/>
          </p:nvSpPr>
          <p:spPr>
            <a:xfrm>
              <a:off x="3506550" y="820775"/>
              <a:ext cx="80925" cy="351950"/>
            </a:xfrm>
            <a:custGeom>
              <a:avLst/>
              <a:gdLst/>
              <a:ahLst/>
              <a:cxnLst/>
              <a:rect l="l" t="t" r="r" b="b"/>
              <a:pathLst>
                <a:path w="3237" h="14078" fill="none" extrusionOk="0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62;p71">
              <a:extLst>
                <a:ext uri="{FF2B5EF4-FFF2-40B4-BE49-F238E27FC236}">
                  <a16:creationId xmlns:a16="http://schemas.microsoft.com/office/drawing/2014/main" id="{63C338F6-CBAD-5A05-4CDD-9104D30A51DD}"/>
                </a:ext>
              </a:extLst>
            </p:cNvPr>
            <p:cNvSpPr/>
            <p:nvPr/>
          </p:nvSpPr>
          <p:spPr>
            <a:xfrm>
              <a:off x="3615800" y="1040100"/>
              <a:ext cx="80900" cy="132625"/>
            </a:xfrm>
            <a:custGeom>
              <a:avLst/>
              <a:gdLst/>
              <a:ahLst/>
              <a:cxnLst/>
              <a:rect l="l" t="t" r="r" b="b"/>
              <a:pathLst>
                <a:path w="3236" h="5305" fill="none" extrusionOk="0">
                  <a:moveTo>
                    <a:pt x="0" y="0"/>
                  </a:moveTo>
                  <a:lnTo>
                    <a:pt x="3236" y="0"/>
                  </a:lnTo>
                  <a:lnTo>
                    <a:pt x="3236" y="5304"/>
                  </a:lnTo>
                  <a:lnTo>
                    <a:pt x="0" y="5304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63;p71">
              <a:extLst>
                <a:ext uri="{FF2B5EF4-FFF2-40B4-BE49-F238E27FC236}">
                  <a16:creationId xmlns:a16="http://schemas.microsoft.com/office/drawing/2014/main" id="{D646CF6F-B11A-E87B-4F9F-5196D2347D06}"/>
                </a:ext>
              </a:extLst>
            </p:cNvPr>
            <p:cNvSpPr/>
            <p:nvPr/>
          </p:nvSpPr>
          <p:spPr>
            <a:xfrm>
              <a:off x="3725875" y="820775"/>
              <a:ext cx="80925" cy="351950"/>
            </a:xfrm>
            <a:custGeom>
              <a:avLst/>
              <a:gdLst/>
              <a:ahLst/>
              <a:cxnLst/>
              <a:rect l="l" t="t" r="r" b="b"/>
              <a:pathLst>
                <a:path w="3237" h="14078" fill="none" extrusionOk="0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64;p71">
              <a:extLst>
                <a:ext uri="{FF2B5EF4-FFF2-40B4-BE49-F238E27FC236}">
                  <a16:creationId xmlns:a16="http://schemas.microsoft.com/office/drawing/2014/main" id="{42B4C360-9088-D7D9-7A07-491418382AE9}"/>
                </a:ext>
              </a:extLst>
            </p:cNvPr>
            <p:cNvSpPr/>
            <p:nvPr/>
          </p:nvSpPr>
          <p:spPr>
            <a:xfrm>
              <a:off x="2376575" y="1172700"/>
              <a:ext cx="1722925" cy="25"/>
            </a:xfrm>
            <a:custGeom>
              <a:avLst/>
              <a:gdLst/>
              <a:ahLst/>
              <a:cxnLst/>
              <a:rect l="l" t="t" r="r" b="b"/>
              <a:pathLst>
                <a:path w="68917" h="1" fill="none" extrusionOk="0">
                  <a:moveTo>
                    <a:pt x="1" y="0"/>
                  </a:moveTo>
                  <a:lnTo>
                    <a:pt x="68916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65;p71">
              <a:extLst>
                <a:ext uri="{FF2B5EF4-FFF2-40B4-BE49-F238E27FC236}">
                  <a16:creationId xmlns:a16="http://schemas.microsoft.com/office/drawing/2014/main" id="{F103E9FB-B380-9065-FE54-52F8526F6D10}"/>
                </a:ext>
              </a:extLst>
            </p:cNvPr>
            <p:cNvSpPr/>
            <p:nvPr/>
          </p:nvSpPr>
          <p:spPr>
            <a:xfrm>
              <a:off x="3644150" y="1259425"/>
              <a:ext cx="331100" cy="25"/>
            </a:xfrm>
            <a:custGeom>
              <a:avLst/>
              <a:gdLst/>
              <a:ahLst/>
              <a:cxnLst/>
              <a:rect l="l" t="t" r="r" b="b"/>
              <a:pathLst>
                <a:path w="13244" h="1" fill="none" extrusionOk="0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66;p71">
              <a:extLst>
                <a:ext uri="{FF2B5EF4-FFF2-40B4-BE49-F238E27FC236}">
                  <a16:creationId xmlns:a16="http://schemas.microsoft.com/office/drawing/2014/main" id="{3128ED66-8137-A8DE-BFE9-BBE4AF7073BE}"/>
                </a:ext>
              </a:extLst>
            </p:cNvPr>
            <p:cNvSpPr/>
            <p:nvPr/>
          </p:nvSpPr>
          <p:spPr>
            <a:xfrm>
              <a:off x="3644150" y="1313625"/>
              <a:ext cx="331100" cy="25"/>
            </a:xfrm>
            <a:custGeom>
              <a:avLst/>
              <a:gdLst/>
              <a:ahLst/>
              <a:cxnLst/>
              <a:rect l="l" t="t" r="r" b="b"/>
              <a:pathLst>
                <a:path w="13244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67;p71">
              <a:extLst>
                <a:ext uri="{FF2B5EF4-FFF2-40B4-BE49-F238E27FC236}">
                  <a16:creationId xmlns:a16="http://schemas.microsoft.com/office/drawing/2014/main" id="{2DF0B2E2-50F9-39B3-9682-5153F688CD0F}"/>
                </a:ext>
              </a:extLst>
            </p:cNvPr>
            <p:cNvSpPr/>
            <p:nvPr/>
          </p:nvSpPr>
          <p:spPr>
            <a:xfrm>
              <a:off x="3644150" y="1367825"/>
              <a:ext cx="331100" cy="25"/>
            </a:xfrm>
            <a:custGeom>
              <a:avLst/>
              <a:gdLst/>
              <a:ahLst/>
              <a:cxnLst/>
              <a:rect l="l" t="t" r="r" b="b"/>
              <a:pathLst>
                <a:path w="13244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268;p71">
              <a:extLst>
                <a:ext uri="{FF2B5EF4-FFF2-40B4-BE49-F238E27FC236}">
                  <a16:creationId xmlns:a16="http://schemas.microsoft.com/office/drawing/2014/main" id="{298AC2F3-6917-65A6-0CFA-75FDB19F4D19}"/>
                </a:ext>
              </a:extLst>
            </p:cNvPr>
            <p:cNvSpPr/>
            <p:nvPr/>
          </p:nvSpPr>
          <p:spPr>
            <a:xfrm>
              <a:off x="3644150" y="1421200"/>
              <a:ext cx="331100" cy="25"/>
            </a:xfrm>
            <a:custGeom>
              <a:avLst/>
              <a:gdLst/>
              <a:ahLst/>
              <a:cxnLst/>
              <a:rect l="l" t="t" r="r" b="b"/>
              <a:pathLst>
                <a:path w="13244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269;p71">
              <a:extLst>
                <a:ext uri="{FF2B5EF4-FFF2-40B4-BE49-F238E27FC236}">
                  <a16:creationId xmlns:a16="http://schemas.microsoft.com/office/drawing/2014/main" id="{B7443B1E-C7D0-9F0A-90A3-539C5D7C0692}"/>
                </a:ext>
              </a:extLst>
            </p:cNvPr>
            <p:cNvSpPr/>
            <p:nvPr/>
          </p:nvSpPr>
          <p:spPr>
            <a:xfrm>
              <a:off x="2936150" y="1705575"/>
              <a:ext cx="331075" cy="25"/>
            </a:xfrm>
            <a:custGeom>
              <a:avLst/>
              <a:gdLst/>
              <a:ahLst/>
              <a:cxnLst/>
              <a:rect l="l" t="t" r="r" b="b"/>
              <a:pathLst>
                <a:path w="13243" h="1" fill="none" extrusionOk="0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270;p71">
              <a:extLst>
                <a:ext uri="{FF2B5EF4-FFF2-40B4-BE49-F238E27FC236}">
                  <a16:creationId xmlns:a16="http://schemas.microsoft.com/office/drawing/2014/main" id="{AFC71BAA-F810-7E34-0D70-AD8776755465}"/>
                </a:ext>
              </a:extLst>
            </p:cNvPr>
            <p:cNvSpPr/>
            <p:nvPr/>
          </p:nvSpPr>
          <p:spPr>
            <a:xfrm>
              <a:off x="2936150" y="1759775"/>
              <a:ext cx="331075" cy="25"/>
            </a:xfrm>
            <a:custGeom>
              <a:avLst/>
              <a:gdLst/>
              <a:ahLst/>
              <a:cxnLst/>
              <a:rect l="l" t="t" r="r" b="b"/>
              <a:pathLst>
                <a:path w="13243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271;p71">
              <a:extLst>
                <a:ext uri="{FF2B5EF4-FFF2-40B4-BE49-F238E27FC236}">
                  <a16:creationId xmlns:a16="http://schemas.microsoft.com/office/drawing/2014/main" id="{4CCF1DF3-6D15-7065-2278-1D9A2B190E27}"/>
                </a:ext>
              </a:extLst>
            </p:cNvPr>
            <p:cNvSpPr/>
            <p:nvPr/>
          </p:nvSpPr>
          <p:spPr>
            <a:xfrm>
              <a:off x="2936150" y="1813975"/>
              <a:ext cx="331075" cy="25"/>
            </a:xfrm>
            <a:custGeom>
              <a:avLst/>
              <a:gdLst/>
              <a:ahLst/>
              <a:cxnLst/>
              <a:rect l="l" t="t" r="r" b="b"/>
              <a:pathLst>
                <a:path w="13243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272;p71">
              <a:extLst>
                <a:ext uri="{FF2B5EF4-FFF2-40B4-BE49-F238E27FC236}">
                  <a16:creationId xmlns:a16="http://schemas.microsoft.com/office/drawing/2014/main" id="{0C3888BC-7B0D-5A63-9BD7-F6D6A1F3AF60}"/>
                </a:ext>
              </a:extLst>
            </p:cNvPr>
            <p:cNvSpPr/>
            <p:nvPr/>
          </p:nvSpPr>
          <p:spPr>
            <a:xfrm>
              <a:off x="2936150" y="1867350"/>
              <a:ext cx="331075" cy="25"/>
            </a:xfrm>
            <a:custGeom>
              <a:avLst/>
              <a:gdLst/>
              <a:ahLst/>
              <a:cxnLst/>
              <a:rect l="l" t="t" r="r" b="b"/>
              <a:pathLst>
                <a:path w="13243" h="1" fill="none" extrusionOk="0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273;p71">
              <a:extLst>
                <a:ext uri="{FF2B5EF4-FFF2-40B4-BE49-F238E27FC236}">
                  <a16:creationId xmlns:a16="http://schemas.microsoft.com/office/drawing/2014/main" id="{4A99A608-5CBF-8360-81CE-8857255E358B}"/>
                </a:ext>
              </a:extLst>
            </p:cNvPr>
            <p:cNvSpPr/>
            <p:nvPr/>
          </p:nvSpPr>
          <p:spPr>
            <a:xfrm>
              <a:off x="4152000" y="628125"/>
              <a:ext cx="25" cy="1255100"/>
            </a:xfrm>
            <a:custGeom>
              <a:avLst/>
              <a:gdLst/>
              <a:ahLst/>
              <a:cxnLst/>
              <a:rect l="l" t="t" r="r" b="b"/>
              <a:pathLst>
                <a:path w="1" h="50204" fill="none" extrusionOk="0">
                  <a:moveTo>
                    <a:pt x="1" y="1"/>
                  </a:moveTo>
                  <a:lnTo>
                    <a:pt x="1" y="50204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274;p71">
              <a:extLst>
                <a:ext uri="{FF2B5EF4-FFF2-40B4-BE49-F238E27FC236}">
                  <a16:creationId xmlns:a16="http://schemas.microsoft.com/office/drawing/2014/main" id="{65D12880-D00F-65E4-A42C-D5BDB5511BE7}"/>
                </a:ext>
              </a:extLst>
            </p:cNvPr>
            <p:cNvSpPr/>
            <p:nvPr/>
          </p:nvSpPr>
          <p:spPr>
            <a:xfrm>
              <a:off x="2301525" y="2190925"/>
              <a:ext cx="961550" cy="693850"/>
            </a:xfrm>
            <a:custGeom>
              <a:avLst/>
              <a:gdLst/>
              <a:ahLst/>
              <a:cxnLst/>
              <a:rect l="l" t="t" r="r" b="b"/>
              <a:pathLst>
                <a:path w="38462" h="27754" fill="none" extrusionOk="0">
                  <a:moveTo>
                    <a:pt x="4270" y="0"/>
                  </a:moveTo>
                  <a:lnTo>
                    <a:pt x="34191" y="0"/>
                  </a:lnTo>
                  <a:cubicBezTo>
                    <a:pt x="36560" y="0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2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2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0"/>
                    <a:pt x="4270" y="0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275;p71">
              <a:extLst>
                <a:ext uri="{FF2B5EF4-FFF2-40B4-BE49-F238E27FC236}">
                  <a16:creationId xmlns:a16="http://schemas.microsoft.com/office/drawing/2014/main" id="{98B58803-AFF4-4CD0-114A-8D016CE783D6}"/>
                </a:ext>
              </a:extLst>
            </p:cNvPr>
            <p:cNvSpPr/>
            <p:nvPr/>
          </p:nvSpPr>
          <p:spPr>
            <a:xfrm>
              <a:off x="2301525" y="2994825"/>
              <a:ext cx="961550" cy="693850"/>
            </a:xfrm>
            <a:custGeom>
              <a:avLst/>
              <a:gdLst/>
              <a:ahLst/>
              <a:cxnLst/>
              <a:rect l="l" t="t" r="r" b="b"/>
              <a:pathLst>
                <a:path w="38462" h="27754" fill="none" extrusionOk="0">
                  <a:moveTo>
                    <a:pt x="4270" y="1"/>
                  </a:moveTo>
                  <a:lnTo>
                    <a:pt x="34191" y="1"/>
                  </a:lnTo>
                  <a:cubicBezTo>
                    <a:pt x="36560" y="1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3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3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1"/>
                    <a:pt x="4270" y="1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276;p71">
              <a:extLst>
                <a:ext uri="{FF2B5EF4-FFF2-40B4-BE49-F238E27FC236}">
                  <a16:creationId xmlns:a16="http://schemas.microsoft.com/office/drawing/2014/main" id="{6A87A1F6-9BB8-CACF-C74F-7F6320606B70}"/>
                </a:ext>
              </a:extLst>
            </p:cNvPr>
            <p:cNvSpPr/>
            <p:nvPr/>
          </p:nvSpPr>
          <p:spPr>
            <a:xfrm>
              <a:off x="2604250" y="2227625"/>
              <a:ext cx="356100" cy="278550"/>
            </a:xfrm>
            <a:custGeom>
              <a:avLst/>
              <a:gdLst/>
              <a:ahLst/>
              <a:cxnLst/>
              <a:rect l="l" t="t" r="r" b="b"/>
              <a:pathLst>
                <a:path w="14244" h="11142" fill="none" extrusionOk="0">
                  <a:moveTo>
                    <a:pt x="2102" y="11141"/>
                  </a:moveTo>
                  <a:lnTo>
                    <a:pt x="2102" y="7205"/>
                  </a:lnTo>
                  <a:cubicBezTo>
                    <a:pt x="2035" y="4370"/>
                    <a:pt x="4303" y="2035"/>
                    <a:pt x="7138" y="2035"/>
                  </a:cubicBezTo>
                  <a:cubicBezTo>
                    <a:pt x="9974" y="2035"/>
                    <a:pt x="12242" y="4370"/>
                    <a:pt x="12142" y="7205"/>
                  </a:cubicBezTo>
                  <a:lnTo>
                    <a:pt x="12142" y="11141"/>
                  </a:lnTo>
                  <a:lnTo>
                    <a:pt x="14143" y="11141"/>
                  </a:lnTo>
                  <a:lnTo>
                    <a:pt x="14143" y="7205"/>
                  </a:lnTo>
                  <a:cubicBezTo>
                    <a:pt x="14244" y="3269"/>
                    <a:pt x="11075" y="0"/>
                    <a:pt x="7138" y="0"/>
                  </a:cubicBezTo>
                  <a:cubicBezTo>
                    <a:pt x="3169" y="0"/>
                    <a:pt x="0" y="3269"/>
                    <a:pt x="100" y="7205"/>
                  </a:cubicBezTo>
                  <a:lnTo>
                    <a:pt x="100" y="11141"/>
                  </a:lnTo>
                  <a:close/>
                </a:path>
              </a:pathLst>
            </a:custGeom>
            <a:noFill/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277;p71">
              <a:extLst>
                <a:ext uri="{FF2B5EF4-FFF2-40B4-BE49-F238E27FC236}">
                  <a16:creationId xmlns:a16="http://schemas.microsoft.com/office/drawing/2014/main" id="{95919E20-5A10-9575-0B54-BB49F82F33AA}"/>
                </a:ext>
              </a:extLst>
            </p:cNvPr>
            <p:cNvSpPr/>
            <p:nvPr/>
          </p:nvSpPr>
          <p:spPr>
            <a:xfrm>
              <a:off x="2588400" y="2506150"/>
              <a:ext cx="383625" cy="324425"/>
            </a:xfrm>
            <a:custGeom>
              <a:avLst/>
              <a:gdLst/>
              <a:ahLst/>
              <a:cxnLst/>
              <a:rect l="l" t="t" r="r" b="b"/>
              <a:pathLst>
                <a:path w="15345" h="12977" fill="none" extrusionOk="0">
                  <a:moveTo>
                    <a:pt x="0" y="0"/>
                  </a:moveTo>
                  <a:lnTo>
                    <a:pt x="15345" y="0"/>
                  </a:lnTo>
                  <a:lnTo>
                    <a:pt x="15345" y="12976"/>
                  </a:lnTo>
                  <a:lnTo>
                    <a:pt x="0" y="12976"/>
                  </a:lnTo>
                  <a:close/>
                </a:path>
              </a:pathLst>
            </a:custGeom>
            <a:noFill/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278;p71">
              <a:extLst>
                <a:ext uri="{FF2B5EF4-FFF2-40B4-BE49-F238E27FC236}">
                  <a16:creationId xmlns:a16="http://schemas.microsoft.com/office/drawing/2014/main" id="{E911D9C0-DED7-8D23-7202-D50C013CC2B5}"/>
                </a:ext>
              </a:extLst>
            </p:cNvPr>
            <p:cNvSpPr/>
            <p:nvPr/>
          </p:nvSpPr>
          <p:spPr>
            <a:xfrm>
              <a:off x="2729325" y="2599375"/>
              <a:ext cx="90925" cy="151975"/>
            </a:xfrm>
            <a:custGeom>
              <a:avLst/>
              <a:gdLst/>
              <a:ahLst/>
              <a:cxnLst/>
              <a:rect l="l" t="t" r="r" b="b"/>
              <a:pathLst>
                <a:path w="3637" h="6079" extrusionOk="0">
                  <a:moveTo>
                    <a:pt x="1948" y="1"/>
                  </a:moveTo>
                  <a:cubicBezTo>
                    <a:pt x="1665" y="1"/>
                    <a:pt x="1374" y="76"/>
                    <a:pt x="1101" y="241"/>
                  </a:cubicBezTo>
                  <a:cubicBezTo>
                    <a:pt x="1" y="908"/>
                    <a:pt x="34" y="2543"/>
                    <a:pt x="1168" y="3143"/>
                  </a:cubicBezTo>
                  <a:lnTo>
                    <a:pt x="868" y="6078"/>
                  </a:lnTo>
                  <a:lnTo>
                    <a:pt x="3036" y="6078"/>
                  </a:lnTo>
                  <a:lnTo>
                    <a:pt x="2736" y="3143"/>
                  </a:lnTo>
                  <a:cubicBezTo>
                    <a:pt x="3270" y="2843"/>
                    <a:pt x="3637" y="2276"/>
                    <a:pt x="3603" y="1675"/>
                  </a:cubicBezTo>
                  <a:cubicBezTo>
                    <a:pt x="3603" y="696"/>
                    <a:pt x="2810" y="1"/>
                    <a:pt x="1948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279;p71">
              <a:extLst>
                <a:ext uri="{FF2B5EF4-FFF2-40B4-BE49-F238E27FC236}">
                  <a16:creationId xmlns:a16="http://schemas.microsoft.com/office/drawing/2014/main" id="{372EA5A9-B7EF-F36C-9CAE-F46917995933}"/>
                </a:ext>
              </a:extLst>
            </p:cNvPr>
            <p:cNvSpPr/>
            <p:nvPr/>
          </p:nvSpPr>
          <p:spPr>
            <a:xfrm>
              <a:off x="2399925" y="3060700"/>
              <a:ext cx="652150" cy="579625"/>
            </a:xfrm>
            <a:custGeom>
              <a:avLst/>
              <a:gdLst/>
              <a:ahLst/>
              <a:cxnLst/>
              <a:rect l="l" t="t" r="r" b="b"/>
              <a:pathLst>
                <a:path w="26086" h="23185" fill="none" extrusionOk="0">
                  <a:moveTo>
                    <a:pt x="14945" y="1"/>
                  </a:moveTo>
                  <a:cubicBezTo>
                    <a:pt x="4971" y="1"/>
                    <a:pt x="1" y="12010"/>
                    <a:pt x="7039" y="19048"/>
                  </a:cubicBezTo>
                  <a:cubicBezTo>
                    <a:pt x="10208" y="22250"/>
                    <a:pt x="15011" y="23184"/>
                    <a:pt x="19181" y="21483"/>
                  </a:cubicBezTo>
                  <a:cubicBezTo>
                    <a:pt x="23351" y="19748"/>
                    <a:pt x="26086" y="15679"/>
                    <a:pt x="26086" y="11176"/>
                  </a:cubicBezTo>
                  <a:cubicBezTo>
                    <a:pt x="26086" y="5005"/>
                    <a:pt x="21082" y="1"/>
                    <a:pt x="14945" y="1"/>
                  </a:cubicBezTo>
                  <a:close/>
                  <a:moveTo>
                    <a:pt x="14945" y="1369"/>
                  </a:moveTo>
                  <a:cubicBezTo>
                    <a:pt x="15879" y="1369"/>
                    <a:pt x="16846" y="2603"/>
                    <a:pt x="17580" y="4638"/>
                  </a:cubicBezTo>
                  <a:lnTo>
                    <a:pt x="12276" y="4638"/>
                  </a:lnTo>
                  <a:cubicBezTo>
                    <a:pt x="13010" y="2603"/>
                    <a:pt x="13977" y="1369"/>
                    <a:pt x="14945" y="1369"/>
                  </a:cubicBezTo>
                  <a:close/>
                  <a:moveTo>
                    <a:pt x="17980" y="6005"/>
                  </a:moveTo>
                  <a:cubicBezTo>
                    <a:pt x="18314" y="7473"/>
                    <a:pt x="18514" y="8974"/>
                    <a:pt x="18547" y="10475"/>
                  </a:cubicBezTo>
                  <a:lnTo>
                    <a:pt x="11342" y="10475"/>
                  </a:lnTo>
                  <a:cubicBezTo>
                    <a:pt x="11342" y="8974"/>
                    <a:pt x="11542" y="7473"/>
                    <a:pt x="11876" y="6005"/>
                  </a:cubicBezTo>
                  <a:close/>
                  <a:moveTo>
                    <a:pt x="18547" y="11843"/>
                  </a:moveTo>
                  <a:cubicBezTo>
                    <a:pt x="18514" y="13577"/>
                    <a:pt x="18247" y="15312"/>
                    <a:pt x="17780" y="17013"/>
                  </a:cubicBezTo>
                  <a:lnTo>
                    <a:pt x="12076" y="17013"/>
                  </a:lnTo>
                  <a:cubicBezTo>
                    <a:pt x="11609" y="15312"/>
                    <a:pt x="11342" y="13611"/>
                    <a:pt x="11342" y="11876"/>
                  </a:cubicBezTo>
                  <a:close/>
                  <a:moveTo>
                    <a:pt x="9941" y="10475"/>
                  </a:moveTo>
                  <a:lnTo>
                    <a:pt x="5204" y="10475"/>
                  </a:lnTo>
                  <a:cubicBezTo>
                    <a:pt x="5304" y="8874"/>
                    <a:pt x="5805" y="7373"/>
                    <a:pt x="6639" y="6005"/>
                  </a:cubicBezTo>
                  <a:lnTo>
                    <a:pt x="10441" y="6005"/>
                  </a:lnTo>
                  <a:cubicBezTo>
                    <a:pt x="10141" y="7473"/>
                    <a:pt x="9974" y="8974"/>
                    <a:pt x="9941" y="10475"/>
                  </a:cubicBezTo>
                  <a:close/>
                  <a:moveTo>
                    <a:pt x="9941" y="11843"/>
                  </a:moveTo>
                  <a:cubicBezTo>
                    <a:pt x="9974" y="13577"/>
                    <a:pt x="10208" y="15312"/>
                    <a:pt x="10608" y="17013"/>
                  </a:cubicBezTo>
                  <a:lnTo>
                    <a:pt x="7106" y="17013"/>
                  </a:lnTo>
                  <a:cubicBezTo>
                    <a:pt x="5971" y="15512"/>
                    <a:pt x="5304" y="13711"/>
                    <a:pt x="5171" y="11876"/>
                  </a:cubicBezTo>
                  <a:close/>
                  <a:moveTo>
                    <a:pt x="11042" y="18381"/>
                  </a:moveTo>
                  <a:cubicBezTo>
                    <a:pt x="11309" y="19115"/>
                    <a:pt x="11676" y="19849"/>
                    <a:pt x="12143" y="20516"/>
                  </a:cubicBezTo>
                  <a:cubicBezTo>
                    <a:pt x="10742" y="20082"/>
                    <a:pt x="9441" y="19348"/>
                    <a:pt x="8373" y="18381"/>
                  </a:cubicBezTo>
                  <a:close/>
                  <a:moveTo>
                    <a:pt x="12543" y="18381"/>
                  </a:moveTo>
                  <a:lnTo>
                    <a:pt x="17313" y="18381"/>
                  </a:lnTo>
                  <a:cubicBezTo>
                    <a:pt x="16612" y="19982"/>
                    <a:pt x="15745" y="20916"/>
                    <a:pt x="14945" y="20916"/>
                  </a:cubicBezTo>
                  <a:cubicBezTo>
                    <a:pt x="14111" y="20916"/>
                    <a:pt x="13243" y="19982"/>
                    <a:pt x="12543" y="18381"/>
                  </a:cubicBezTo>
                  <a:close/>
                  <a:moveTo>
                    <a:pt x="18814" y="18381"/>
                  </a:moveTo>
                  <a:lnTo>
                    <a:pt x="21516" y="18381"/>
                  </a:lnTo>
                  <a:cubicBezTo>
                    <a:pt x="20415" y="19348"/>
                    <a:pt x="19148" y="20082"/>
                    <a:pt x="17747" y="20516"/>
                  </a:cubicBezTo>
                  <a:cubicBezTo>
                    <a:pt x="18180" y="19849"/>
                    <a:pt x="18547" y="19115"/>
                    <a:pt x="18814" y="18381"/>
                  </a:cubicBezTo>
                  <a:close/>
                  <a:moveTo>
                    <a:pt x="19214" y="16980"/>
                  </a:moveTo>
                  <a:cubicBezTo>
                    <a:pt x="19648" y="15312"/>
                    <a:pt x="19881" y="13577"/>
                    <a:pt x="19915" y="11843"/>
                  </a:cubicBezTo>
                  <a:lnTo>
                    <a:pt x="24685" y="11843"/>
                  </a:lnTo>
                  <a:cubicBezTo>
                    <a:pt x="24551" y="13711"/>
                    <a:pt x="23884" y="15512"/>
                    <a:pt x="22750" y="17013"/>
                  </a:cubicBezTo>
                  <a:close/>
                  <a:moveTo>
                    <a:pt x="19915" y="10475"/>
                  </a:moveTo>
                  <a:cubicBezTo>
                    <a:pt x="19881" y="8974"/>
                    <a:pt x="19715" y="7473"/>
                    <a:pt x="19381" y="6005"/>
                  </a:cubicBezTo>
                  <a:lnTo>
                    <a:pt x="23217" y="6005"/>
                  </a:lnTo>
                  <a:cubicBezTo>
                    <a:pt x="24051" y="7373"/>
                    <a:pt x="24551" y="8874"/>
                    <a:pt x="24651" y="10475"/>
                  </a:cubicBezTo>
                  <a:close/>
                  <a:moveTo>
                    <a:pt x="22183" y="4638"/>
                  </a:moveTo>
                  <a:lnTo>
                    <a:pt x="19014" y="4638"/>
                  </a:lnTo>
                  <a:cubicBezTo>
                    <a:pt x="18714" y="3604"/>
                    <a:pt x="18280" y="2670"/>
                    <a:pt x="17713" y="1802"/>
                  </a:cubicBezTo>
                  <a:cubicBezTo>
                    <a:pt x="19448" y="2303"/>
                    <a:pt x="20982" y="3303"/>
                    <a:pt x="22183" y="4638"/>
                  </a:cubicBezTo>
                  <a:close/>
                  <a:moveTo>
                    <a:pt x="12109" y="1802"/>
                  </a:moveTo>
                  <a:cubicBezTo>
                    <a:pt x="11542" y="2670"/>
                    <a:pt x="11108" y="3604"/>
                    <a:pt x="10808" y="4638"/>
                  </a:cubicBezTo>
                  <a:lnTo>
                    <a:pt x="7673" y="4638"/>
                  </a:lnTo>
                  <a:cubicBezTo>
                    <a:pt x="8874" y="3303"/>
                    <a:pt x="10408" y="2303"/>
                    <a:pt x="12143" y="1802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280;p71">
              <a:extLst>
                <a:ext uri="{FF2B5EF4-FFF2-40B4-BE49-F238E27FC236}">
                  <a16:creationId xmlns:a16="http://schemas.microsoft.com/office/drawing/2014/main" id="{9DFC5CCE-346A-7852-8AC2-D183307BC2B4}"/>
                </a:ext>
              </a:extLst>
            </p:cNvPr>
            <p:cNvSpPr/>
            <p:nvPr/>
          </p:nvSpPr>
          <p:spPr>
            <a:xfrm>
              <a:off x="5020125" y="2868175"/>
              <a:ext cx="871475" cy="1455975"/>
            </a:xfrm>
            <a:custGeom>
              <a:avLst/>
              <a:gdLst/>
              <a:ahLst/>
              <a:cxnLst/>
              <a:rect l="l" t="t" r="r" b="b"/>
              <a:pathLst>
                <a:path w="34859" h="58239" extrusionOk="0">
                  <a:moveTo>
                    <a:pt x="14456" y="1"/>
                  </a:moveTo>
                  <a:cubicBezTo>
                    <a:pt x="13102" y="1"/>
                    <a:pt x="11751" y="1105"/>
                    <a:pt x="10642" y="3899"/>
                  </a:cubicBezTo>
                  <a:cubicBezTo>
                    <a:pt x="7006" y="13139"/>
                    <a:pt x="13644" y="34321"/>
                    <a:pt x="13644" y="34321"/>
                  </a:cubicBezTo>
                  <a:cubicBezTo>
                    <a:pt x="13644" y="34321"/>
                    <a:pt x="8973" y="27957"/>
                    <a:pt x="5501" y="27957"/>
                  </a:cubicBezTo>
                  <a:cubicBezTo>
                    <a:pt x="4532" y="27957"/>
                    <a:pt x="3657" y="28452"/>
                    <a:pt x="3003" y="29718"/>
                  </a:cubicBezTo>
                  <a:cubicBezTo>
                    <a:pt x="1" y="35489"/>
                    <a:pt x="12977" y="58238"/>
                    <a:pt x="12977" y="58238"/>
                  </a:cubicBezTo>
                  <a:lnTo>
                    <a:pt x="18280" y="56704"/>
                  </a:lnTo>
                  <a:cubicBezTo>
                    <a:pt x="18280" y="56704"/>
                    <a:pt x="29555" y="50533"/>
                    <a:pt x="29889" y="43594"/>
                  </a:cubicBezTo>
                  <a:cubicBezTo>
                    <a:pt x="30019" y="40882"/>
                    <a:pt x="28625" y="40056"/>
                    <a:pt x="26878" y="40056"/>
                  </a:cubicBezTo>
                  <a:cubicBezTo>
                    <a:pt x="24158" y="40056"/>
                    <a:pt x="20582" y="42060"/>
                    <a:pt x="20582" y="42060"/>
                  </a:cubicBezTo>
                  <a:cubicBezTo>
                    <a:pt x="20582" y="42060"/>
                    <a:pt x="34859" y="18910"/>
                    <a:pt x="28554" y="11972"/>
                  </a:cubicBezTo>
                  <a:cubicBezTo>
                    <a:pt x="27733" y="11067"/>
                    <a:pt x="26973" y="10674"/>
                    <a:pt x="26274" y="10674"/>
                  </a:cubicBezTo>
                  <a:cubicBezTo>
                    <a:pt x="22641" y="10674"/>
                    <a:pt x="20628" y="21288"/>
                    <a:pt x="19915" y="25988"/>
                  </a:cubicBezTo>
                  <a:lnTo>
                    <a:pt x="19915" y="25988"/>
                  </a:lnTo>
                  <a:cubicBezTo>
                    <a:pt x="20379" y="22401"/>
                    <a:pt x="21191" y="15207"/>
                    <a:pt x="20949" y="10437"/>
                  </a:cubicBezTo>
                  <a:cubicBezTo>
                    <a:pt x="20716" y="5876"/>
                    <a:pt x="17578" y="1"/>
                    <a:pt x="1445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281;p71">
              <a:extLst>
                <a:ext uri="{FF2B5EF4-FFF2-40B4-BE49-F238E27FC236}">
                  <a16:creationId xmlns:a16="http://schemas.microsoft.com/office/drawing/2014/main" id="{796D4E75-7752-4D2E-EDF2-51F2CDCD1D89}"/>
                </a:ext>
              </a:extLst>
            </p:cNvPr>
            <p:cNvSpPr/>
            <p:nvPr/>
          </p:nvSpPr>
          <p:spPr>
            <a:xfrm>
              <a:off x="5047650" y="3090725"/>
              <a:ext cx="760575" cy="1127500"/>
            </a:xfrm>
            <a:custGeom>
              <a:avLst/>
              <a:gdLst/>
              <a:ahLst/>
              <a:cxnLst/>
              <a:rect l="l" t="t" r="r" b="b"/>
              <a:pathLst>
                <a:path w="30423" h="45100" fill="none" extrusionOk="0">
                  <a:moveTo>
                    <a:pt x="11976" y="45100"/>
                  </a:moveTo>
                  <a:cubicBezTo>
                    <a:pt x="11976" y="45100"/>
                    <a:pt x="0" y="33925"/>
                    <a:pt x="5838" y="28922"/>
                  </a:cubicBezTo>
                  <a:cubicBezTo>
                    <a:pt x="11675" y="23885"/>
                    <a:pt x="14744" y="34292"/>
                    <a:pt x="14744" y="34292"/>
                  </a:cubicBezTo>
                  <a:cubicBezTo>
                    <a:pt x="14744" y="34292"/>
                    <a:pt x="8306" y="2302"/>
                    <a:pt x="18747" y="1168"/>
                  </a:cubicBezTo>
                  <a:cubicBezTo>
                    <a:pt x="29188" y="1"/>
                    <a:pt x="21516" y="28922"/>
                    <a:pt x="21516" y="28922"/>
                  </a:cubicBezTo>
                  <a:cubicBezTo>
                    <a:pt x="21516" y="28922"/>
                    <a:pt x="30422" y="16579"/>
                    <a:pt x="29788" y="26587"/>
                  </a:cubicBezTo>
                  <a:cubicBezTo>
                    <a:pt x="29188" y="36627"/>
                    <a:pt x="16012" y="45100"/>
                    <a:pt x="16012" y="45100"/>
                  </a:cubicBez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282;p71">
              <a:extLst>
                <a:ext uri="{FF2B5EF4-FFF2-40B4-BE49-F238E27FC236}">
                  <a16:creationId xmlns:a16="http://schemas.microsoft.com/office/drawing/2014/main" id="{737B776A-6766-F615-0FB3-6F2B85701844}"/>
                </a:ext>
              </a:extLst>
            </p:cNvPr>
            <p:cNvSpPr/>
            <p:nvPr/>
          </p:nvSpPr>
          <p:spPr>
            <a:xfrm>
              <a:off x="5292000" y="3948025"/>
              <a:ext cx="202650" cy="219325"/>
            </a:xfrm>
            <a:custGeom>
              <a:avLst/>
              <a:gdLst/>
              <a:ahLst/>
              <a:cxnLst/>
              <a:rect l="l" t="t" r="r" b="b"/>
              <a:pathLst>
                <a:path w="8106" h="8773" fill="none" extrusionOk="0">
                  <a:moveTo>
                    <a:pt x="8106" y="8773"/>
                  </a:moveTo>
                  <a:lnTo>
                    <a:pt x="0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283;p71">
              <a:extLst>
                <a:ext uri="{FF2B5EF4-FFF2-40B4-BE49-F238E27FC236}">
                  <a16:creationId xmlns:a16="http://schemas.microsoft.com/office/drawing/2014/main" id="{EC73D20D-566A-43BB-1969-AD389C58575D}"/>
                </a:ext>
              </a:extLst>
            </p:cNvPr>
            <p:cNvSpPr/>
            <p:nvPr/>
          </p:nvSpPr>
          <p:spPr>
            <a:xfrm>
              <a:off x="5452100" y="3542725"/>
              <a:ext cx="55075" cy="641325"/>
            </a:xfrm>
            <a:custGeom>
              <a:avLst/>
              <a:gdLst/>
              <a:ahLst/>
              <a:cxnLst/>
              <a:rect l="l" t="t" r="r" b="b"/>
              <a:pathLst>
                <a:path w="2203" h="25653" fill="none" extrusionOk="0">
                  <a:moveTo>
                    <a:pt x="1" y="25652"/>
                  </a:moveTo>
                  <a:lnTo>
                    <a:pt x="2202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284;p71">
              <a:extLst>
                <a:ext uri="{FF2B5EF4-FFF2-40B4-BE49-F238E27FC236}">
                  <a16:creationId xmlns:a16="http://schemas.microsoft.com/office/drawing/2014/main" id="{76C4DB1F-28C4-FC69-F356-BE3BB1117F06}"/>
                </a:ext>
              </a:extLst>
            </p:cNvPr>
            <p:cNvSpPr/>
            <p:nvPr/>
          </p:nvSpPr>
          <p:spPr>
            <a:xfrm>
              <a:off x="5443775" y="3897150"/>
              <a:ext cx="180975" cy="240200"/>
            </a:xfrm>
            <a:custGeom>
              <a:avLst/>
              <a:gdLst/>
              <a:ahLst/>
              <a:cxnLst/>
              <a:rect l="l" t="t" r="r" b="b"/>
              <a:pathLst>
                <a:path w="7239" h="9608" fill="none" extrusionOk="0">
                  <a:moveTo>
                    <a:pt x="0" y="9607"/>
                  </a:moveTo>
                  <a:lnTo>
                    <a:pt x="7239" y="0"/>
                  </a:lnTo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285;p71">
              <a:extLst>
                <a:ext uri="{FF2B5EF4-FFF2-40B4-BE49-F238E27FC236}">
                  <a16:creationId xmlns:a16="http://schemas.microsoft.com/office/drawing/2014/main" id="{ACD6E57C-77C4-A72B-5456-2DE4E07D3026}"/>
                </a:ext>
              </a:extLst>
            </p:cNvPr>
            <p:cNvSpPr/>
            <p:nvPr/>
          </p:nvSpPr>
          <p:spPr>
            <a:xfrm>
              <a:off x="5146050" y="4093125"/>
              <a:ext cx="560425" cy="660500"/>
            </a:xfrm>
            <a:custGeom>
              <a:avLst/>
              <a:gdLst/>
              <a:ahLst/>
              <a:cxnLst/>
              <a:rect l="l" t="t" r="r" b="b"/>
              <a:pathLst>
                <a:path w="22417" h="26420" extrusionOk="0">
                  <a:moveTo>
                    <a:pt x="1" y="0"/>
                  </a:moveTo>
                  <a:lnTo>
                    <a:pt x="2236" y="26419"/>
                  </a:lnTo>
                  <a:lnTo>
                    <a:pt x="20148" y="26419"/>
                  </a:lnTo>
                  <a:lnTo>
                    <a:pt x="224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3286;p71">
              <a:extLst>
                <a:ext uri="{FF2B5EF4-FFF2-40B4-BE49-F238E27FC236}">
                  <a16:creationId xmlns:a16="http://schemas.microsoft.com/office/drawing/2014/main" id="{90FD6F3A-BE11-E903-34CB-2CAA5C38C803}"/>
                </a:ext>
              </a:extLst>
            </p:cNvPr>
            <p:cNvSpPr/>
            <p:nvPr/>
          </p:nvSpPr>
          <p:spPr>
            <a:xfrm>
              <a:off x="1924575" y="4753600"/>
              <a:ext cx="176825" cy="25"/>
            </a:xfrm>
            <a:custGeom>
              <a:avLst/>
              <a:gdLst/>
              <a:ahLst/>
              <a:cxnLst/>
              <a:rect l="l" t="t" r="r" b="b"/>
              <a:pathLst>
                <a:path w="7073" h="1" fill="none" extrusionOk="0">
                  <a:moveTo>
                    <a:pt x="707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3287;p71">
              <a:extLst>
                <a:ext uri="{FF2B5EF4-FFF2-40B4-BE49-F238E27FC236}">
                  <a16:creationId xmlns:a16="http://schemas.microsoft.com/office/drawing/2014/main" id="{49E3B464-FBFC-24C5-62D5-93614C764AD9}"/>
                </a:ext>
              </a:extLst>
            </p:cNvPr>
            <p:cNvSpPr/>
            <p:nvPr/>
          </p:nvSpPr>
          <p:spPr>
            <a:xfrm>
              <a:off x="2309850" y="4753600"/>
              <a:ext cx="3930350" cy="25"/>
            </a:xfrm>
            <a:custGeom>
              <a:avLst/>
              <a:gdLst/>
              <a:ahLst/>
              <a:cxnLst/>
              <a:rect l="l" t="t" r="r" b="b"/>
              <a:pathLst>
                <a:path w="157214" h="1" fill="none" extrusionOk="0">
                  <a:moveTo>
                    <a:pt x="15721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3288;p71">
              <a:extLst>
                <a:ext uri="{FF2B5EF4-FFF2-40B4-BE49-F238E27FC236}">
                  <a16:creationId xmlns:a16="http://schemas.microsoft.com/office/drawing/2014/main" id="{8540271D-4F24-1966-5B82-F9254AB21C3B}"/>
                </a:ext>
              </a:extLst>
            </p:cNvPr>
            <p:cNvSpPr/>
            <p:nvPr/>
          </p:nvSpPr>
          <p:spPr>
            <a:xfrm>
              <a:off x="3873475" y="4799450"/>
              <a:ext cx="1261750" cy="239375"/>
            </a:xfrm>
            <a:custGeom>
              <a:avLst/>
              <a:gdLst/>
              <a:ahLst/>
              <a:cxnLst/>
              <a:rect l="l" t="t" r="r" b="b"/>
              <a:pathLst>
                <a:path w="50470" h="9575" extrusionOk="0">
                  <a:moveTo>
                    <a:pt x="25219" y="1"/>
                  </a:moveTo>
                  <a:cubicBezTo>
                    <a:pt x="11309" y="1"/>
                    <a:pt x="1" y="2136"/>
                    <a:pt x="1" y="4771"/>
                  </a:cubicBezTo>
                  <a:cubicBezTo>
                    <a:pt x="1" y="7439"/>
                    <a:pt x="11309" y="9574"/>
                    <a:pt x="25219" y="9574"/>
                  </a:cubicBezTo>
                  <a:cubicBezTo>
                    <a:pt x="39162" y="9574"/>
                    <a:pt x="50470" y="7439"/>
                    <a:pt x="50470" y="4771"/>
                  </a:cubicBezTo>
                  <a:cubicBezTo>
                    <a:pt x="50470" y="2136"/>
                    <a:pt x="39162" y="1"/>
                    <a:pt x="25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3289;p71">
              <a:extLst>
                <a:ext uri="{FF2B5EF4-FFF2-40B4-BE49-F238E27FC236}">
                  <a16:creationId xmlns:a16="http://schemas.microsoft.com/office/drawing/2014/main" id="{5EF6215B-021A-715E-EB1E-54ACDE939D95}"/>
                </a:ext>
              </a:extLst>
            </p:cNvPr>
            <p:cNvSpPr/>
            <p:nvPr/>
          </p:nvSpPr>
          <p:spPr>
            <a:xfrm>
              <a:off x="3418150" y="1620525"/>
              <a:ext cx="95100" cy="146775"/>
            </a:xfrm>
            <a:custGeom>
              <a:avLst/>
              <a:gdLst/>
              <a:ahLst/>
              <a:cxnLst/>
              <a:rect l="l" t="t" r="r" b="b"/>
              <a:pathLst>
                <a:path w="3804" h="5871" extrusionOk="0">
                  <a:moveTo>
                    <a:pt x="2202" y="0"/>
                  </a:moveTo>
                  <a:lnTo>
                    <a:pt x="1" y="5871"/>
                  </a:lnTo>
                  <a:lnTo>
                    <a:pt x="3803" y="3669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3290;p71">
              <a:extLst>
                <a:ext uri="{FF2B5EF4-FFF2-40B4-BE49-F238E27FC236}">
                  <a16:creationId xmlns:a16="http://schemas.microsoft.com/office/drawing/2014/main" id="{C0F5BA6D-088A-9BD2-85B0-B355D1B16BD2}"/>
                </a:ext>
              </a:extLst>
            </p:cNvPr>
            <p:cNvSpPr/>
            <p:nvPr/>
          </p:nvSpPr>
          <p:spPr>
            <a:xfrm>
              <a:off x="3094600" y="1338875"/>
              <a:ext cx="485350" cy="376725"/>
            </a:xfrm>
            <a:custGeom>
              <a:avLst/>
              <a:gdLst/>
              <a:ahLst/>
              <a:cxnLst/>
              <a:rect l="l" t="t" r="r" b="b"/>
              <a:pathLst>
                <a:path w="19414" h="15069" extrusionOk="0">
                  <a:moveTo>
                    <a:pt x="1419" y="0"/>
                  </a:moveTo>
                  <a:cubicBezTo>
                    <a:pt x="1076" y="0"/>
                    <a:pt x="867" y="186"/>
                    <a:pt x="867" y="658"/>
                  </a:cubicBezTo>
                  <a:cubicBezTo>
                    <a:pt x="867" y="2727"/>
                    <a:pt x="2802" y="3460"/>
                    <a:pt x="3903" y="3561"/>
                  </a:cubicBezTo>
                  <a:cubicBezTo>
                    <a:pt x="4970" y="3761"/>
                    <a:pt x="6038" y="4028"/>
                    <a:pt x="7038" y="4428"/>
                  </a:cubicBezTo>
                  <a:cubicBezTo>
                    <a:pt x="6371" y="5262"/>
                    <a:pt x="5571" y="5962"/>
                    <a:pt x="4637" y="6496"/>
                  </a:cubicBezTo>
                  <a:cubicBezTo>
                    <a:pt x="3169" y="7363"/>
                    <a:pt x="0" y="6863"/>
                    <a:pt x="1234" y="7964"/>
                  </a:cubicBezTo>
                  <a:cubicBezTo>
                    <a:pt x="2435" y="9064"/>
                    <a:pt x="4770" y="10799"/>
                    <a:pt x="6238" y="10799"/>
                  </a:cubicBezTo>
                  <a:cubicBezTo>
                    <a:pt x="7672" y="10799"/>
                    <a:pt x="12442" y="8831"/>
                    <a:pt x="12442" y="8831"/>
                  </a:cubicBezTo>
                  <a:lnTo>
                    <a:pt x="15745" y="15069"/>
                  </a:lnTo>
                  <a:lnTo>
                    <a:pt x="19414" y="11199"/>
                  </a:lnTo>
                  <a:cubicBezTo>
                    <a:pt x="17946" y="9598"/>
                    <a:pt x="16645" y="7864"/>
                    <a:pt x="15511" y="6029"/>
                  </a:cubicBezTo>
                  <a:cubicBezTo>
                    <a:pt x="14043" y="3561"/>
                    <a:pt x="12943" y="2493"/>
                    <a:pt x="11608" y="2493"/>
                  </a:cubicBezTo>
                  <a:cubicBezTo>
                    <a:pt x="10697" y="2493"/>
                    <a:pt x="9473" y="2656"/>
                    <a:pt x="8295" y="2656"/>
                  </a:cubicBezTo>
                  <a:cubicBezTo>
                    <a:pt x="7706" y="2656"/>
                    <a:pt x="7127" y="2615"/>
                    <a:pt x="6605" y="2493"/>
                  </a:cubicBezTo>
                  <a:cubicBezTo>
                    <a:pt x="5364" y="2209"/>
                    <a:pt x="2599" y="0"/>
                    <a:pt x="1419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3291;p71">
              <a:extLst>
                <a:ext uri="{FF2B5EF4-FFF2-40B4-BE49-F238E27FC236}">
                  <a16:creationId xmlns:a16="http://schemas.microsoft.com/office/drawing/2014/main" id="{E55CE235-89D6-DDE6-D070-A9C136189242}"/>
                </a:ext>
              </a:extLst>
            </p:cNvPr>
            <p:cNvSpPr/>
            <p:nvPr/>
          </p:nvSpPr>
          <p:spPr>
            <a:xfrm>
              <a:off x="3368125" y="1432875"/>
              <a:ext cx="120925" cy="164325"/>
            </a:xfrm>
            <a:custGeom>
              <a:avLst/>
              <a:gdLst/>
              <a:ahLst/>
              <a:cxnLst/>
              <a:rect l="l" t="t" r="r" b="b"/>
              <a:pathLst>
                <a:path w="4837" h="6573" extrusionOk="0">
                  <a:moveTo>
                    <a:pt x="3002" y="1"/>
                  </a:moveTo>
                  <a:cubicBezTo>
                    <a:pt x="2569" y="4471"/>
                    <a:pt x="0" y="5605"/>
                    <a:pt x="0" y="5605"/>
                  </a:cubicBezTo>
                  <a:lnTo>
                    <a:pt x="67" y="5638"/>
                  </a:lnTo>
                  <a:cubicBezTo>
                    <a:pt x="901" y="5338"/>
                    <a:pt x="1535" y="5071"/>
                    <a:pt x="1535" y="5071"/>
                  </a:cubicBezTo>
                  <a:lnTo>
                    <a:pt x="2302" y="6572"/>
                  </a:lnTo>
                  <a:cubicBezTo>
                    <a:pt x="3603" y="5638"/>
                    <a:pt x="4503" y="4270"/>
                    <a:pt x="4837" y="2736"/>
                  </a:cubicBezTo>
                  <a:lnTo>
                    <a:pt x="4570" y="2269"/>
                  </a:lnTo>
                  <a:cubicBezTo>
                    <a:pt x="4103" y="1468"/>
                    <a:pt x="3603" y="701"/>
                    <a:pt x="3002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3292;p71">
              <a:extLst>
                <a:ext uri="{FF2B5EF4-FFF2-40B4-BE49-F238E27FC236}">
                  <a16:creationId xmlns:a16="http://schemas.microsoft.com/office/drawing/2014/main" id="{7EEA1383-1D9B-9ED2-37D1-CBD971FDCCA7}"/>
                </a:ext>
              </a:extLst>
            </p:cNvPr>
            <p:cNvSpPr/>
            <p:nvPr/>
          </p:nvSpPr>
          <p:spPr>
            <a:xfrm>
              <a:off x="3103750" y="1420300"/>
              <a:ext cx="68425" cy="141925"/>
            </a:xfrm>
            <a:custGeom>
              <a:avLst/>
              <a:gdLst/>
              <a:ahLst/>
              <a:cxnLst/>
              <a:rect l="l" t="t" r="r" b="b"/>
              <a:pathLst>
                <a:path w="2737" h="5677" extrusionOk="0">
                  <a:moveTo>
                    <a:pt x="1958" y="1"/>
                  </a:moveTo>
                  <a:cubicBezTo>
                    <a:pt x="1561" y="1"/>
                    <a:pt x="1068" y="606"/>
                    <a:pt x="868" y="1271"/>
                  </a:cubicBezTo>
                  <a:cubicBezTo>
                    <a:pt x="568" y="2272"/>
                    <a:pt x="1" y="4040"/>
                    <a:pt x="101" y="4740"/>
                  </a:cubicBezTo>
                  <a:cubicBezTo>
                    <a:pt x="141" y="5156"/>
                    <a:pt x="356" y="5677"/>
                    <a:pt x="727" y="5677"/>
                  </a:cubicBezTo>
                  <a:cubicBezTo>
                    <a:pt x="982" y="5677"/>
                    <a:pt x="1309" y="5432"/>
                    <a:pt x="1702" y="4740"/>
                  </a:cubicBezTo>
                  <a:cubicBezTo>
                    <a:pt x="1702" y="4740"/>
                    <a:pt x="2736" y="1671"/>
                    <a:pt x="2436" y="537"/>
                  </a:cubicBezTo>
                  <a:cubicBezTo>
                    <a:pt x="2335" y="156"/>
                    <a:pt x="2159" y="1"/>
                    <a:pt x="1958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3293;p71">
              <a:extLst>
                <a:ext uri="{FF2B5EF4-FFF2-40B4-BE49-F238E27FC236}">
                  <a16:creationId xmlns:a16="http://schemas.microsoft.com/office/drawing/2014/main" id="{AA3D0648-AD25-C630-C6D2-A024C7B21DD8}"/>
                </a:ext>
              </a:extLst>
            </p:cNvPr>
            <p:cNvSpPr/>
            <p:nvPr/>
          </p:nvSpPr>
          <p:spPr>
            <a:xfrm>
              <a:off x="3097100" y="1533225"/>
              <a:ext cx="123750" cy="60325"/>
            </a:xfrm>
            <a:custGeom>
              <a:avLst/>
              <a:gdLst/>
              <a:ahLst/>
              <a:cxnLst/>
              <a:rect l="l" t="t" r="r" b="b"/>
              <a:pathLst>
                <a:path w="4950" h="2413" extrusionOk="0">
                  <a:moveTo>
                    <a:pt x="3942" y="1"/>
                  </a:moveTo>
                  <a:cubicBezTo>
                    <a:pt x="3867" y="1"/>
                    <a:pt x="3787" y="8"/>
                    <a:pt x="3703" y="23"/>
                  </a:cubicBezTo>
                  <a:cubicBezTo>
                    <a:pt x="2769" y="190"/>
                    <a:pt x="834" y="590"/>
                    <a:pt x="434" y="823"/>
                  </a:cubicBezTo>
                  <a:cubicBezTo>
                    <a:pt x="33" y="1057"/>
                    <a:pt x="0" y="1691"/>
                    <a:pt x="634" y="2358"/>
                  </a:cubicBezTo>
                  <a:cubicBezTo>
                    <a:pt x="849" y="2394"/>
                    <a:pt x="1069" y="2413"/>
                    <a:pt x="1289" y="2413"/>
                  </a:cubicBezTo>
                  <a:cubicBezTo>
                    <a:pt x="1681" y="2413"/>
                    <a:pt x="2072" y="2353"/>
                    <a:pt x="2435" y="2224"/>
                  </a:cubicBezTo>
                  <a:cubicBezTo>
                    <a:pt x="3503" y="1924"/>
                    <a:pt x="4470" y="2124"/>
                    <a:pt x="4737" y="1391"/>
                  </a:cubicBezTo>
                  <a:cubicBezTo>
                    <a:pt x="4949" y="723"/>
                    <a:pt x="4693" y="1"/>
                    <a:pt x="3942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3294;p71">
              <a:extLst>
                <a:ext uri="{FF2B5EF4-FFF2-40B4-BE49-F238E27FC236}">
                  <a16:creationId xmlns:a16="http://schemas.microsoft.com/office/drawing/2014/main" id="{121E3077-9247-4ABF-DA02-324FECBFE358}"/>
                </a:ext>
              </a:extLst>
            </p:cNvPr>
            <p:cNvSpPr/>
            <p:nvPr/>
          </p:nvSpPr>
          <p:spPr>
            <a:xfrm>
              <a:off x="3088750" y="1445400"/>
              <a:ext cx="50900" cy="145650"/>
            </a:xfrm>
            <a:custGeom>
              <a:avLst/>
              <a:gdLst/>
              <a:ahLst/>
              <a:cxnLst/>
              <a:rect l="l" t="t" r="r" b="b"/>
              <a:pathLst>
                <a:path w="2036" h="5826" extrusionOk="0">
                  <a:moveTo>
                    <a:pt x="958" y="0"/>
                  </a:moveTo>
                  <a:cubicBezTo>
                    <a:pt x="539" y="0"/>
                    <a:pt x="182" y="759"/>
                    <a:pt x="134" y="1501"/>
                  </a:cubicBezTo>
                  <a:cubicBezTo>
                    <a:pt x="67" y="2535"/>
                    <a:pt x="1" y="4403"/>
                    <a:pt x="267" y="5037"/>
                  </a:cubicBezTo>
                  <a:cubicBezTo>
                    <a:pt x="413" y="5401"/>
                    <a:pt x="708" y="5826"/>
                    <a:pt x="1033" y="5826"/>
                  </a:cubicBezTo>
                  <a:cubicBezTo>
                    <a:pt x="1303" y="5826"/>
                    <a:pt x="1593" y="5533"/>
                    <a:pt x="1835" y="4670"/>
                  </a:cubicBezTo>
                  <a:cubicBezTo>
                    <a:pt x="1835" y="4670"/>
                    <a:pt x="2035" y="1434"/>
                    <a:pt x="1468" y="400"/>
                  </a:cubicBezTo>
                  <a:cubicBezTo>
                    <a:pt x="1299" y="118"/>
                    <a:pt x="1124" y="0"/>
                    <a:pt x="958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3295;p71">
              <a:extLst>
                <a:ext uri="{FF2B5EF4-FFF2-40B4-BE49-F238E27FC236}">
                  <a16:creationId xmlns:a16="http://schemas.microsoft.com/office/drawing/2014/main" id="{ED28006E-B029-E38B-24BE-024FF937C017}"/>
                </a:ext>
              </a:extLst>
            </p:cNvPr>
            <p:cNvSpPr/>
            <p:nvPr/>
          </p:nvSpPr>
          <p:spPr>
            <a:xfrm>
              <a:off x="3302225" y="1435075"/>
              <a:ext cx="149825" cy="164625"/>
            </a:xfrm>
            <a:custGeom>
              <a:avLst/>
              <a:gdLst/>
              <a:ahLst/>
              <a:cxnLst/>
              <a:rect l="l" t="t" r="r" b="b"/>
              <a:pathLst>
                <a:path w="5993" h="6585" extrusionOk="0">
                  <a:moveTo>
                    <a:pt x="4013" y="1"/>
                  </a:moveTo>
                  <a:cubicBezTo>
                    <a:pt x="3770" y="1"/>
                    <a:pt x="3519" y="47"/>
                    <a:pt x="3270" y="146"/>
                  </a:cubicBezTo>
                  <a:cubicBezTo>
                    <a:pt x="2069" y="647"/>
                    <a:pt x="1" y="4616"/>
                    <a:pt x="1" y="4616"/>
                  </a:cubicBezTo>
                  <a:lnTo>
                    <a:pt x="701" y="6584"/>
                  </a:lnTo>
                  <a:cubicBezTo>
                    <a:pt x="701" y="6584"/>
                    <a:pt x="2903" y="5817"/>
                    <a:pt x="3904" y="5383"/>
                  </a:cubicBezTo>
                  <a:cubicBezTo>
                    <a:pt x="5171" y="4716"/>
                    <a:pt x="5939" y="3449"/>
                    <a:pt x="5939" y="2048"/>
                  </a:cubicBezTo>
                  <a:cubicBezTo>
                    <a:pt x="5993" y="881"/>
                    <a:pt x="5075" y="1"/>
                    <a:pt x="4013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3296;p71">
              <a:extLst>
                <a:ext uri="{FF2B5EF4-FFF2-40B4-BE49-F238E27FC236}">
                  <a16:creationId xmlns:a16="http://schemas.microsoft.com/office/drawing/2014/main" id="{BBAF81F3-6E3A-4726-CBC6-969AC11635CA}"/>
                </a:ext>
              </a:extLst>
            </p:cNvPr>
            <p:cNvSpPr/>
            <p:nvPr/>
          </p:nvSpPr>
          <p:spPr>
            <a:xfrm>
              <a:off x="3152125" y="1529725"/>
              <a:ext cx="124775" cy="84150"/>
            </a:xfrm>
            <a:custGeom>
              <a:avLst/>
              <a:gdLst/>
              <a:ahLst/>
              <a:cxnLst/>
              <a:rect l="l" t="t" r="r" b="b"/>
              <a:pathLst>
                <a:path w="4991" h="3366" extrusionOk="0">
                  <a:moveTo>
                    <a:pt x="4029" y="1"/>
                  </a:moveTo>
                  <a:cubicBezTo>
                    <a:pt x="3871" y="1"/>
                    <a:pt x="3695" y="41"/>
                    <a:pt x="3503" y="130"/>
                  </a:cubicBezTo>
                  <a:cubicBezTo>
                    <a:pt x="2603" y="597"/>
                    <a:pt x="701" y="1531"/>
                    <a:pt x="334" y="1864"/>
                  </a:cubicBezTo>
                  <a:cubicBezTo>
                    <a:pt x="1" y="2231"/>
                    <a:pt x="134" y="2865"/>
                    <a:pt x="1001" y="3365"/>
                  </a:cubicBezTo>
                  <a:cubicBezTo>
                    <a:pt x="1635" y="3332"/>
                    <a:pt x="2269" y="3098"/>
                    <a:pt x="2803" y="2765"/>
                  </a:cubicBezTo>
                  <a:cubicBezTo>
                    <a:pt x="3803" y="2131"/>
                    <a:pt x="4904" y="2064"/>
                    <a:pt x="4938" y="1264"/>
                  </a:cubicBezTo>
                  <a:cubicBezTo>
                    <a:pt x="4991" y="601"/>
                    <a:pt x="4643" y="1"/>
                    <a:pt x="4029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3297;p71">
              <a:extLst>
                <a:ext uri="{FF2B5EF4-FFF2-40B4-BE49-F238E27FC236}">
                  <a16:creationId xmlns:a16="http://schemas.microsoft.com/office/drawing/2014/main" id="{38367F2A-9E4E-4B62-2269-45F765E1FBD1}"/>
                </a:ext>
              </a:extLst>
            </p:cNvPr>
            <p:cNvSpPr/>
            <p:nvPr/>
          </p:nvSpPr>
          <p:spPr>
            <a:xfrm>
              <a:off x="3120100" y="1462500"/>
              <a:ext cx="70425" cy="150150"/>
            </a:xfrm>
            <a:custGeom>
              <a:avLst/>
              <a:gdLst/>
              <a:ahLst/>
              <a:cxnLst/>
              <a:rect l="l" t="t" r="r" b="b"/>
              <a:pathLst>
                <a:path w="2817" h="6006" extrusionOk="0">
                  <a:moveTo>
                    <a:pt x="711" y="0"/>
                  </a:moveTo>
                  <a:cubicBezTo>
                    <a:pt x="198" y="0"/>
                    <a:pt x="1" y="969"/>
                    <a:pt x="181" y="1818"/>
                  </a:cubicBezTo>
                  <a:cubicBezTo>
                    <a:pt x="414" y="2885"/>
                    <a:pt x="848" y="4820"/>
                    <a:pt x="1315" y="5420"/>
                  </a:cubicBezTo>
                  <a:cubicBezTo>
                    <a:pt x="1540" y="5709"/>
                    <a:pt x="1895" y="6006"/>
                    <a:pt x="2204" y="6006"/>
                  </a:cubicBezTo>
                  <a:cubicBezTo>
                    <a:pt x="2537" y="6006"/>
                    <a:pt x="2816" y="5660"/>
                    <a:pt x="2816" y="4586"/>
                  </a:cubicBezTo>
                  <a:cubicBezTo>
                    <a:pt x="2816" y="4586"/>
                    <a:pt x="2116" y="1184"/>
                    <a:pt x="1248" y="283"/>
                  </a:cubicBezTo>
                  <a:cubicBezTo>
                    <a:pt x="1042" y="85"/>
                    <a:pt x="863" y="0"/>
                    <a:pt x="711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3298;p71">
              <a:extLst>
                <a:ext uri="{FF2B5EF4-FFF2-40B4-BE49-F238E27FC236}">
                  <a16:creationId xmlns:a16="http://schemas.microsoft.com/office/drawing/2014/main" id="{3E662402-04BE-6039-34D5-B13FE206315C}"/>
                </a:ext>
              </a:extLst>
            </p:cNvPr>
            <p:cNvSpPr/>
            <p:nvPr/>
          </p:nvSpPr>
          <p:spPr>
            <a:xfrm>
              <a:off x="3218850" y="1546375"/>
              <a:ext cx="120950" cy="90000"/>
            </a:xfrm>
            <a:custGeom>
              <a:avLst/>
              <a:gdLst/>
              <a:ahLst/>
              <a:cxnLst/>
              <a:rect l="l" t="t" r="r" b="b"/>
              <a:pathLst>
                <a:path w="4838" h="3600" extrusionOk="0">
                  <a:moveTo>
                    <a:pt x="3886" y="0"/>
                  </a:moveTo>
                  <a:cubicBezTo>
                    <a:pt x="3718" y="0"/>
                    <a:pt x="3533" y="50"/>
                    <a:pt x="3336" y="164"/>
                  </a:cubicBezTo>
                  <a:cubicBezTo>
                    <a:pt x="2435" y="698"/>
                    <a:pt x="634" y="1765"/>
                    <a:pt x="300" y="2132"/>
                  </a:cubicBezTo>
                  <a:cubicBezTo>
                    <a:pt x="0" y="2499"/>
                    <a:pt x="167" y="3133"/>
                    <a:pt x="1068" y="3600"/>
                  </a:cubicBezTo>
                  <a:cubicBezTo>
                    <a:pt x="1701" y="3500"/>
                    <a:pt x="2302" y="3233"/>
                    <a:pt x="2836" y="2833"/>
                  </a:cubicBezTo>
                  <a:cubicBezTo>
                    <a:pt x="3770" y="2132"/>
                    <a:pt x="4837" y="1999"/>
                    <a:pt x="4837" y="1198"/>
                  </a:cubicBezTo>
                  <a:cubicBezTo>
                    <a:pt x="4837" y="579"/>
                    <a:pt x="4458" y="0"/>
                    <a:pt x="3886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3299;p71">
              <a:extLst>
                <a:ext uri="{FF2B5EF4-FFF2-40B4-BE49-F238E27FC236}">
                  <a16:creationId xmlns:a16="http://schemas.microsoft.com/office/drawing/2014/main" id="{13FB4CEC-5B29-4BE3-B918-B41CD80009AE}"/>
                </a:ext>
              </a:extLst>
            </p:cNvPr>
            <p:cNvSpPr/>
            <p:nvPr/>
          </p:nvSpPr>
          <p:spPr>
            <a:xfrm>
              <a:off x="3179625" y="1487225"/>
              <a:ext cx="78550" cy="147300"/>
            </a:xfrm>
            <a:custGeom>
              <a:avLst/>
              <a:gdLst/>
              <a:ahLst/>
              <a:cxnLst/>
              <a:rect l="l" t="t" r="r" b="b"/>
              <a:pathLst>
                <a:path w="3142" h="5892" extrusionOk="0">
                  <a:moveTo>
                    <a:pt x="646" y="0"/>
                  </a:moveTo>
                  <a:cubicBezTo>
                    <a:pt x="132" y="0"/>
                    <a:pt x="1" y="996"/>
                    <a:pt x="235" y="1830"/>
                  </a:cubicBezTo>
                  <a:cubicBezTo>
                    <a:pt x="535" y="2930"/>
                    <a:pt x="1102" y="4798"/>
                    <a:pt x="1636" y="5365"/>
                  </a:cubicBezTo>
                  <a:cubicBezTo>
                    <a:pt x="1868" y="5628"/>
                    <a:pt x="2222" y="5892"/>
                    <a:pt x="2522" y="5892"/>
                  </a:cubicBezTo>
                  <a:cubicBezTo>
                    <a:pt x="2868" y="5892"/>
                    <a:pt x="3142" y="5540"/>
                    <a:pt x="3070" y="4431"/>
                  </a:cubicBezTo>
                  <a:cubicBezTo>
                    <a:pt x="3070" y="4431"/>
                    <a:pt x="2136" y="1096"/>
                    <a:pt x="1169" y="262"/>
                  </a:cubicBezTo>
                  <a:cubicBezTo>
                    <a:pt x="964" y="79"/>
                    <a:pt x="790" y="0"/>
                    <a:pt x="646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3300;p71">
              <a:extLst>
                <a:ext uri="{FF2B5EF4-FFF2-40B4-BE49-F238E27FC236}">
                  <a16:creationId xmlns:a16="http://schemas.microsoft.com/office/drawing/2014/main" id="{C3F8ABC3-C00D-ADB8-6E43-14A9A85B5BB2}"/>
                </a:ext>
              </a:extLst>
            </p:cNvPr>
            <p:cNvSpPr/>
            <p:nvPr/>
          </p:nvSpPr>
          <p:spPr>
            <a:xfrm>
              <a:off x="3195500" y="1383675"/>
              <a:ext cx="90075" cy="65900"/>
            </a:xfrm>
            <a:custGeom>
              <a:avLst/>
              <a:gdLst/>
              <a:ahLst/>
              <a:cxnLst/>
              <a:rect l="l" t="t" r="r" b="b"/>
              <a:pathLst>
                <a:path w="3603" h="2636" extrusionOk="0">
                  <a:moveTo>
                    <a:pt x="1068" y="1"/>
                  </a:moveTo>
                  <a:lnTo>
                    <a:pt x="1068" y="1"/>
                  </a:lnTo>
                  <a:cubicBezTo>
                    <a:pt x="1168" y="334"/>
                    <a:pt x="1201" y="701"/>
                    <a:pt x="1101" y="1068"/>
                  </a:cubicBezTo>
                  <a:cubicBezTo>
                    <a:pt x="1013" y="1508"/>
                    <a:pt x="615" y="1820"/>
                    <a:pt x="179" y="1820"/>
                  </a:cubicBezTo>
                  <a:cubicBezTo>
                    <a:pt x="120" y="1820"/>
                    <a:pt x="60" y="1814"/>
                    <a:pt x="0" y="1802"/>
                  </a:cubicBezTo>
                  <a:lnTo>
                    <a:pt x="0" y="1802"/>
                  </a:lnTo>
                  <a:cubicBezTo>
                    <a:pt x="1001" y="2002"/>
                    <a:pt x="2035" y="2269"/>
                    <a:pt x="3002" y="2636"/>
                  </a:cubicBezTo>
                  <a:cubicBezTo>
                    <a:pt x="3603" y="2336"/>
                    <a:pt x="3436" y="1402"/>
                    <a:pt x="3303" y="801"/>
                  </a:cubicBezTo>
                  <a:cubicBezTo>
                    <a:pt x="3036" y="768"/>
                    <a:pt x="2802" y="734"/>
                    <a:pt x="2569" y="668"/>
                  </a:cubicBezTo>
                  <a:cubicBezTo>
                    <a:pt x="2035" y="501"/>
                    <a:pt x="1535" y="301"/>
                    <a:pt x="1068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3301;p71">
              <a:extLst>
                <a:ext uri="{FF2B5EF4-FFF2-40B4-BE49-F238E27FC236}">
                  <a16:creationId xmlns:a16="http://schemas.microsoft.com/office/drawing/2014/main" id="{D565A2AA-527D-1339-0B32-ED714AB3F7EF}"/>
                </a:ext>
              </a:extLst>
            </p:cNvPr>
            <p:cNvSpPr/>
            <p:nvPr/>
          </p:nvSpPr>
          <p:spPr>
            <a:xfrm>
              <a:off x="4048600" y="3417625"/>
              <a:ext cx="418650" cy="1478700"/>
            </a:xfrm>
            <a:custGeom>
              <a:avLst/>
              <a:gdLst/>
              <a:ahLst/>
              <a:cxnLst/>
              <a:rect l="l" t="t" r="r" b="b"/>
              <a:pathLst>
                <a:path w="16746" h="59148" extrusionOk="0">
                  <a:moveTo>
                    <a:pt x="4837" y="1"/>
                  </a:moveTo>
                  <a:cubicBezTo>
                    <a:pt x="4837" y="1"/>
                    <a:pt x="4304" y="4871"/>
                    <a:pt x="5004" y="8907"/>
                  </a:cubicBezTo>
                  <a:cubicBezTo>
                    <a:pt x="5671" y="12943"/>
                    <a:pt x="6605" y="24652"/>
                    <a:pt x="7272" y="29522"/>
                  </a:cubicBezTo>
                  <a:cubicBezTo>
                    <a:pt x="7840" y="33892"/>
                    <a:pt x="8006" y="38295"/>
                    <a:pt x="7806" y="42698"/>
                  </a:cubicBezTo>
                  <a:cubicBezTo>
                    <a:pt x="7673" y="46467"/>
                    <a:pt x="6338" y="50670"/>
                    <a:pt x="4437" y="52805"/>
                  </a:cubicBezTo>
                  <a:cubicBezTo>
                    <a:pt x="2569" y="54974"/>
                    <a:pt x="1" y="57409"/>
                    <a:pt x="267" y="58476"/>
                  </a:cubicBezTo>
                  <a:cubicBezTo>
                    <a:pt x="405" y="58967"/>
                    <a:pt x="1869" y="59147"/>
                    <a:pt x="3685" y="59147"/>
                  </a:cubicBezTo>
                  <a:cubicBezTo>
                    <a:pt x="5820" y="59147"/>
                    <a:pt x="8442" y="58898"/>
                    <a:pt x="9974" y="58609"/>
                  </a:cubicBezTo>
                  <a:cubicBezTo>
                    <a:pt x="12810" y="58076"/>
                    <a:pt x="14578" y="56975"/>
                    <a:pt x="14978" y="55641"/>
                  </a:cubicBezTo>
                  <a:cubicBezTo>
                    <a:pt x="15412" y="54306"/>
                    <a:pt x="15645" y="50537"/>
                    <a:pt x="15645" y="49169"/>
                  </a:cubicBezTo>
                  <a:cubicBezTo>
                    <a:pt x="15645" y="47835"/>
                    <a:pt x="14845" y="45533"/>
                    <a:pt x="14311" y="44466"/>
                  </a:cubicBezTo>
                  <a:cubicBezTo>
                    <a:pt x="13777" y="43399"/>
                    <a:pt x="13510" y="40697"/>
                    <a:pt x="13777" y="37594"/>
                  </a:cubicBezTo>
                  <a:cubicBezTo>
                    <a:pt x="14044" y="34492"/>
                    <a:pt x="16179" y="26553"/>
                    <a:pt x="16446" y="19014"/>
                  </a:cubicBezTo>
                  <a:cubicBezTo>
                    <a:pt x="16746" y="11442"/>
                    <a:pt x="14311" y="5938"/>
                    <a:pt x="14177" y="4704"/>
                  </a:cubicBezTo>
                  <a:cubicBezTo>
                    <a:pt x="14044" y="3503"/>
                    <a:pt x="14177" y="268"/>
                    <a:pt x="14177" y="268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3302;p71">
              <a:extLst>
                <a:ext uri="{FF2B5EF4-FFF2-40B4-BE49-F238E27FC236}">
                  <a16:creationId xmlns:a16="http://schemas.microsoft.com/office/drawing/2014/main" id="{92DA92BF-8F92-860F-B031-824A746BA172}"/>
                </a:ext>
              </a:extLst>
            </p:cNvPr>
            <p:cNvSpPr/>
            <p:nvPr/>
          </p:nvSpPr>
          <p:spPr>
            <a:xfrm>
              <a:off x="4338800" y="3423475"/>
              <a:ext cx="127625" cy="1018725"/>
            </a:xfrm>
            <a:custGeom>
              <a:avLst/>
              <a:gdLst/>
              <a:ahLst/>
              <a:cxnLst/>
              <a:rect l="l" t="t" r="r" b="b"/>
              <a:pathLst>
                <a:path w="5105" h="40749" extrusionOk="0">
                  <a:moveTo>
                    <a:pt x="1035" y="0"/>
                  </a:moveTo>
                  <a:cubicBezTo>
                    <a:pt x="668" y="1768"/>
                    <a:pt x="1" y="6405"/>
                    <a:pt x="1235" y="10675"/>
                  </a:cubicBezTo>
                  <a:cubicBezTo>
                    <a:pt x="2803" y="16045"/>
                    <a:pt x="2002" y="23884"/>
                    <a:pt x="1335" y="29255"/>
                  </a:cubicBezTo>
                  <a:cubicBezTo>
                    <a:pt x="668" y="34658"/>
                    <a:pt x="401" y="40162"/>
                    <a:pt x="801" y="40563"/>
                  </a:cubicBezTo>
                  <a:cubicBezTo>
                    <a:pt x="893" y="40669"/>
                    <a:pt x="1047" y="40748"/>
                    <a:pt x="1239" y="40748"/>
                  </a:cubicBezTo>
                  <a:cubicBezTo>
                    <a:pt x="1466" y="40748"/>
                    <a:pt x="1746" y="40637"/>
                    <a:pt x="2036" y="40329"/>
                  </a:cubicBezTo>
                  <a:cubicBezTo>
                    <a:pt x="2002" y="39329"/>
                    <a:pt x="2036" y="38361"/>
                    <a:pt x="2136" y="37360"/>
                  </a:cubicBezTo>
                  <a:cubicBezTo>
                    <a:pt x="2403" y="34258"/>
                    <a:pt x="4571" y="26319"/>
                    <a:pt x="4838" y="18780"/>
                  </a:cubicBezTo>
                  <a:cubicBezTo>
                    <a:pt x="5105" y="11208"/>
                    <a:pt x="2669" y="5704"/>
                    <a:pt x="2536" y="4470"/>
                  </a:cubicBezTo>
                  <a:cubicBezTo>
                    <a:pt x="2403" y="3269"/>
                    <a:pt x="2536" y="34"/>
                    <a:pt x="2536" y="3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3303;p71">
              <a:extLst>
                <a:ext uri="{FF2B5EF4-FFF2-40B4-BE49-F238E27FC236}">
                  <a16:creationId xmlns:a16="http://schemas.microsoft.com/office/drawing/2014/main" id="{2CB8F99B-90A7-B5F7-B4A4-11D6221C1A78}"/>
                </a:ext>
              </a:extLst>
            </p:cNvPr>
            <p:cNvSpPr/>
            <p:nvPr/>
          </p:nvSpPr>
          <p:spPr>
            <a:xfrm>
              <a:off x="4297950" y="3551900"/>
              <a:ext cx="130950" cy="98425"/>
            </a:xfrm>
            <a:custGeom>
              <a:avLst/>
              <a:gdLst/>
              <a:ahLst/>
              <a:cxnLst/>
              <a:rect l="l" t="t" r="r" b="b"/>
              <a:pathLst>
                <a:path w="5238" h="3937" extrusionOk="0">
                  <a:moveTo>
                    <a:pt x="4337" y="0"/>
                  </a:moveTo>
                  <a:lnTo>
                    <a:pt x="0" y="567"/>
                  </a:lnTo>
                  <a:lnTo>
                    <a:pt x="534" y="3937"/>
                  </a:lnTo>
                  <a:lnTo>
                    <a:pt x="5237" y="3236"/>
                  </a:lnTo>
                  <a:cubicBezTo>
                    <a:pt x="4871" y="1802"/>
                    <a:pt x="4537" y="701"/>
                    <a:pt x="4337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3304;p71">
              <a:extLst>
                <a:ext uri="{FF2B5EF4-FFF2-40B4-BE49-F238E27FC236}">
                  <a16:creationId xmlns:a16="http://schemas.microsoft.com/office/drawing/2014/main" id="{7BE69545-2F20-65B9-D059-75F457E81A6A}"/>
                </a:ext>
              </a:extLst>
            </p:cNvPr>
            <p:cNvSpPr/>
            <p:nvPr/>
          </p:nvSpPr>
          <p:spPr>
            <a:xfrm>
              <a:off x="4174525" y="3501850"/>
              <a:ext cx="172650" cy="309450"/>
            </a:xfrm>
            <a:custGeom>
              <a:avLst/>
              <a:gdLst/>
              <a:ahLst/>
              <a:cxnLst/>
              <a:rect l="l" t="t" r="r" b="b"/>
              <a:pathLst>
                <a:path w="6906" h="12378" extrusionOk="0">
                  <a:moveTo>
                    <a:pt x="3337" y="1"/>
                  </a:moveTo>
                  <a:cubicBezTo>
                    <a:pt x="3325" y="1"/>
                    <a:pt x="3314" y="1"/>
                    <a:pt x="3303" y="1"/>
                  </a:cubicBezTo>
                  <a:cubicBezTo>
                    <a:pt x="1435" y="34"/>
                    <a:pt x="1" y="2870"/>
                    <a:pt x="101" y="6272"/>
                  </a:cubicBezTo>
                  <a:cubicBezTo>
                    <a:pt x="167" y="9667"/>
                    <a:pt x="1698" y="12378"/>
                    <a:pt x="3536" y="12378"/>
                  </a:cubicBezTo>
                  <a:cubicBezTo>
                    <a:pt x="3558" y="12378"/>
                    <a:pt x="3581" y="12377"/>
                    <a:pt x="3603" y="12376"/>
                  </a:cubicBezTo>
                  <a:cubicBezTo>
                    <a:pt x="5471" y="12343"/>
                    <a:pt x="6905" y="9541"/>
                    <a:pt x="6839" y="6105"/>
                  </a:cubicBezTo>
                  <a:cubicBezTo>
                    <a:pt x="6739" y="2723"/>
                    <a:pt x="5190" y="1"/>
                    <a:pt x="3337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3305;p71">
              <a:extLst>
                <a:ext uri="{FF2B5EF4-FFF2-40B4-BE49-F238E27FC236}">
                  <a16:creationId xmlns:a16="http://schemas.microsoft.com/office/drawing/2014/main" id="{04309459-E8FD-6188-A21C-E8488ABCCCC2}"/>
                </a:ext>
              </a:extLst>
            </p:cNvPr>
            <p:cNvSpPr/>
            <p:nvPr/>
          </p:nvSpPr>
          <p:spPr>
            <a:xfrm>
              <a:off x="4054450" y="4659350"/>
              <a:ext cx="384450" cy="239050"/>
            </a:xfrm>
            <a:custGeom>
              <a:avLst/>
              <a:gdLst/>
              <a:ahLst/>
              <a:cxnLst/>
              <a:rect l="l" t="t" r="r" b="b"/>
              <a:pathLst>
                <a:path w="15378" h="9562" extrusionOk="0">
                  <a:moveTo>
                    <a:pt x="15378" y="1"/>
                  </a:moveTo>
                  <a:cubicBezTo>
                    <a:pt x="15344" y="1"/>
                    <a:pt x="15311" y="34"/>
                    <a:pt x="15278" y="34"/>
                  </a:cubicBezTo>
                  <a:cubicBezTo>
                    <a:pt x="14177" y="568"/>
                    <a:pt x="11775" y="1135"/>
                    <a:pt x="10941" y="3003"/>
                  </a:cubicBezTo>
                  <a:cubicBezTo>
                    <a:pt x="10141" y="4904"/>
                    <a:pt x="9740" y="7873"/>
                    <a:pt x="7572" y="8540"/>
                  </a:cubicBezTo>
                  <a:cubicBezTo>
                    <a:pt x="6853" y="8756"/>
                    <a:pt x="5669" y="8829"/>
                    <a:pt x="4418" y="8829"/>
                  </a:cubicBezTo>
                  <a:cubicBezTo>
                    <a:pt x="2768" y="8829"/>
                    <a:pt x="1001" y="8702"/>
                    <a:pt x="33" y="8607"/>
                  </a:cubicBezTo>
                  <a:cubicBezTo>
                    <a:pt x="0" y="8674"/>
                    <a:pt x="0" y="8740"/>
                    <a:pt x="33" y="8807"/>
                  </a:cubicBezTo>
                  <a:cubicBezTo>
                    <a:pt x="166" y="9336"/>
                    <a:pt x="1862" y="9562"/>
                    <a:pt x="3877" y="9562"/>
                  </a:cubicBezTo>
                  <a:cubicBezTo>
                    <a:pt x="5928" y="9562"/>
                    <a:pt x="8310" y="9328"/>
                    <a:pt x="9707" y="8940"/>
                  </a:cubicBezTo>
                  <a:cubicBezTo>
                    <a:pt x="13576" y="7873"/>
                    <a:pt x="14611" y="8107"/>
                    <a:pt x="15011" y="6739"/>
                  </a:cubicBezTo>
                  <a:cubicBezTo>
                    <a:pt x="15378" y="5538"/>
                    <a:pt x="15344" y="1635"/>
                    <a:pt x="15378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3306;p71">
              <a:extLst>
                <a:ext uri="{FF2B5EF4-FFF2-40B4-BE49-F238E27FC236}">
                  <a16:creationId xmlns:a16="http://schemas.microsoft.com/office/drawing/2014/main" id="{287E2C3F-114A-C09B-4603-30F3FBFD4DD5}"/>
                </a:ext>
              </a:extLst>
            </p:cNvPr>
            <p:cNvSpPr/>
            <p:nvPr/>
          </p:nvSpPr>
          <p:spPr>
            <a:xfrm>
              <a:off x="4243750" y="4391675"/>
              <a:ext cx="150125" cy="108950"/>
            </a:xfrm>
            <a:custGeom>
              <a:avLst/>
              <a:gdLst/>
              <a:ahLst/>
              <a:cxnLst/>
              <a:rect l="l" t="t" r="r" b="b"/>
              <a:pathLst>
                <a:path w="6005" h="4358" extrusionOk="0">
                  <a:moveTo>
                    <a:pt x="5838" y="0"/>
                  </a:moveTo>
                  <a:lnTo>
                    <a:pt x="5838" y="0"/>
                  </a:lnTo>
                  <a:cubicBezTo>
                    <a:pt x="4700" y="506"/>
                    <a:pt x="3469" y="759"/>
                    <a:pt x="2229" y="759"/>
                  </a:cubicBezTo>
                  <a:cubicBezTo>
                    <a:pt x="1506" y="759"/>
                    <a:pt x="780" y="672"/>
                    <a:pt x="67" y="500"/>
                  </a:cubicBezTo>
                  <a:cubicBezTo>
                    <a:pt x="67" y="1635"/>
                    <a:pt x="34" y="2702"/>
                    <a:pt x="0" y="3736"/>
                  </a:cubicBezTo>
                  <a:cubicBezTo>
                    <a:pt x="0" y="3870"/>
                    <a:pt x="0" y="3970"/>
                    <a:pt x="0" y="4103"/>
                  </a:cubicBezTo>
                  <a:cubicBezTo>
                    <a:pt x="611" y="4284"/>
                    <a:pt x="1302" y="4358"/>
                    <a:pt x="2016" y="4358"/>
                  </a:cubicBezTo>
                  <a:cubicBezTo>
                    <a:pt x="3406" y="4358"/>
                    <a:pt x="4880" y="4078"/>
                    <a:pt x="6004" y="3769"/>
                  </a:cubicBezTo>
                  <a:cubicBezTo>
                    <a:pt x="5838" y="2502"/>
                    <a:pt x="5804" y="1268"/>
                    <a:pt x="5838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3307;p71">
              <a:extLst>
                <a:ext uri="{FF2B5EF4-FFF2-40B4-BE49-F238E27FC236}">
                  <a16:creationId xmlns:a16="http://schemas.microsoft.com/office/drawing/2014/main" id="{C669154B-C16B-6592-53C7-8B5D3D7146D5}"/>
                </a:ext>
              </a:extLst>
            </p:cNvPr>
            <p:cNvSpPr/>
            <p:nvPr/>
          </p:nvSpPr>
          <p:spPr>
            <a:xfrm>
              <a:off x="4281275" y="4485900"/>
              <a:ext cx="131775" cy="103550"/>
            </a:xfrm>
            <a:custGeom>
              <a:avLst/>
              <a:gdLst/>
              <a:ahLst/>
              <a:cxnLst/>
              <a:rect l="l" t="t" r="r" b="b"/>
              <a:pathLst>
                <a:path w="5271" h="4142" extrusionOk="0">
                  <a:moveTo>
                    <a:pt x="4503" y="0"/>
                  </a:moveTo>
                  <a:cubicBezTo>
                    <a:pt x="4503" y="0"/>
                    <a:pt x="0" y="2135"/>
                    <a:pt x="1068" y="3736"/>
                  </a:cubicBezTo>
                  <a:cubicBezTo>
                    <a:pt x="1262" y="4024"/>
                    <a:pt x="1546" y="4142"/>
                    <a:pt x="1883" y="4142"/>
                  </a:cubicBezTo>
                  <a:cubicBezTo>
                    <a:pt x="2876" y="4142"/>
                    <a:pt x="4324" y="3116"/>
                    <a:pt x="5271" y="2369"/>
                  </a:cubicBezTo>
                  <a:cubicBezTo>
                    <a:pt x="5171" y="2135"/>
                    <a:pt x="5071" y="1902"/>
                    <a:pt x="4970" y="1735"/>
                  </a:cubicBezTo>
                  <a:cubicBezTo>
                    <a:pt x="4737" y="1168"/>
                    <a:pt x="4570" y="601"/>
                    <a:pt x="4503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3308;p71">
              <a:extLst>
                <a:ext uri="{FF2B5EF4-FFF2-40B4-BE49-F238E27FC236}">
                  <a16:creationId xmlns:a16="http://schemas.microsoft.com/office/drawing/2014/main" id="{7AAEC135-8484-1243-B723-1B529374A729}"/>
                </a:ext>
              </a:extLst>
            </p:cNvPr>
            <p:cNvSpPr/>
            <p:nvPr/>
          </p:nvSpPr>
          <p:spPr>
            <a:xfrm>
              <a:off x="4130000" y="4678525"/>
              <a:ext cx="125450" cy="131025"/>
            </a:xfrm>
            <a:custGeom>
              <a:avLst/>
              <a:gdLst/>
              <a:ahLst/>
              <a:cxnLst/>
              <a:rect l="l" t="t" r="r" b="b"/>
              <a:pathLst>
                <a:path w="5018" h="5241" extrusionOk="0">
                  <a:moveTo>
                    <a:pt x="2716" y="1"/>
                  </a:moveTo>
                  <a:cubicBezTo>
                    <a:pt x="2315" y="868"/>
                    <a:pt x="1782" y="1669"/>
                    <a:pt x="1181" y="2369"/>
                  </a:cubicBezTo>
                  <a:lnTo>
                    <a:pt x="848" y="2770"/>
                  </a:lnTo>
                  <a:cubicBezTo>
                    <a:pt x="848" y="2836"/>
                    <a:pt x="814" y="2870"/>
                    <a:pt x="781" y="2903"/>
                  </a:cubicBezTo>
                  <a:cubicBezTo>
                    <a:pt x="108" y="4838"/>
                    <a:pt x="1" y="5240"/>
                    <a:pt x="776" y="5240"/>
                  </a:cubicBezTo>
                  <a:cubicBezTo>
                    <a:pt x="923" y="5240"/>
                    <a:pt x="1102" y="5226"/>
                    <a:pt x="1315" y="5205"/>
                  </a:cubicBezTo>
                  <a:cubicBezTo>
                    <a:pt x="2682" y="5071"/>
                    <a:pt x="4950" y="3604"/>
                    <a:pt x="4950" y="1836"/>
                  </a:cubicBezTo>
                  <a:cubicBezTo>
                    <a:pt x="5017" y="902"/>
                    <a:pt x="4283" y="101"/>
                    <a:pt x="3349" y="101"/>
                  </a:cubicBezTo>
                  <a:lnTo>
                    <a:pt x="2716" y="1"/>
                  </a:ln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3309;p71">
              <a:extLst>
                <a:ext uri="{FF2B5EF4-FFF2-40B4-BE49-F238E27FC236}">
                  <a16:creationId xmlns:a16="http://schemas.microsoft.com/office/drawing/2014/main" id="{3048D470-07E1-73D0-55D7-70A80AFBE723}"/>
                </a:ext>
              </a:extLst>
            </p:cNvPr>
            <p:cNvSpPr/>
            <p:nvPr/>
          </p:nvSpPr>
          <p:spPr>
            <a:xfrm>
              <a:off x="4311300" y="3434325"/>
              <a:ext cx="586275" cy="1561500"/>
            </a:xfrm>
            <a:custGeom>
              <a:avLst/>
              <a:gdLst/>
              <a:ahLst/>
              <a:cxnLst/>
              <a:rect l="l" t="t" r="r" b="b"/>
              <a:pathLst>
                <a:path w="23451" h="62460" extrusionOk="0">
                  <a:moveTo>
                    <a:pt x="8640" y="0"/>
                  </a:moveTo>
                  <a:lnTo>
                    <a:pt x="534" y="701"/>
                  </a:lnTo>
                  <a:cubicBezTo>
                    <a:pt x="534" y="701"/>
                    <a:pt x="0" y="3636"/>
                    <a:pt x="2969" y="12676"/>
                  </a:cubicBezTo>
                  <a:cubicBezTo>
                    <a:pt x="5938" y="21716"/>
                    <a:pt x="12409" y="40296"/>
                    <a:pt x="13210" y="43665"/>
                  </a:cubicBezTo>
                  <a:cubicBezTo>
                    <a:pt x="14010" y="47034"/>
                    <a:pt x="14811" y="56874"/>
                    <a:pt x="17779" y="60110"/>
                  </a:cubicBezTo>
                  <a:cubicBezTo>
                    <a:pt x="19217" y="61660"/>
                    <a:pt x="20404" y="62460"/>
                    <a:pt x="21292" y="62460"/>
                  </a:cubicBezTo>
                  <a:cubicBezTo>
                    <a:pt x="22237" y="62460"/>
                    <a:pt x="22843" y="61552"/>
                    <a:pt x="23050" y="59676"/>
                  </a:cubicBezTo>
                  <a:cubicBezTo>
                    <a:pt x="23450" y="56040"/>
                    <a:pt x="22783" y="52671"/>
                    <a:pt x="19948" y="45933"/>
                  </a:cubicBezTo>
                  <a:cubicBezTo>
                    <a:pt x="18647" y="42797"/>
                    <a:pt x="16845" y="37961"/>
                    <a:pt x="16445" y="35259"/>
                  </a:cubicBezTo>
                  <a:cubicBezTo>
                    <a:pt x="16045" y="32590"/>
                    <a:pt x="16312" y="18713"/>
                    <a:pt x="14944" y="14010"/>
                  </a:cubicBezTo>
                  <a:cubicBezTo>
                    <a:pt x="13610" y="9307"/>
                    <a:pt x="11442" y="7138"/>
                    <a:pt x="10241" y="4437"/>
                  </a:cubicBezTo>
                  <a:cubicBezTo>
                    <a:pt x="9574" y="3002"/>
                    <a:pt x="9040" y="1534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3310;p71">
              <a:extLst>
                <a:ext uri="{FF2B5EF4-FFF2-40B4-BE49-F238E27FC236}">
                  <a16:creationId xmlns:a16="http://schemas.microsoft.com/office/drawing/2014/main" id="{E7E5C2E2-437C-B54A-B55D-8E38745ABEC2}"/>
                </a:ext>
              </a:extLst>
            </p:cNvPr>
            <p:cNvSpPr/>
            <p:nvPr/>
          </p:nvSpPr>
          <p:spPr>
            <a:xfrm>
              <a:off x="4490575" y="3434325"/>
              <a:ext cx="228525" cy="837275"/>
            </a:xfrm>
            <a:custGeom>
              <a:avLst/>
              <a:gdLst/>
              <a:ahLst/>
              <a:cxnLst/>
              <a:rect l="l" t="t" r="r" b="b"/>
              <a:pathLst>
                <a:path w="9141" h="33491" extrusionOk="0">
                  <a:moveTo>
                    <a:pt x="1469" y="0"/>
                  </a:moveTo>
                  <a:lnTo>
                    <a:pt x="1" y="133"/>
                  </a:lnTo>
                  <a:cubicBezTo>
                    <a:pt x="568" y="2635"/>
                    <a:pt x="2002" y="8173"/>
                    <a:pt x="4004" y="12009"/>
                  </a:cubicBezTo>
                  <a:cubicBezTo>
                    <a:pt x="6706" y="17112"/>
                    <a:pt x="7373" y="25618"/>
                    <a:pt x="8307" y="30455"/>
                  </a:cubicBezTo>
                  <a:cubicBezTo>
                    <a:pt x="8507" y="31489"/>
                    <a:pt x="8774" y="32490"/>
                    <a:pt x="9141" y="33491"/>
                  </a:cubicBezTo>
                  <a:cubicBezTo>
                    <a:pt x="8907" y="28787"/>
                    <a:pt x="8941" y="18046"/>
                    <a:pt x="7773" y="14010"/>
                  </a:cubicBezTo>
                  <a:cubicBezTo>
                    <a:pt x="6439" y="9307"/>
                    <a:pt x="4271" y="7138"/>
                    <a:pt x="3070" y="4470"/>
                  </a:cubicBezTo>
                  <a:cubicBezTo>
                    <a:pt x="2403" y="3036"/>
                    <a:pt x="1869" y="1534"/>
                    <a:pt x="1469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3311;p71">
              <a:extLst>
                <a:ext uri="{FF2B5EF4-FFF2-40B4-BE49-F238E27FC236}">
                  <a16:creationId xmlns:a16="http://schemas.microsoft.com/office/drawing/2014/main" id="{D23C5FFF-C9EE-6434-047B-EB6476422B6C}"/>
                </a:ext>
              </a:extLst>
            </p:cNvPr>
            <p:cNvSpPr/>
            <p:nvPr/>
          </p:nvSpPr>
          <p:spPr>
            <a:xfrm>
              <a:off x="4479750" y="3544400"/>
              <a:ext cx="146800" cy="145950"/>
            </a:xfrm>
            <a:custGeom>
              <a:avLst/>
              <a:gdLst/>
              <a:ahLst/>
              <a:cxnLst/>
              <a:rect l="l" t="t" r="r" b="b"/>
              <a:pathLst>
                <a:path w="5872" h="5838" extrusionOk="0">
                  <a:moveTo>
                    <a:pt x="3469" y="0"/>
                  </a:moveTo>
                  <a:lnTo>
                    <a:pt x="0" y="1535"/>
                  </a:lnTo>
                  <a:lnTo>
                    <a:pt x="2569" y="5838"/>
                  </a:lnTo>
                  <a:lnTo>
                    <a:pt x="5871" y="4170"/>
                  </a:lnTo>
                  <a:cubicBezTo>
                    <a:pt x="5004" y="2669"/>
                    <a:pt x="4137" y="1435"/>
                    <a:pt x="3503" y="67"/>
                  </a:cubicBezTo>
                  <a:cubicBezTo>
                    <a:pt x="3503" y="34"/>
                    <a:pt x="3469" y="0"/>
                    <a:pt x="3469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3312;p71">
              <a:extLst>
                <a:ext uri="{FF2B5EF4-FFF2-40B4-BE49-F238E27FC236}">
                  <a16:creationId xmlns:a16="http://schemas.microsoft.com/office/drawing/2014/main" id="{170DD47D-63EA-FE24-9386-4FF0930A551E}"/>
                </a:ext>
              </a:extLst>
            </p:cNvPr>
            <p:cNvSpPr/>
            <p:nvPr/>
          </p:nvSpPr>
          <p:spPr>
            <a:xfrm>
              <a:off x="4342150" y="3500350"/>
              <a:ext cx="235200" cy="323275"/>
            </a:xfrm>
            <a:custGeom>
              <a:avLst/>
              <a:gdLst/>
              <a:ahLst/>
              <a:cxnLst/>
              <a:rect l="l" t="t" r="r" b="b"/>
              <a:pathLst>
                <a:path w="9408" h="12931" extrusionOk="0">
                  <a:moveTo>
                    <a:pt x="3342" y="0"/>
                  </a:moveTo>
                  <a:cubicBezTo>
                    <a:pt x="3124" y="0"/>
                    <a:pt x="2910" y="31"/>
                    <a:pt x="2702" y="94"/>
                  </a:cubicBezTo>
                  <a:cubicBezTo>
                    <a:pt x="701" y="728"/>
                    <a:pt x="0" y="4097"/>
                    <a:pt x="1101" y="7600"/>
                  </a:cubicBezTo>
                  <a:cubicBezTo>
                    <a:pt x="2086" y="10732"/>
                    <a:pt x="4191" y="12931"/>
                    <a:pt x="6056" y="12931"/>
                  </a:cubicBezTo>
                  <a:cubicBezTo>
                    <a:pt x="6277" y="12931"/>
                    <a:pt x="6494" y="12900"/>
                    <a:pt x="6705" y="12837"/>
                  </a:cubicBezTo>
                  <a:cubicBezTo>
                    <a:pt x="8673" y="12203"/>
                    <a:pt x="9407" y="8834"/>
                    <a:pt x="8306" y="5331"/>
                  </a:cubicBezTo>
                  <a:cubicBezTo>
                    <a:pt x="7292" y="2199"/>
                    <a:pt x="5184" y="0"/>
                    <a:pt x="3342" y="0"/>
                  </a:cubicBezTo>
                  <a:close/>
                </a:path>
              </a:pathLst>
            </a:custGeom>
            <a:solidFill>
              <a:srgbClr val="FFFFFF"/>
            </a:solidFill>
            <a:ln w="100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3313;p71">
              <a:extLst>
                <a:ext uri="{FF2B5EF4-FFF2-40B4-BE49-F238E27FC236}">
                  <a16:creationId xmlns:a16="http://schemas.microsoft.com/office/drawing/2014/main" id="{70CA3DA1-E3EA-FEDF-98AD-7F1263D6A316}"/>
                </a:ext>
              </a:extLst>
            </p:cNvPr>
            <p:cNvSpPr/>
            <p:nvPr/>
          </p:nvSpPr>
          <p:spPr>
            <a:xfrm>
              <a:off x="4612350" y="4405850"/>
              <a:ext cx="150950" cy="97400"/>
            </a:xfrm>
            <a:custGeom>
              <a:avLst/>
              <a:gdLst/>
              <a:ahLst/>
              <a:cxnLst/>
              <a:rect l="l" t="t" r="r" b="b"/>
              <a:pathLst>
                <a:path w="6038" h="3896" extrusionOk="0">
                  <a:moveTo>
                    <a:pt x="5170" y="0"/>
                  </a:moveTo>
                  <a:cubicBezTo>
                    <a:pt x="4152" y="396"/>
                    <a:pt x="2463" y="960"/>
                    <a:pt x="855" y="960"/>
                  </a:cubicBezTo>
                  <a:cubicBezTo>
                    <a:pt x="566" y="960"/>
                    <a:pt x="280" y="941"/>
                    <a:pt x="0" y="901"/>
                  </a:cubicBezTo>
                  <a:lnTo>
                    <a:pt x="0" y="901"/>
                  </a:lnTo>
                  <a:cubicBezTo>
                    <a:pt x="334" y="1968"/>
                    <a:pt x="634" y="2902"/>
                    <a:pt x="834" y="3603"/>
                  </a:cubicBezTo>
                  <a:cubicBezTo>
                    <a:pt x="1377" y="3766"/>
                    <a:pt x="2047" y="3895"/>
                    <a:pt x="2769" y="3895"/>
                  </a:cubicBezTo>
                  <a:cubicBezTo>
                    <a:pt x="3823" y="3895"/>
                    <a:pt x="4989" y="3620"/>
                    <a:pt x="6038" y="2769"/>
                  </a:cubicBezTo>
                  <a:cubicBezTo>
                    <a:pt x="5737" y="1835"/>
                    <a:pt x="5437" y="901"/>
                    <a:pt x="5170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3314;p71">
              <a:extLst>
                <a:ext uri="{FF2B5EF4-FFF2-40B4-BE49-F238E27FC236}">
                  <a16:creationId xmlns:a16="http://schemas.microsoft.com/office/drawing/2014/main" id="{CF692C6D-76BF-6162-3A05-0E90069E1AD4}"/>
                </a:ext>
              </a:extLst>
            </p:cNvPr>
            <p:cNvSpPr/>
            <p:nvPr/>
          </p:nvSpPr>
          <p:spPr>
            <a:xfrm>
              <a:off x="4694900" y="4727450"/>
              <a:ext cx="160850" cy="156750"/>
            </a:xfrm>
            <a:custGeom>
              <a:avLst/>
              <a:gdLst/>
              <a:ahLst/>
              <a:cxnLst/>
              <a:rect l="l" t="t" r="r" b="b"/>
              <a:pathLst>
                <a:path w="6434" h="6270" extrusionOk="0">
                  <a:moveTo>
                    <a:pt x="3719" y="0"/>
                  </a:moveTo>
                  <a:cubicBezTo>
                    <a:pt x="3648" y="0"/>
                    <a:pt x="3575" y="4"/>
                    <a:pt x="3503" y="12"/>
                  </a:cubicBezTo>
                  <a:cubicBezTo>
                    <a:pt x="2669" y="79"/>
                    <a:pt x="1635" y="346"/>
                    <a:pt x="1101" y="1079"/>
                  </a:cubicBezTo>
                  <a:cubicBezTo>
                    <a:pt x="0" y="2581"/>
                    <a:pt x="1501" y="5683"/>
                    <a:pt x="3903" y="6216"/>
                  </a:cubicBezTo>
                  <a:cubicBezTo>
                    <a:pt x="4064" y="6252"/>
                    <a:pt x="4216" y="6269"/>
                    <a:pt x="4358" y="6269"/>
                  </a:cubicBezTo>
                  <a:cubicBezTo>
                    <a:pt x="6073" y="6269"/>
                    <a:pt x="6433" y="3777"/>
                    <a:pt x="5571" y="1313"/>
                  </a:cubicBezTo>
                  <a:cubicBezTo>
                    <a:pt x="5295" y="515"/>
                    <a:pt x="4539" y="0"/>
                    <a:pt x="3719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3315;p71">
              <a:extLst>
                <a:ext uri="{FF2B5EF4-FFF2-40B4-BE49-F238E27FC236}">
                  <a16:creationId xmlns:a16="http://schemas.microsoft.com/office/drawing/2014/main" id="{A5B56AFD-2ABA-5B1C-4274-BD1D22373346}"/>
                </a:ext>
              </a:extLst>
            </p:cNvPr>
            <p:cNvSpPr/>
            <p:nvPr/>
          </p:nvSpPr>
          <p:spPr>
            <a:xfrm>
              <a:off x="4764125" y="4473400"/>
              <a:ext cx="55875" cy="138075"/>
            </a:xfrm>
            <a:custGeom>
              <a:avLst/>
              <a:gdLst/>
              <a:ahLst/>
              <a:cxnLst/>
              <a:rect l="l" t="t" r="r" b="b"/>
              <a:pathLst>
                <a:path w="2235" h="5523" extrusionOk="0">
                  <a:moveTo>
                    <a:pt x="133" y="0"/>
                  </a:moveTo>
                  <a:lnTo>
                    <a:pt x="0" y="67"/>
                  </a:lnTo>
                  <a:cubicBezTo>
                    <a:pt x="0" y="67"/>
                    <a:pt x="67" y="3703"/>
                    <a:pt x="1168" y="5070"/>
                  </a:cubicBezTo>
                  <a:cubicBezTo>
                    <a:pt x="1416" y="5395"/>
                    <a:pt x="1642" y="5523"/>
                    <a:pt x="1840" y="5523"/>
                  </a:cubicBezTo>
                  <a:cubicBezTo>
                    <a:pt x="1988" y="5523"/>
                    <a:pt x="2121" y="5451"/>
                    <a:pt x="2235" y="5337"/>
                  </a:cubicBezTo>
                  <a:cubicBezTo>
                    <a:pt x="2102" y="5037"/>
                    <a:pt x="1968" y="4703"/>
                    <a:pt x="1835" y="4403"/>
                  </a:cubicBezTo>
                  <a:cubicBezTo>
                    <a:pt x="1301" y="3136"/>
                    <a:pt x="701" y="1568"/>
                    <a:pt x="133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3316;p71">
              <a:extLst>
                <a:ext uri="{FF2B5EF4-FFF2-40B4-BE49-F238E27FC236}">
                  <a16:creationId xmlns:a16="http://schemas.microsoft.com/office/drawing/2014/main" id="{9CF525EA-4250-F353-D6AA-2D2E99A5CDC2}"/>
                </a:ext>
              </a:extLst>
            </p:cNvPr>
            <p:cNvSpPr/>
            <p:nvPr/>
          </p:nvSpPr>
          <p:spPr>
            <a:xfrm>
              <a:off x="4636525" y="4508425"/>
              <a:ext cx="58400" cy="145125"/>
            </a:xfrm>
            <a:custGeom>
              <a:avLst/>
              <a:gdLst/>
              <a:ahLst/>
              <a:cxnLst/>
              <a:rect l="l" t="t" r="r" b="b"/>
              <a:pathLst>
                <a:path w="2336" h="580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267"/>
                    <a:pt x="167" y="500"/>
                    <a:pt x="201" y="701"/>
                  </a:cubicBezTo>
                  <a:cubicBezTo>
                    <a:pt x="467" y="1835"/>
                    <a:pt x="734" y="3703"/>
                    <a:pt x="1101" y="5771"/>
                  </a:cubicBezTo>
                  <a:cubicBezTo>
                    <a:pt x="1135" y="5804"/>
                    <a:pt x="1201" y="5804"/>
                    <a:pt x="1268" y="5804"/>
                  </a:cubicBezTo>
                  <a:cubicBezTo>
                    <a:pt x="2335" y="5804"/>
                    <a:pt x="1935" y="3669"/>
                    <a:pt x="1001" y="1635"/>
                  </a:cubicBezTo>
                  <a:cubicBezTo>
                    <a:pt x="734" y="1068"/>
                    <a:pt x="401" y="500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3317;p71">
              <a:extLst>
                <a:ext uri="{FF2B5EF4-FFF2-40B4-BE49-F238E27FC236}">
                  <a16:creationId xmlns:a16="http://schemas.microsoft.com/office/drawing/2014/main" id="{11783BFC-06D8-7E63-A71E-CF06E5363AE7}"/>
                </a:ext>
              </a:extLst>
            </p:cNvPr>
            <p:cNvSpPr/>
            <p:nvPr/>
          </p:nvSpPr>
          <p:spPr>
            <a:xfrm>
              <a:off x="3978550" y="2363550"/>
              <a:ext cx="887325" cy="1149300"/>
            </a:xfrm>
            <a:custGeom>
              <a:avLst/>
              <a:gdLst/>
              <a:ahLst/>
              <a:cxnLst/>
              <a:rect l="l" t="t" r="r" b="b"/>
              <a:pathLst>
                <a:path w="35493" h="45972" extrusionOk="0">
                  <a:moveTo>
                    <a:pt x="4404" y="0"/>
                  </a:moveTo>
                  <a:lnTo>
                    <a:pt x="2269" y="2636"/>
                  </a:lnTo>
                  <a:cubicBezTo>
                    <a:pt x="2269" y="2636"/>
                    <a:pt x="1" y="6405"/>
                    <a:pt x="1" y="16145"/>
                  </a:cubicBezTo>
                  <a:cubicBezTo>
                    <a:pt x="1" y="25919"/>
                    <a:pt x="4070" y="42564"/>
                    <a:pt x="4070" y="42564"/>
                  </a:cubicBezTo>
                  <a:cubicBezTo>
                    <a:pt x="7373" y="44065"/>
                    <a:pt x="10875" y="45099"/>
                    <a:pt x="14478" y="45666"/>
                  </a:cubicBezTo>
                  <a:cubicBezTo>
                    <a:pt x="16015" y="45870"/>
                    <a:pt x="17558" y="45971"/>
                    <a:pt x="19098" y="45971"/>
                  </a:cubicBezTo>
                  <a:cubicBezTo>
                    <a:pt x="21600" y="45971"/>
                    <a:pt x="24096" y="45703"/>
                    <a:pt x="26553" y="45166"/>
                  </a:cubicBezTo>
                  <a:cubicBezTo>
                    <a:pt x="26553" y="45166"/>
                    <a:pt x="32891" y="28087"/>
                    <a:pt x="34192" y="18780"/>
                  </a:cubicBezTo>
                  <a:cubicBezTo>
                    <a:pt x="35493" y="9474"/>
                    <a:pt x="33725" y="4604"/>
                    <a:pt x="33725" y="4604"/>
                  </a:cubicBezTo>
                  <a:lnTo>
                    <a:pt x="4404" y="0"/>
                  </a:ln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3318;p71">
              <a:extLst>
                <a:ext uri="{FF2B5EF4-FFF2-40B4-BE49-F238E27FC236}">
                  <a16:creationId xmlns:a16="http://schemas.microsoft.com/office/drawing/2014/main" id="{ECA7D954-2C43-B390-4E12-BFE68EF0E2CC}"/>
                </a:ext>
              </a:extLst>
            </p:cNvPr>
            <p:cNvSpPr/>
            <p:nvPr/>
          </p:nvSpPr>
          <p:spPr>
            <a:xfrm>
              <a:off x="3418150" y="1288550"/>
              <a:ext cx="2045650" cy="1431950"/>
            </a:xfrm>
            <a:custGeom>
              <a:avLst/>
              <a:gdLst/>
              <a:ahLst/>
              <a:cxnLst/>
              <a:rect l="l" t="t" r="r" b="b"/>
              <a:pathLst>
                <a:path w="81826" h="57278" extrusionOk="0">
                  <a:moveTo>
                    <a:pt x="44976" y="0"/>
                  </a:moveTo>
                  <a:cubicBezTo>
                    <a:pt x="42351" y="0"/>
                    <a:pt x="38896" y="206"/>
                    <a:pt x="37527" y="1204"/>
                  </a:cubicBezTo>
                  <a:cubicBezTo>
                    <a:pt x="37527" y="1204"/>
                    <a:pt x="26520" y="4740"/>
                    <a:pt x="26153" y="5473"/>
                  </a:cubicBezTo>
                  <a:cubicBezTo>
                    <a:pt x="25786" y="6207"/>
                    <a:pt x="16746" y="22019"/>
                    <a:pt x="16746" y="22019"/>
                  </a:cubicBezTo>
                  <a:lnTo>
                    <a:pt x="6205" y="12845"/>
                  </a:lnTo>
                  <a:lnTo>
                    <a:pt x="1" y="19183"/>
                  </a:lnTo>
                  <a:cubicBezTo>
                    <a:pt x="1" y="19183"/>
                    <a:pt x="14411" y="33460"/>
                    <a:pt x="15645" y="33961"/>
                  </a:cubicBezTo>
                  <a:cubicBezTo>
                    <a:pt x="16551" y="34328"/>
                    <a:pt x="16792" y="34749"/>
                    <a:pt x="17094" y="34749"/>
                  </a:cubicBezTo>
                  <a:cubicBezTo>
                    <a:pt x="17203" y="34749"/>
                    <a:pt x="17320" y="34694"/>
                    <a:pt x="17480" y="34561"/>
                  </a:cubicBezTo>
                  <a:cubicBezTo>
                    <a:pt x="18080" y="34094"/>
                    <a:pt x="28121" y="25388"/>
                    <a:pt x="28121" y="25388"/>
                  </a:cubicBezTo>
                  <a:cubicBezTo>
                    <a:pt x="28121" y="25388"/>
                    <a:pt x="30189" y="30792"/>
                    <a:pt x="30055" y="32626"/>
                  </a:cubicBezTo>
                  <a:cubicBezTo>
                    <a:pt x="29955" y="34428"/>
                    <a:pt x="22984" y="46536"/>
                    <a:pt x="22984" y="46536"/>
                  </a:cubicBezTo>
                  <a:cubicBezTo>
                    <a:pt x="22984" y="46536"/>
                    <a:pt x="25552" y="51440"/>
                    <a:pt x="28354" y="53374"/>
                  </a:cubicBezTo>
                  <a:cubicBezTo>
                    <a:pt x="31156" y="55343"/>
                    <a:pt x="33491" y="56944"/>
                    <a:pt x="33491" y="56944"/>
                  </a:cubicBezTo>
                  <a:lnTo>
                    <a:pt x="36060" y="50672"/>
                  </a:lnTo>
                  <a:lnTo>
                    <a:pt x="37761" y="57277"/>
                  </a:lnTo>
                  <a:cubicBezTo>
                    <a:pt x="37761" y="57277"/>
                    <a:pt x="41063" y="57044"/>
                    <a:pt x="47068" y="55443"/>
                  </a:cubicBezTo>
                  <a:cubicBezTo>
                    <a:pt x="53038" y="53841"/>
                    <a:pt x="57842" y="50072"/>
                    <a:pt x="57842" y="50072"/>
                  </a:cubicBezTo>
                  <a:lnTo>
                    <a:pt x="52205" y="32493"/>
                  </a:lnTo>
                  <a:lnTo>
                    <a:pt x="58209" y="20851"/>
                  </a:lnTo>
                  <a:lnTo>
                    <a:pt x="70918" y="34327"/>
                  </a:lnTo>
                  <a:cubicBezTo>
                    <a:pt x="70918" y="34327"/>
                    <a:pt x="76589" y="33560"/>
                    <a:pt x="79991" y="32593"/>
                  </a:cubicBezTo>
                  <a:cubicBezTo>
                    <a:pt x="81826" y="32059"/>
                    <a:pt x="75421" y="24420"/>
                    <a:pt x="73119" y="21218"/>
                  </a:cubicBezTo>
                  <a:cubicBezTo>
                    <a:pt x="70784" y="18049"/>
                    <a:pt x="66114" y="8876"/>
                    <a:pt x="64413" y="6574"/>
                  </a:cubicBezTo>
                  <a:cubicBezTo>
                    <a:pt x="62712" y="4273"/>
                    <a:pt x="48268" y="103"/>
                    <a:pt x="48268" y="103"/>
                  </a:cubicBezTo>
                  <a:cubicBezTo>
                    <a:pt x="48268" y="103"/>
                    <a:pt x="46829" y="0"/>
                    <a:pt x="44976" y="0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3319;p71">
              <a:extLst>
                <a:ext uri="{FF2B5EF4-FFF2-40B4-BE49-F238E27FC236}">
                  <a16:creationId xmlns:a16="http://schemas.microsoft.com/office/drawing/2014/main" id="{D5C9784C-61B5-8C95-85F2-311E54B08229}"/>
                </a:ext>
              </a:extLst>
            </p:cNvPr>
            <p:cNvSpPr/>
            <p:nvPr/>
          </p:nvSpPr>
          <p:spPr>
            <a:xfrm>
              <a:off x="4507275" y="1688900"/>
              <a:ext cx="132600" cy="127600"/>
            </a:xfrm>
            <a:custGeom>
              <a:avLst/>
              <a:gdLst/>
              <a:ahLst/>
              <a:cxnLst/>
              <a:rect l="l" t="t" r="r" b="b"/>
              <a:pathLst>
                <a:path w="5304" h="5104" extrusionOk="0">
                  <a:moveTo>
                    <a:pt x="2669" y="0"/>
                  </a:moveTo>
                  <a:cubicBezTo>
                    <a:pt x="1201" y="0"/>
                    <a:pt x="0" y="1134"/>
                    <a:pt x="0" y="2536"/>
                  </a:cubicBezTo>
                  <a:cubicBezTo>
                    <a:pt x="0" y="3970"/>
                    <a:pt x="1201" y="5104"/>
                    <a:pt x="2669" y="5104"/>
                  </a:cubicBezTo>
                  <a:cubicBezTo>
                    <a:pt x="4103" y="5104"/>
                    <a:pt x="5304" y="3970"/>
                    <a:pt x="5304" y="2536"/>
                  </a:cubicBezTo>
                  <a:cubicBezTo>
                    <a:pt x="5304" y="1134"/>
                    <a:pt x="4103" y="0"/>
                    <a:pt x="266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3320;p71">
              <a:extLst>
                <a:ext uri="{FF2B5EF4-FFF2-40B4-BE49-F238E27FC236}">
                  <a16:creationId xmlns:a16="http://schemas.microsoft.com/office/drawing/2014/main" id="{63F61379-282B-EF0C-252F-86C6D6211B9A}"/>
                </a:ext>
              </a:extLst>
            </p:cNvPr>
            <p:cNvSpPr/>
            <p:nvPr/>
          </p:nvSpPr>
          <p:spPr>
            <a:xfrm>
              <a:off x="4096975" y="1568800"/>
              <a:ext cx="45050" cy="354450"/>
            </a:xfrm>
            <a:custGeom>
              <a:avLst/>
              <a:gdLst/>
              <a:ahLst/>
              <a:cxnLst/>
              <a:rect l="l" t="t" r="r" b="b"/>
              <a:pathLst>
                <a:path w="1802" h="14178" fill="none" extrusionOk="0">
                  <a:moveTo>
                    <a:pt x="968" y="14178"/>
                  </a:moveTo>
                  <a:cubicBezTo>
                    <a:pt x="334" y="12376"/>
                    <a:pt x="34" y="10475"/>
                    <a:pt x="0" y="8574"/>
                  </a:cubicBezTo>
                  <a:cubicBezTo>
                    <a:pt x="0" y="5638"/>
                    <a:pt x="1802" y="1"/>
                    <a:pt x="1802" y="1"/>
                  </a:cubicBez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3321;p71">
              <a:extLst>
                <a:ext uri="{FF2B5EF4-FFF2-40B4-BE49-F238E27FC236}">
                  <a16:creationId xmlns:a16="http://schemas.microsoft.com/office/drawing/2014/main" id="{7C9D54D3-F290-BFC9-C367-4499F6E21858}"/>
                </a:ext>
              </a:extLst>
            </p:cNvPr>
            <p:cNvSpPr/>
            <p:nvPr/>
          </p:nvSpPr>
          <p:spPr>
            <a:xfrm>
              <a:off x="4767450" y="1724750"/>
              <a:ext cx="105100" cy="85100"/>
            </a:xfrm>
            <a:custGeom>
              <a:avLst/>
              <a:gdLst/>
              <a:ahLst/>
              <a:cxnLst/>
              <a:rect l="l" t="t" r="r" b="b"/>
              <a:pathLst>
                <a:path w="4204" h="3404" fill="none" extrusionOk="0">
                  <a:moveTo>
                    <a:pt x="334" y="1"/>
                  </a:moveTo>
                  <a:lnTo>
                    <a:pt x="4203" y="3403"/>
                  </a:lnTo>
                  <a:lnTo>
                    <a:pt x="0" y="1902"/>
                  </a:ln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3322;p71">
              <a:extLst>
                <a:ext uri="{FF2B5EF4-FFF2-40B4-BE49-F238E27FC236}">
                  <a16:creationId xmlns:a16="http://schemas.microsoft.com/office/drawing/2014/main" id="{9BE2938F-1DFF-2BF2-E68D-800209EEBD1F}"/>
                </a:ext>
              </a:extLst>
            </p:cNvPr>
            <p:cNvSpPr/>
            <p:nvPr/>
          </p:nvSpPr>
          <p:spPr>
            <a:xfrm>
              <a:off x="4835000" y="1437050"/>
              <a:ext cx="151800" cy="135950"/>
            </a:xfrm>
            <a:custGeom>
              <a:avLst/>
              <a:gdLst/>
              <a:ahLst/>
              <a:cxnLst/>
              <a:rect l="l" t="t" r="r" b="b"/>
              <a:pathLst>
                <a:path w="6072" h="5438" fill="none" extrusionOk="0">
                  <a:moveTo>
                    <a:pt x="6071" y="634"/>
                  </a:moveTo>
                  <a:cubicBezTo>
                    <a:pt x="6071" y="634"/>
                    <a:pt x="2402" y="0"/>
                    <a:pt x="0" y="5438"/>
                  </a:cubicBez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3323;p71">
              <a:extLst>
                <a:ext uri="{FF2B5EF4-FFF2-40B4-BE49-F238E27FC236}">
                  <a16:creationId xmlns:a16="http://schemas.microsoft.com/office/drawing/2014/main" id="{C953CBBB-391E-FF18-1950-BF56A43A5FB2}"/>
                </a:ext>
              </a:extLst>
            </p:cNvPr>
            <p:cNvSpPr/>
            <p:nvPr/>
          </p:nvSpPr>
          <p:spPr>
            <a:xfrm>
              <a:off x="3836775" y="1838175"/>
              <a:ext cx="27550" cy="38375"/>
            </a:xfrm>
            <a:custGeom>
              <a:avLst/>
              <a:gdLst/>
              <a:ahLst/>
              <a:cxnLst/>
              <a:rect l="l" t="t" r="r" b="b"/>
              <a:pathLst>
                <a:path w="1102" h="1535" fill="none" extrusionOk="0">
                  <a:moveTo>
                    <a:pt x="1" y="0"/>
                  </a:moveTo>
                  <a:lnTo>
                    <a:pt x="1102" y="1535"/>
                  </a:ln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3324;p71">
              <a:extLst>
                <a:ext uri="{FF2B5EF4-FFF2-40B4-BE49-F238E27FC236}">
                  <a16:creationId xmlns:a16="http://schemas.microsoft.com/office/drawing/2014/main" id="{372FC16A-22AB-CDB0-6377-01E3FCAFDF1D}"/>
                </a:ext>
              </a:extLst>
            </p:cNvPr>
            <p:cNvSpPr/>
            <p:nvPr/>
          </p:nvSpPr>
          <p:spPr>
            <a:xfrm>
              <a:off x="4092800" y="2555350"/>
              <a:ext cx="718875" cy="165150"/>
            </a:xfrm>
            <a:custGeom>
              <a:avLst/>
              <a:gdLst/>
              <a:ahLst/>
              <a:cxnLst/>
              <a:rect l="l" t="t" r="r" b="b"/>
              <a:pathLst>
                <a:path w="28755" h="6606" fill="none" extrusionOk="0">
                  <a:moveTo>
                    <a:pt x="1" y="668"/>
                  </a:moveTo>
                  <a:lnTo>
                    <a:pt x="6539" y="6238"/>
                  </a:lnTo>
                  <a:lnTo>
                    <a:pt x="9074" y="0"/>
                  </a:lnTo>
                  <a:lnTo>
                    <a:pt x="10808" y="6605"/>
                  </a:lnTo>
                  <a:cubicBezTo>
                    <a:pt x="10808" y="6605"/>
                    <a:pt x="19314" y="6238"/>
                    <a:pt x="28754" y="634"/>
                  </a:cubicBez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3325;p71">
              <a:extLst>
                <a:ext uri="{FF2B5EF4-FFF2-40B4-BE49-F238E27FC236}">
                  <a16:creationId xmlns:a16="http://schemas.microsoft.com/office/drawing/2014/main" id="{0147CA4E-5E07-D779-F4A2-9AA6C067E3B8}"/>
                </a:ext>
              </a:extLst>
            </p:cNvPr>
            <p:cNvSpPr/>
            <p:nvPr/>
          </p:nvSpPr>
          <p:spPr>
            <a:xfrm>
              <a:off x="4202200" y="1227075"/>
              <a:ext cx="524400" cy="737875"/>
            </a:xfrm>
            <a:custGeom>
              <a:avLst/>
              <a:gdLst/>
              <a:ahLst/>
              <a:cxnLst/>
              <a:rect l="l" t="t" r="r" b="b"/>
              <a:pathLst>
                <a:path w="20976" h="29515" extrusionOk="0">
                  <a:moveTo>
                    <a:pt x="14738" y="1"/>
                  </a:moveTo>
                  <a:cubicBezTo>
                    <a:pt x="11563" y="1"/>
                    <a:pt x="7900" y="627"/>
                    <a:pt x="7900" y="627"/>
                  </a:cubicBezTo>
                  <a:cubicBezTo>
                    <a:pt x="7900" y="627"/>
                    <a:pt x="6532" y="694"/>
                    <a:pt x="5398" y="2996"/>
                  </a:cubicBezTo>
                  <a:cubicBezTo>
                    <a:pt x="4264" y="5264"/>
                    <a:pt x="2963" y="10601"/>
                    <a:pt x="1295" y="12402"/>
                  </a:cubicBezTo>
                  <a:cubicBezTo>
                    <a:pt x="9" y="13790"/>
                    <a:pt x="0" y="14166"/>
                    <a:pt x="477" y="14166"/>
                  </a:cubicBezTo>
                  <a:cubicBezTo>
                    <a:pt x="630" y="14166"/>
                    <a:pt x="834" y="14127"/>
                    <a:pt x="1062" y="14070"/>
                  </a:cubicBezTo>
                  <a:cubicBezTo>
                    <a:pt x="1962" y="13837"/>
                    <a:pt x="4631" y="12102"/>
                    <a:pt x="4631" y="12102"/>
                  </a:cubicBezTo>
                  <a:cubicBezTo>
                    <a:pt x="4631" y="12102"/>
                    <a:pt x="4764" y="16138"/>
                    <a:pt x="5298" y="18040"/>
                  </a:cubicBezTo>
                  <a:cubicBezTo>
                    <a:pt x="5832" y="19941"/>
                    <a:pt x="5398" y="25045"/>
                    <a:pt x="5832" y="27013"/>
                  </a:cubicBezTo>
                  <a:cubicBezTo>
                    <a:pt x="6065" y="27813"/>
                    <a:pt x="6232" y="28681"/>
                    <a:pt x="6299" y="29515"/>
                  </a:cubicBezTo>
                  <a:cubicBezTo>
                    <a:pt x="6299" y="29515"/>
                    <a:pt x="8901" y="21676"/>
                    <a:pt x="10268" y="19307"/>
                  </a:cubicBezTo>
                  <a:cubicBezTo>
                    <a:pt x="11636" y="16972"/>
                    <a:pt x="14204" y="12803"/>
                    <a:pt x="14204" y="12803"/>
                  </a:cubicBezTo>
                  <a:lnTo>
                    <a:pt x="19542" y="15705"/>
                  </a:lnTo>
                  <a:cubicBezTo>
                    <a:pt x="19542" y="15705"/>
                    <a:pt x="19442" y="10768"/>
                    <a:pt x="19308" y="8199"/>
                  </a:cubicBezTo>
                  <a:cubicBezTo>
                    <a:pt x="19141" y="5631"/>
                    <a:pt x="20976" y="2562"/>
                    <a:pt x="18908" y="827"/>
                  </a:cubicBezTo>
                  <a:cubicBezTo>
                    <a:pt x="18173" y="201"/>
                    <a:pt x="16534" y="1"/>
                    <a:pt x="14738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3326;p71">
              <a:extLst>
                <a:ext uri="{FF2B5EF4-FFF2-40B4-BE49-F238E27FC236}">
                  <a16:creationId xmlns:a16="http://schemas.microsoft.com/office/drawing/2014/main" id="{E83FA1CC-35D0-7DFB-5938-62132FFEAD26}"/>
                </a:ext>
              </a:extLst>
            </p:cNvPr>
            <p:cNvSpPr/>
            <p:nvPr/>
          </p:nvSpPr>
          <p:spPr>
            <a:xfrm>
              <a:off x="4380500" y="1110150"/>
              <a:ext cx="270225" cy="619625"/>
            </a:xfrm>
            <a:custGeom>
              <a:avLst/>
              <a:gdLst/>
              <a:ahLst/>
              <a:cxnLst/>
              <a:rect l="l" t="t" r="r" b="b"/>
              <a:pathLst>
                <a:path w="10809" h="24785" extrusionOk="0">
                  <a:moveTo>
                    <a:pt x="10808" y="0"/>
                  </a:moveTo>
                  <a:lnTo>
                    <a:pt x="10808" y="0"/>
                  </a:lnTo>
                  <a:cubicBezTo>
                    <a:pt x="10808" y="1"/>
                    <a:pt x="7386" y="1765"/>
                    <a:pt x="3915" y="1765"/>
                  </a:cubicBezTo>
                  <a:cubicBezTo>
                    <a:pt x="2613" y="1765"/>
                    <a:pt x="1305" y="1517"/>
                    <a:pt x="168" y="834"/>
                  </a:cubicBezTo>
                  <a:cubicBezTo>
                    <a:pt x="168" y="834"/>
                    <a:pt x="1" y="4470"/>
                    <a:pt x="168" y="8573"/>
                  </a:cubicBezTo>
                  <a:cubicBezTo>
                    <a:pt x="301" y="12676"/>
                    <a:pt x="67" y="24785"/>
                    <a:pt x="67" y="24785"/>
                  </a:cubicBezTo>
                  <a:cubicBezTo>
                    <a:pt x="67" y="24785"/>
                    <a:pt x="9508" y="8640"/>
                    <a:pt x="10341" y="7439"/>
                  </a:cubicBezTo>
                  <a:lnTo>
                    <a:pt x="10808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3327;p71">
              <a:extLst>
                <a:ext uri="{FF2B5EF4-FFF2-40B4-BE49-F238E27FC236}">
                  <a16:creationId xmlns:a16="http://schemas.microsoft.com/office/drawing/2014/main" id="{C08F7B89-596A-1F50-B4B2-A78A61659E06}"/>
                </a:ext>
              </a:extLst>
            </p:cNvPr>
            <p:cNvSpPr/>
            <p:nvPr/>
          </p:nvSpPr>
          <p:spPr>
            <a:xfrm>
              <a:off x="4381350" y="1110150"/>
              <a:ext cx="269375" cy="238625"/>
            </a:xfrm>
            <a:custGeom>
              <a:avLst/>
              <a:gdLst/>
              <a:ahLst/>
              <a:cxnLst/>
              <a:rect l="l" t="t" r="r" b="b"/>
              <a:pathLst>
                <a:path w="10775" h="9545" extrusionOk="0">
                  <a:moveTo>
                    <a:pt x="10774" y="0"/>
                  </a:moveTo>
                  <a:lnTo>
                    <a:pt x="10774" y="0"/>
                  </a:lnTo>
                  <a:cubicBezTo>
                    <a:pt x="10774" y="1"/>
                    <a:pt x="7352" y="1765"/>
                    <a:pt x="3881" y="1765"/>
                  </a:cubicBezTo>
                  <a:cubicBezTo>
                    <a:pt x="2579" y="1765"/>
                    <a:pt x="1271" y="1517"/>
                    <a:pt x="134" y="834"/>
                  </a:cubicBezTo>
                  <a:cubicBezTo>
                    <a:pt x="134" y="834"/>
                    <a:pt x="0" y="3636"/>
                    <a:pt x="67" y="7106"/>
                  </a:cubicBezTo>
                  <a:cubicBezTo>
                    <a:pt x="1034" y="8206"/>
                    <a:pt x="2302" y="9007"/>
                    <a:pt x="3736" y="9340"/>
                  </a:cubicBezTo>
                  <a:cubicBezTo>
                    <a:pt x="4284" y="9482"/>
                    <a:pt x="4826" y="9544"/>
                    <a:pt x="5358" y="9544"/>
                  </a:cubicBezTo>
                  <a:cubicBezTo>
                    <a:pt x="6961" y="9544"/>
                    <a:pt x="8471" y="8975"/>
                    <a:pt x="9774" y="8273"/>
                  </a:cubicBezTo>
                  <a:cubicBezTo>
                    <a:pt x="10041" y="7873"/>
                    <a:pt x="10207" y="7573"/>
                    <a:pt x="10307" y="7439"/>
                  </a:cubicBezTo>
                  <a:lnTo>
                    <a:pt x="10774" y="0"/>
                  </a:ln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3328;p71">
              <a:extLst>
                <a:ext uri="{FF2B5EF4-FFF2-40B4-BE49-F238E27FC236}">
                  <a16:creationId xmlns:a16="http://schemas.microsoft.com/office/drawing/2014/main" id="{E7341DB2-B339-EB8E-797B-7C36F6041AE2}"/>
                </a:ext>
              </a:extLst>
            </p:cNvPr>
            <p:cNvSpPr/>
            <p:nvPr/>
          </p:nvSpPr>
          <p:spPr>
            <a:xfrm>
              <a:off x="4382175" y="1110150"/>
              <a:ext cx="268550" cy="184325"/>
            </a:xfrm>
            <a:custGeom>
              <a:avLst/>
              <a:gdLst/>
              <a:ahLst/>
              <a:cxnLst/>
              <a:rect l="l" t="t" r="r" b="b"/>
              <a:pathLst>
                <a:path w="10742" h="7373" extrusionOk="0">
                  <a:moveTo>
                    <a:pt x="10741" y="0"/>
                  </a:moveTo>
                  <a:cubicBezTo>
                    <a:pt x="10741" y="1"/>
                    <a:pt x="7319" y="1765"/>
                    <a:pt x="3848" y="1765"/>
                  </a:cubicBezTo>
                  <a:cubicBezTo>
                    <a:pt x="2546" y="1765"/>
                    <a:pt x="1238" y="1517"/>
                    <a:pt x="101" y="834"/>
                  </a:cubicBezTo>
                  <a:cubicBezTo>
                    <a:pt x="101" y="834"/>
                    <a:pt x="34" y="2169"/>
                    <a:pt x="0" y="4103"/>
                  </a:cubicBezTo>
                  <a:cubicBezTo>
                    <a:pt x="1135" y="5204"/>
                    <a:pt x="3503" y="7372"/>
                    <a:pt x="4537" y="7372"/>
                  </a:cubicBezTo>
                  <a:cubicBezTo>
                    <a:pt x="5571" y="7372"/>
                    <a:pt x="8707" y="5171"/>
                    <a:pt x="10475" y="3870"/>
                  </a:cubicBezTo>
                  <a:lnTo>
                    <a:pt x="10741" y="0"/>
                  </a:ln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3329;p71">
              <a:extLst>
                <a:ext uri="{FF2B5EF4-FFF2-40B4-BE49-F238E27FC236}">
                  <a16:creationId xmlns:a16="http://schemas.microsoft.com/office/drawing/2014/main" id="{ACEE782C-5633-DA58-CC70-3138722FF155}"/>
                </a:ext>
              </a:extLst>
            </p:cNvPr>
            <p:cNvSpPr/>
            <p:nvPr/>
          </p:nvSpPr>
          <p:spPr>
            <a:xfrm>
              <a:off x="4272925" y="833275"/>
              <a:ext cx="77575" cy="174325"/>
            </a:xfrm>
            <a:custGeom>
              <a:avLst/>
              <a:gdLst/>
              <a:ahLst/>
              <a:cxnLst/>
              <a:rect l="l" t="t" r="r" b="b"/>
              <a:pathLst>
                <a:path w="3103" h="6973" extrusionOk="0">
                  <a:moveTo>
                    <a:pt x="1722" y="0"/>
                  </a:moveTo>
                  <a:cubicBezTo>
                    <a:pt x="1715" y="0"/>
                    <a:pt x="1709" y="0"/>
                    <a:pt x="1702" y="1"/>
                  </a:cubicBezTo>
                  <a:cubicBezTo>
                    <a:pt x="1435" y="134"/>
                    <a:pt x="1168" y="268"/>
                    <a:pt x="935" y="468"/>
                  </a:cubicBezTo>
                  <a:cubicBezTo>
                    <a:pt x="401" y="468"/>
                    <a:pt x="1" y="1869"/>
                    <a:pt x="101" y="3570"/>
                  </a:cubicBezTo>
                  <a:cubicBezTo>
                    <a:pt x="167" y="5251"/>
                    <a:pt x="688" y="6606"/>
                    <a:pt x="1216" y="6606"/>
                  </a:cubicBezTo>
                  <a:cubicBezTo>
                    <a:pt x="1222" y="6606"/>
                    <a:pt x="1229" y="6606"/>
                    <a:pt x="1235" y="6606"/>
                  </a:cubicBezTo>
                  <a:cubicBezTo>
                    <a:pt x="1502" y="6739"/>
                    <a:pt x="1769" y="6872"/>
                    <a:pt x="2035" y="6973"/>
                  </a:cubicBezTo>
                  <a:cubicBezTo>
                    <a:pt x="2669" y="6939"/>
                    <a:pt x="3103" y="5371"/>
                    <a:pt x="3003" y="3437"/>
                  </a:cubicBezTo>
                  <a:cubicBezTo>
                    <a:pt x="2904" y="1523"/>
                    <a:pt x="2348" y="0"/>
                    <a:pt x="1722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3330;p71">
              <a:extLst>
                <a:ext uri="{FF2B5EF4-FFF2-40B4-BE49-F238E27FC236}">
                  <a16:creationId xmlns:a16="http://schemas.microsoft.com/office/drawing/2014/main" id="{D9C1FB5E-9CEA-EC99-7D1A-3A008A77D0B8}"/>
                </a:ext>
              </a:extLst>
            </p:cNvPr>
            <p:cNvSpPr/>
            <p:nvPr/>
          </p:nvSpPr>
          <p:spPr>
            <a:xfrm>
              <a:off x="4266250" y="556550"/>
              <a:ext cx="468700" cy="692350"/>
            </a:xfrm>
            <a:custGeom>
              <a:avLst/>
              <a:gdLst/>
              <a:ahLst/>
              <a:cxnLst/>
              <a:rect l="l" t="t" r="r" b="b"/>
              <a:pathLst>
                <a:path w="18748" h="27694" extrusionOk="0">
                  <a:moveTo>
                    <a:pt x="9682" y="1"/>
                  </a:moveTo>
                  <a:cubicBezTo>
                    <a:pt x="9126" y="1"/>
                    <a:pt x="8585" y="33"/>
                    <a:pt x="8073" y="95"/>
                  </a:cubicBezTo>
                  <a:cubicBezTo>
                    <a:pt x="5305" y="496"/>
                    <a:pt x="2903" y="2197"/>
                    <a:pt x="1635" y="4665"/>
                  </a:cubicBezTo>
                  <a:cubicBezTo>
                    <a:pt x="1" y="7868"/>
                    <a:pt x="1168" y="9736"/>
                    <a:pt x="1168" y="12237"/>
                  </a:cubicBezTo>
                  <a:cubicBezTo>
                    <a:pt x="1168" y="14739"/>
                    <a:pt x="2436" y="21344"/>
                    <a:pt x="2870" y="22078"/>
                  </a:cubicBezTo>
                  <a:cubicBezTo>
                    <a:pt x="3337" y="22778"/>
                    <a:pt x="6972" y="27415"/>
                    <a:pt x="8874" y="27682"/>
                  </a:cubicBezTo>
                  <a:cubicBezTo>
                    <a:pt x="8929" y="27690"/>
                    <a:pt x="8987" y="27693"/>
                    <a:pt x="9047" y="27693"/>
                  </a:cubicBezTo>
                  <a:cubicBezTo>
                    <a:pt x="11028" y="27693"/>
                    <a:pt x="15669" y="23539"/>
                    <a:pt x="16446" y="22245"/>
                  </a:cubicBezTo>
                  <a:cubicBezTo>
                    <a:pt x="17246" y="20910"/>
                    <a:pt x="18080" y="15540"/>
                    <a:pt x="18414" y="12337"/>
                  </a:cubicBezTo>
                  <a:cubicBezTo>
                    <a:pt x="18748" y="9135"/>
                    <a:pt x="18481" y="3665"/>
                    <a:pt x="16446" y="1963"/>
                  </a:cubicBezTo>
                  <a:cubicBezTo>
                    <a:pt x="14791" y="607"/>
                    <a:pt x="12101" y="1"/>
                    <a:pt x="9682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3331;p71">
              <a:extLst>
                <a:ext uri="{FF2B5EF4-FFF2-40B4-BE49-F238E27FC236}">
                  <a16:creationId xmlns:a16="http://schemas.microsoft.com/office/drawing/2014/main" id="{CC01DB56-DFF4-ED0B-AEC5-190BFF27F17B}"/>
                </a:ext>
              </a:extLst>
            </p:cNvPr>
            <p:cNvSpPr/>
            <p:nvPr/>
          </p:nvSpPr>
          <p:spPr>
            <a:xfrm>
              <a:off x="4322125" y="814100"/>
              <a:ext cx="370300" cy="225200"/>
            </a:xfrm>
            <a:custGeom>
              <a:avLst/>
              <a:gdLst/>
              <a:ahLst/>
              <a:cxnLst/>
              <a:rect l="l" t="t" r="r" b="b"/>
              <a:pathLst>
                <a:path w="14812" h="9008" fill="none" extrusionOk="0">
                  <a:moveTo>
                    <a:pt x="14811" y="3303"/>
                  </a:moveTo>
                  <a:lnTo>
                    <a:pt x="13177" y="3303"/>
                  </a:lnTo>
                  <a:cubicBezTo>
                    <a:pt x="13177" y="3303"/>
                    <a:pt x="13344" y="2135"/>
                    <a:pt x="11576" y="1168"/>
                  </a:cubicBezTo>
                  <a:cubicBezTo>
                    <a:pt x="10675" y="668"/>
                    <a:pt x="9674" y="1235"/>
                    <a:pt x="8940" y="1935"/>
                  </a:cubicBezTo>
                  <a:cubicBezTo>
                    <a:pt x="8207" y="2636"/>
                    <a:pt x="7773" y="3603"/>
                    <a:pt x="7740" y="4604"/>
                  </a:cubicBezTo>
                  <a:lnTo>
                    <a:pt x="7406" y="8307"/>
                  </a:lnTo>
                  <a:cubicBezTo>
                    <a:pt x="7406" y="8707"/>
                    <a:pt x="7039" y="9007"/>
                    <a:pt x="6672" y="8974"/>
                  </a:cubicBezTo>
                  <a:lnTo>
                    <a:pt x="6672" y="8974"/>
                  </a:lnTo>
                  <a:cubicBezTo>
                    <a:pt x="6305" y="8940"/>
                    <a:pt x="6038" y="8674"/>
                    <a:pt x="6005" y="8340"/>
                  </a:cubicBezTo>
                  <a:cubicBezTo>
                    <a:pt x="5905" y="6772"/>
                    <a:pt x="5738" y="2035"/>
                    <a:pt x="4437" y="1302"/>
                  </a:cubicBezTo>
                  <a:cubicBezTo>
                    <a:pt x="2169" y="1"/>
                    <a:pt x="1001" y="2869"/>
                    <a:pt x="1001" y="2869"/>
                  </a:cubicBezTo>
                  <a:lnTo>
                    <a:pt x="1" y="2869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3332;p71">
              <a:extLst>
                <a:ext uri="{FF2B5EF4-FFF2-40B4-BE49-F238E27FC236}">
                  <a16:creationId xmlns:a16="http://schemas.microsoft.com/office/drawing/2014/main" id="{B9F12154-12C6-D050-FB7B-D5D0E9759939}"/>
                </a:ext>
              </a:extLst>
            </p:cNvPr>
            <p:cNvSpPr/>
            <p:nvPr/>
          </p:nvSpPr>
          <p:spPr>
            <a:xfrm>
              <a:off x="4554800" y="898950"/>
              <a:ext cx="59225" cy="41925"/>
            </a:xfrm>
            <a:custGeom>
              <a:avLst/>
              <a:gdLst/>
              <a:ahLst/>
              <a:cxnLst/>
              <a:rect l="l" t="t" r="r" b="b"/>
              <a:pathLst>
                <a:path w="2369" h="1677" extrusionOk="0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3333;p71">
              <a:extLst>
                <a:ext uri="{FF2B5EF4-FFF2-40B4-BE49-F238E27FC236}">
                  <a16:creationId xmlns:a16="http://schemas.microsoft.com/office/drawing/2014/main" id="{67746179-645E-CE2C-61EE-578C8841AA32}"/>
                </a:ext>
              </a:extLst>
            </p:cNvPr>
            <p:cNvSpPr/>
            <p:nvPr/>
          </p:nvSpPr>
          <p:spPr>
            <a:xfrm>
              <a:off x="4382175" y="898950"/>
              <a:ext cx="59225" cy="41925"/>
            </a:xfrm>
            <a:custGeom>
              <a:avLst/>
              <a:gdLst/>
              <a:ahLst/>
              <a:cxnLst/>
              <a:rect l="l" t="t" r="r" b="b"/>
              <a:pathLst>
                <a:path w="2369" h="1677" extrusionOk="0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3334;p71">
              <a:extLst>
                <a:ext uri="{FF2B5EF4-FFF2-40B4-BE49-F238E27FC236}">
                  <a16:creationId xmlns:a16="http://schemas.microsoft.com/office/drawing/2014/main" id="{7A1F5165-31D4-BB95-5EF3-60523E02F093}"/>
                </a:ext>
              </a:extLst>
            </p:cNvPr>
            <p:cNvSpPr/>
            <p:nvPr/>
          </p:nvSpPr>
          <p:spPr>
            <a:xfrm>
              <a:off x="4435550" y="1085125"/>
              <a:ext cx="111775" cy="27775"/>
            </a:xfrm>
            <a:custGeom>
              <a:avLst/>
              <a:gdLst/>
              <a:ahLst/>
              <a:cxnLst/>
              <a:rect l="l" t="t" r="r" b="b"/>
              <a:pathLst>
                <a:path w="4471" h="1111" extrusionOk="0">
                  <a:moveTo>
                    <a:pt x="1468" y="1"/>
                  </a:moveTo>
                  <a:lnTo>
                    <a:pt x="0" y="401"/>
                  </a:lnTo>
                  <a:cubicBezTo>
                    <a:pt x="0" y="401"/>
                    <a:pt x="301" y="1001"/>
                    <a:pt x="1601" y="1068"/>
                  </a:cubicBezTo>
                  <a:cubicBezTo>
                    <a:pt x="2002" y="1089"/>
                    <a:pt x="2356" y="1110"/>
                    <a:pt x="2679" y="1110"/>
                  </a:cubicBezTo>
                  <a:cubicBezTo>
                    <a:pt x="3375" y="1110"/>
                    <a:pt x="3923" y="1012"/>
                    <a:pt x="4470" y="601"/>
                  </a:cubicBezTo>
                  <a:lnTo>
                    <a:pt x="2702" y="101"/>
                  </a:lnTo>
                  <a:lnTo>
                    <a:pt x="2102" y="668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3335;p71">
              <a:extLst>
                <a:ext uri="{FF2B5EF4-FFF2-40B4-BE49-F238E27FC236}">
                  <a16:creationId xmlns:a16="http://schemas.microsoft.com/office/drawing/2014/main" id="{B20B4457-0E4D-0FBC-82ED-B2992F17BA36}"/>
                </a:ext>
              </a:extLst>
            </p:cNvPr>
            <p:cNvSpPr/>
            <p:nvPr/>
          </p:nvSpPr>
          <p:spPr>
            <a:xfrm>
              <a:off x="4447225" y="1107650"/>
              <a:ext cx="81750" cy="34800"/>
            </a:xfrm>
            <a:custGeom>
              <a:avLst/>
              <a:gdLst/>
              <a:ahLst/>
              <a:cxnLst/>
              <a:rect l="l" t="t" r="r" b="b"/>
              <a:pathLst>
                <a:path w="3270" h="1392" extrusionOk="0">
                  <a:moveTo>
                    <a:pt x="0" y="0"/>
                  </a:moveTo>
                  <a:cubicBezTo>
                    <a:pt x="267" y="601"/>
                    <a:pt x="768" y="1068"/>
                    <a:pt x="1401" y="1335"/>
                  </a:cubicBezTo>
                  <a:cubicBezTo>
                    <a:pt x="1505" y="1374"/>
                    <a:pt x="1607" y="1391"/>
                    <a:pt x="1708" y="1391"/>
                  </a:cubicBezTo>
                  <a:cubicBezTo>
                    <a:pt x="2551" y="1391"/>
                    <a:pt x="3269" y="167"/>
                    <a:pt x="3269" y="167"/>
                  </a:cubicBezTo>
                  <a:lnTo>
                    <a:pt x="3269" y="167"/>
                  </a:lnTo>
                  <a:cubicBezTo>
                    <a:pt x="3269" y="167"/>
                    <a:pt x="2782" y="197"/>
                    <a:pt x="2154" y="197"/>
                  </a:cubicBezTo>
                  <a:cubicBezTo>
                    <a:pt x="1448" y="197"/>
                    <a:pt x="565" y="159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3336;p71">
              <a:extLst>
                <a:ext uri="{FF2B5EF4-FFF2-40B4-BE49-F238E27FC236}">
                  <a16:creationId xmlns:a16="http://schemas.microsoft.com/office/drawing/2014/main" id="{6A710C1C-ADD2-7964-DEFC-781C00B61C12}"/>
                </a:ext>
              </a:extLst>
            </p:cNvPr>
            <p:cNvSpPr/>
            <p:nvPr/>
          </p:nvSpPr>
          <p:spPr>
            <a:xfrm>
              <a:off x="4372175" y="556450"/>
              <a:ext cx="285225" cy="207650"/>
            </a:xfrm>
            <a:custGeom>
              <a:avLst/>
              <a:gdLst/>
              <a:ahLst/>
              <a:cxnLst/>
              <a:rect l="l" t="t" r="r" b="b"/>
              <a:pathLst>
                <a:path w="11409" h="8306" extrusionOk="0">
                  <a:moveTo>
                    <a:pt x="5476" y="1"/>
                  </a:moveTo>
                  <a:cubicBezTo>
                    <a:pt x="4909" y="1"/>
                    <a:pt x="4357" y="34"/>
                    <a:pt x="3836" y="99"/>
                  </a:cubicBezTo>
                  <a:cubicBezTo>
                    <a:pt x="2469" y="299"/>
                    <a:pt x="1201" y="800"/>
                    <a:pt x="100" y="1567"/>
                  </a:cubicBezTo>
                  <a:cubicBezTo>
                    <a:pt x="0" y="2434"/>
                    <a:pt x="0" y="3335"/>
                    <a:pt x="100" y="4202"/>
                  </a:cubicBezTo>
                  <a:cubicBezTo>
                    <a:pt x="334" y="5903"/>
                    <a:pt x="1868" y="8305"/>
                    <a:pt x="1868" y="8305"/>
                  </a:cubicBezTo>
                  <a:lnTo>
                    <a:pt x="8039" y="8305"/>
                  </a:lnTo>
                  <a:cubicBezTo>
                    <a:pt x="9207" y="7004"/>
                    <a:pt x="10074" y="5470"/>
                    <a:pt x="10608" y="3835"/>
                  </a:cubicBezTo>
                  <a:cubicBezTo>
                    <a:pt x="10975" y="2735"/>
                    <a:pt x="11208" y="1967"/>
                    <a:pt x="11408" y="1434"/>
                  </a:cubicBezTo>
                  <a:cubicBezTo>
                    <a:pt x="9762" y="441"/>
                    <a:pt x="7523" y="1"/>
                    <a:pt x="5476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3337;p71">
              <a:extLst>
                <a:ext uri="{FF2B5EF4-FFF2-40B4-BE49-F238E27FC236}">
                  <a16:creationId xmlns:a16="http://schemas.microsoft.com/office/drawing/2014/main" id="{8286F39E-E89F-9374-E1CC-665690468B3C}"/>
                </a:ext>
              </a:extLst>
            </p:cNvPr>
            <p:cNvSpPr/>
            <p:nvPr/>
          </p:nvSpPr>
          <p:spPr>
            <a:xfrm>
              <a:off x="4621500" y="674000"/>
              <a:ext cx="111775" cy="496225"/>
            </a:xfrm>
            <a:custGeom>
              <a:avLst/>
              <a:gdLst/>
              <a:ahLst/>
              <a:cxnLst/>
              <a:rect l="l" t="t" r="r" b="b"/>
              <a:pathLst>
                <a:path w="4471" h="19849" extrusionOk="0">
                  <a:moveTo>
                    <a:pt x="3770" y="1"/>
                  </a:moveTo>
                  <a:cubicBezTo>
                    <a:pt x="3170" y="1035"/>
                    <a:pt x="2102" y="3069"/>
                    <a:pt x="2102" y="3536"/>
                  </a:cubicBezTo>
                  <a:cubicBezTo>
                    <a:pt x="2102" y="4137"/>
                    <a:pt x="3270" y="7506"/>
                    <a:pt x="3270" y="8707"/>
                  </a:cubicBezTo>
                  <a:cubicBezTo>
                    <a:pt x="3270" y="9941"/>
                    <a:pt x="2469" y="12643"/>
                    <a:pt x="1502" y="13377"/>
                  </a:cubicBezTo>
                  <a:cubicBezTo>
                    <a:pt x="501" y="14111"/>
                    <a:pt x="201" y="14778"/>
                    <a:pt x="101" y="15979"/>
                  </a:cubicBezTo>
                  <a:cubicBezTo>
                    <a:pt x="1" y="16879"/>
                    <a:pt x="34" y="18847"/>
                    <a:pt x="101" y="19848"/>
                  </a:cubicBezTo>
                  <a:cubicBezTo>
                    <a:pt x="902" y="19181"/>
                    <a:pt x="1635" y="18414"/>
                    <a:pt x="2269" y="17547"/>
                  </a:cubicBezTo>
                  <a:cubicBezTo>
                    <a:pt x="3070" y="16212"/>
                    <a:pt x="3870" y="10842"/>
                    <a:pt x="4237" y="7639"/>
                  </a:cubicBezTo>
                  <a:cubicBezTo>
                    <a:pt x="4471" y="5505"/>
                    <a:pt x="4404" y="2369"/>
                    <a:pt x="3770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3338;p71">
              <a:extLst>
                <a:ext uri="{FF2B5EF4-FFF2-40B4-BE49-F238E27FC236}">
                  <a16:creationId xmlns:a16="http://schemas.microsoft.com/office/drawing/2014/main" id="{068C24C1-2277-F8EE-F9C1-0F621834226B}"/>
                </a:ext>
              </a:extLst>
            </p:cNvPr>
            <p:cNvSpPr/>
            <p:nvPr/>
          </p:nvSpPr>
          <p:spPr>
            <a:xfrm>
              <a:off x="4688225" y="833275"/>
              <a:ext cx="64250" cy="174325"/>
            </a:xfrm>
            <a:custGeom>
              <a:avLst/>
              <a:gdLst/>
              <a:ahLst/>
              <a:cxnLst/>
              <a:rect l="l" t="t" r="r" b="b"/>
              <a:pathLst>
                <a:path w="2570" h="6973" extrusionOk="0">
                  <a:moveTo>
                    <a:pt x="1448" y="0"/>
                  </a:moveTo>
                  <a:cubicBezTo>
                    <a:pt x="822" y="0"/>
                    <a:pt x="233" y="1523"/>
                    <a:pt x="101" y="3437"/>
                  </a:cubicBezTo>
                  <a:cubicBezTo>
                    <a:pt x="1" y="5338"/>
                    <a:pt x="434" y="6939"/>
                    <a:pt x="1068" y="6973"/>
                  </a:cubicBezTo>
                  <a:cubicBezTo>
                    <a:pt x="1201" y="6973"/>
                    <a:pt x="1335" y="6906"/>
                    <a:pt x="1435" y="6806"/>
                  </a:cubicBezTo>
                  <a:lnTo>
                    <a:pt x="1869" y="6606"/>
                  </a:lnTo>
                  <a:lnTo>
                    <a:pt x="1902" y="6072"/>
                  </a:lnTo>
                  <a:cubicBezTo>
                    <a:pt x="2469" y="4437"/>
                    <a:pt x="2569" y="2703"/>
                    <a:pt x="2202" y="1035"/>
                  </a:cubicBezTo>
                  <a:lnTo>
                    <a:pt x="2235" y="468"/>
                  </a:lnTo>
                  <a:lnTo>
                    <a:pt x="1835" y="234"/>
                  </a:lnTo>
                  <a:cubicBezTo>
                    <a:pt x="1735" y="101"/>
                    <a:pt x="1602" y="34"/>
                    <a:pt x="1468" y="1"/>
                  </a:cubicBezTo>
                  <a:cubicBezTo>
                    <a:pt x="1461" y="0"/>
                    <a:pt x="1455" y="0"/>
                    <a:pt x="1448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3339;p71">
              <a:extLst>
                <a:ext uri="{FF2B5EF4-FFF2-40B4-BE49-F238E27FC236}">
                  <a16:creationId xmlns:a16="http://schemas.microsoft.com/office/drawing/2014/main" id="{2350FB5B-A89A-2F5D-9CE2-7B18F335C94B}"/>
                </a:ext>
              </a:extLst>
            </p:cNvPr>
            <p:cNvSpPr/>
            <p:nvPr/>
          </p:nvSpPr>
          <p:spPr>
            <a:xfrm>
              <a:off x="4712400" y="844950"/>
              <a:ext cx="55075" cy="153500"/>
            </a:xfrm>
            <a:custGeom>
              <a:avLst/>
              <a:gdLst/>
              <a:ahLst/>
              <a:cxnLst/>
              <a:rect l="l" t="t" r="r" b="b"/>
              <a:pathLst>
                <a:path w="2203" h="6140" extrusionOk="0">
                  <a:moveTo>
                    <a:pt x="1248" y="0"/>
                  </a:moveTo>
                  <a:cubicBezTo>
                    <a:pt x="688" y="0"/>
                    <a:pt x="166" y="1323"/>
                    <a:pt x="68" y="3003"/>
                  </a:cubicBezTo>
                  <a:cubicBezTo>
                    <a:pt x="1" y="4704"/>
                    <a:pt x="334" y="6105"/>
                    <a:pt x="902" y="6139"/>
                  </a:cubicBezTo>
                  <a:cubicBezTo>
                    <a:pt x="908" y="6139"/>
                    <a:pt x="915" y="6139"/>
                    <a:pt x="922" y="6139"/>
                  </a:cubicBezTo>
                  <a:cubicBezTo>
                    <a:pt x="1482" y="6139"/>
                    <a:pt x="2004" y="4817"/>
                    <a:pt x="2102" y="3136"/>
                  </a:cubicBezTo>
                  <a:cubicBezTo>
                    <a:pt x="2202" y="1435"/>
                    <a:pt x="1836" y="34"/>
                    <a:pt x="1268" y="1"/>
                  </a:cubicBezTo>
                  <a:cubicBezTo>
                    <a:pt x="1262" y="0"/>
                    <a:pt x="1255" y="0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3340;p71">
              <a:extLst>
                <a:ext uri="{FF2B5EF4-FFF2-40B4-BE49-F238E27FC236}">
                  <a16:creationId xmlns:a16="http://schemas.microsoft.com/office/drawing/2014/main" id="{6B90ABF6-6A27-3984-35C5-8CFD4B9BD0F1}"/>
                </a:ext>
              </a:extLst>
            </p:cNvPr>
            <p:cNvSpPr/>
            <p:nvPr/>
          </p:nvSpPr>
          <p:spPr>
            <a:xfrm>
              <a:off x="4267925" y="683175"/>
              <a:ext cx="116775" cy="478700"/>
            </a:xfrm>
            <a:custGeom>
              <a:avLst/>
              <a:gdLst/>
              <a:ahLst/>
              <a:cxnLst/>
              <a:rect l="l" t="t" r="r" b="b"/>
              <a:pathLst>
                <a:path w="4671" h="19148" extrusionOk="0">
                  <a:moveTo>
                    <a:pt x="1335" y="1"/>
                  </a:moveTo>
                  <a:cubicBezTo>
                    <a:pt x="1" y="2969"/>
                    <a:pt x="1068" y="4804"/>
                    <a:pt x="1068" y="7206"/>
                  </a:cubicBezTo>
                  <a:cubicBezTo>
                    <a:pt x="1068" y="9708"/>
                    <a:pt x="2336" y="16312"/>
                    <a:pt x="2769" y="17013"/>
                  </a:cubicBezTo>
                  <a:cubicBezTo>
                    <a:pt x="3270" y="17747"/>
                    <a:pt x="3837" y="18480"/>
                    <a:pt x="4437" y="19148"/>
                  </a:cubicBezTo>
                  <a:cubicBezTo>
                    <a:pt x="4370" y="16846"/>
                    <a:pt x="4671" y="14678"/>
                    <a:pt x="3837" y="13710"/>
                  </a:cubicBezTo>
                  <a:cubicBezTo>
                    <a:pt x="2836" y="12476"/>
                    <a:pt x="2369" y="10808"/>
                    <a:pt x="2169" y="9040"/>
                  </a:cubicBezTo>
                  <a:cubicBezTo>
                    <a:pt x="1935" y="7272"/>
                    <a:pt x="2469" y="3169"/>
                    <a:pt x="2469" y="3003"/>
                  </a:cubicBezTo>
                  <a:cubicBezTo>
                    <a:pt x="2469" y="2803"/>
                    <a:pt x="1702" y="868"/>
                    <a:pt x="1335" y="1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3341;p71">
              <a:extLst>
                <a:ext uri="{FF2B5EF4-FFF2-40B4-BE49-F238E27FC236}">
                  <a16:creationId xmlns:a16="http://schemas.microsoft.com/office/drawing/2014/main" id="{6687376F-3A29-2D7B-5F12-ADC756C0A012}"/>
                </a:ext>
              </a:extLst>
            </p:cNvPr>
            <p:cNvSpPr/>
            <p:nvPr/>
          </p:nvSpPr>
          <p:spPr>
            <a:xfrm>
              <a:off x="4429700" y="1160700"/>
              <a:ext cx="128450" cy="89050"/>
            </a:xfrm>
            <a:custGeom>
              <a:avLst/>
              <a:gdLst/>
              <a:ahLst/>
              <a:cxnLst/>
              <a:rect l="l" t="t" r="r" b="b"/>
              <a:pathLst>
                <a:path w="5138" h="3562" extrusionOk="0">
                  <a:moveTo>
                    <a:pt x="2264" y="0"/>
                  </a:moveTo>
                  <a:cubicBezTo>
                    <a:pt x="1610" y="0"/>
                    <a:pt x="506" y="1357"/>
                    <a:pt x="1" y="2115"/>
                  </a:cubicBezTo>
                  <a:cubicBezTo>
                    <a:pt x="835" y="2882"/>
                    <a:pt x="1669" y="3449"/>
                    <a:pt x="2336" y="3549"/>
                  </a:cubicBezTo>
                  <a:cubicBezTo>
                    <a:pt x="2390" y="3558"/>
                    <a:pt x="2447" y="3562"/>
                    <a:pt x="2508" y="3562"/>
                  </a:cubicBezTo>
                  <a:cubicBezTo>
                    <a:pt x="3153" y="3562"/>
                    <a:pt x="4131" y="3086"/>
                    <a:pt x="5138" y="2415"/>
                  </a:cubicBezTo>
                  <a:cubicBezTo>
                    <a:pt x="4371" y="1581"/>
                    <a:pt x="3003" y="180"/>
                    <a:pt x="2369" y="13"/>
                  </a:cubicBezTo>
                  <a:cubicBezTo>
                    <a:pt x="2336" y="4"/>
                    <a:pt x="2300" y="0"/>
                    <a:pt x="2264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3342;p71">
              <a:extLst>
                <a:ext uri="{FF2B5EF4-FFF2-40B4-BE49-F238E27FC236}">
                  <a16:creationId xmlns:a16="http://schemas.microsoft.com/office/drawing/2014/main" id="{905EF0F6-727D-E50A-389F-95DC4A933583}"/>
                </a:ext>
              </a:extLst>
            </p:cNvPr>
            <p:cNvSpPr/>
            <p:nvPr/>
          </p:nvSpPr>
          <p:spPr>
            <a:xfrm>
              <a:off x="4599000" y="2152150"/>
              <a:ext cx="312750" cy="236800"/>
            </a:xfrm>
            <a:custGeom>
              <a:avLst/>
              <a:gdLst/>
              <a:ahLst/>
              <a:cxnLst/>
              <a:rect l="l" t="t" r="r" b="b"/>
              <a:pathLst>
                <a:path w="12510" h="9472" extrusionOk="0">
                  <a:moveTo>
                    <a:pt x="5266" y="1"/>
                  </a:moveTo>
                  <a:cubicBezTo>
                    <a:pt x="4178" y="1"/>
                    <a:pt x="0" y="2147"/>
                    <a:pt x="0" y="2719"/>
                  </a:cubicBezTo>
                  <a:cubicBezTo>
                    <a:pt x="0" y="3055"/>
                    <a:pt x="314" y="3182"/>
                    <a:pt x="771" y="3182"/>
                  </a:cubicBezTo>
                  <a:cubicBezTo>
                    <a:pt x="1131" y="3182"/>
                    <a:pt x="1580" y="3103"/>
                    <a:pt x="2035" y="2986"/>
                  </a:cubicBezTo>
                  <a:cubicBezTo>
                    <a:pt x="3069" y="2719"/>
                    <a:pt x="5037" y="1985"/>
                    <a:pt x="5037" y="1985"/>
                  </a:cubicBezTo>
                  <a:cubicBezTo>
                    <a:pt x="5037" y="1985"/>
                    <a:pt x="7205" y="7022"/>
                    <a:pt x="7873" y="7823"/>
                  </a:cubicBezTo>
                  <a:cubicBezTo>
                    <a:pt x="8475" y="8511"/>
                    <a:pt x="8905" y="9472"/>
                    <a:pt x="9863" y="9472"/>
                  </a:cubicBezTo>
                  <a:cubicBezTo>
                    <a:pt x="10019" y="9472"/>
                    <a:pt x="10188" y="9446"/>
                    <a:pt x="10374" y="9390"/>
                  </a:cubicBezTo>
                  <a:cubicBezTo>
                    <a:pt x="11142" y="9157"/>
                    <a:pt x="11875" y="8790"/>
                    <a:pt x="12509" y="8290"/>
                  </a:cubicBezTo>
                  <a:lnTo>
                    <a:pt x="11342" y="4887"/>
                  </a:lnTo>
                  <a:cubicBezTo>
                    <a:pt x="11342" y="4887"/>
                    <a:pt x="6238" y="217"/>
                    <a:pt x="5404" y="17"/>
                  </a:cubicBezTo>
                  <a:cubicBezTo>
                    <a:pt x="5366" y="6"/>
                    <a:pt x="5320" y="1"/>
                    <a:pt x="5266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3343;p71">
              <a:extLst>
                <a:ext uri="{FF2B5EF4-FFF2-40B4-BE49-F238E27FC236}">
                  <a16:creationId xmlns:a16="http://schemas.microsoft.com/office/drawing/2014/main" id="{4CAB2012-58CB-43E3-4540-BC1EF54FD1A5}"/>
                </a:ext>
              </a:extLst>
            </p:cNvPr>
            <p:cNvSpPr/>
            <p:nvPr/>
          </p:nvSpPr>
          <p:spPr>
            <a:xfrm>
              <a:off x="4732700" y="2180875"/>
              <a:ext cx="80975" cy="94475"/>
            </a:xfrm>
            <a:custGeom>
              <a:avLst/>
              <a:gdLst/>
              <a:ahLst/>
              <a:cxnLst/>
              <a:rect l="l" t="t" r="r" b="b"/>
              <a:pathLst>
                <a:path w="3239" h="3779" extrusionOk="0">
                  <a:moveTo>
                    <a:pt x="799" y="0"/>
                  </a:moveTo>
                  <a:cubicBezTo>
                    <a:pt x="312" y="0"/>
                    <a:pt x="0" y="1912"/>
                    <a:pt x="623" y="2404"/>
                  </a:cubicBezTo>
                  <a:cubicBezTo>
                    <a:pt x="1157" y="2871"/>
                    <a:pt x="1724" y="3338"/>
                    <a:pt x="2324" y="3738"/>
                  </a:cubicBezTo>
                  <a:cubicBezTo>
                    <a:pt x="2386" y="3763"/>
                    <a:pt x="2460" y="3778"/>
                    <a:pt x="2535" y="3778"/>
                  </a:cubicBezTo>
                  <a:cubicBezTo>
                    <a:pt x="2867" y="3778"/>
                    <a:pt x="3239" y="3478"/>
                    <a:pt x="2858" y="2337"/>
                  </a:cubicBezTo>
                  <a:cubicBezTo>
                    <a:pt x="2391" y="903"/>
                    <a:pt x="1290" y="69"/>
                    <a:pt x="823" y="2"/>
                  </a:cubicBezTo>
                  <a:cubicBezTo>
                    <a:pt x="815" y="1"/>
                    <a:pt x="807" y="0"/>
                    <a:pt x="799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3344;p71">
              <a:extLst>
                <a:ext uri="{FF2B5EF4-FFF2-40B4-BE49-F238E27FC236}">
                  <a16:creationId xmlns:a16="http://schemas.microsoft.com/office/drawing/2014/main" id="{A3814330-E40F-94E6-F298-8235FED31418}"/>
                </a:ext>
              </a:extLst>
            </p:cNvPr>
            <p:cNvSpPr/>
            <p:nvPr/>
          </p:nvSpPr>
          <p:spPr>
            <a:xfrm>
              <a:off x="4624025" y="2171800"/>
              <a:ext cx="145250" cy="101400"/>
            </a:xfrm>
            <a:custGeom>
              <a:avLst/>
              <a:gdLst/>
              <a:ahLst/>
              <a:cxnLst/>
              <a:rect l="l" t="t" r="r" b="b"/>
              <a:pathLst>
                <a:path w="5810" h="4056" extrusionOk="0">
                  <a:moveTo>
                    <a:pt x="4907" y="1"/>
                  </a:moveTo>
                  <a:cubicBezTo>
                    <a:pt x="4806" y="1"/>
                    <a:pt x="4694" y="11"/>
                    <a:pt x="4570" y="32"/>
                  </a:cubicBezTo>
                  <a:cubicBezTo>
                    <a:pt x="4570" y="32"/>
                    <a:pt x="200" y="2600"/>
                    <a:pt x="67" y="3467"/>
                  </a:cubicBezTo>
                  <a:cubicBezTo>
                    <a:pt x="1" y="3911"/>
                    <a:pt x="243" y="4055"/>
                    <a:pt x="622" y="4055"/>
                  </a:cubicBezTo>
                  <a:cubicBezTo>
                    <a:pt x="1011" y="4055"/>
                    <a:pt x="1544" y="3903"/>
                    <a:pt x="2035" y="3768"/>
                  </a:cubicBezTo>
                  <a:cubicBezTo>
                    <a:pt x="3269" y="3401"/>
                    <a:pt x="5304" y="2934"/>
                    <a:pt x="5571" y="1799"/>
                  </a:cubicBezTo>
                  <a:cubicBezTo>
                    <a:pt x="5810" y="753"/>
                    <a:pt x="5781" y="1"/>
                    <a:pt x="4907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3345;p71">
              <a:extLst>
                <a:ext uri="{FF2B5EF4-FFF2-40B4-BE49-F238E27FC236}">
                  <a16:creationId xmlns:a16="http://schemas.microsoft.com/office/drawing/2014/main" id="{50CB0B6F-5074-083A-CDF5-EB452D740484}"/>
                </a:ext>
              </a:extLst>
            </p:cNvPr>
            <p:cNvSpPr/>
            <p:nvPr/>
          </p:nvSpPr>
          <p:spPr>
            <a:xfrm>
              <a:off x="4748525" y="2220075"/>
              <a:ext cx="80850" cy="94475"/>
            </a:xfrm>
            <a:custGeom>
              <a:avLst/>
              <a:gdLst/>
              <a:ahLst/>
              <a:cxnLst/>
              <a:rect l="l" t="t" r="r" b="b"/>
              <a:pathLst>
                <a:path w="3234" h="3779" extrusionOk="0">
                  <a:moveTo>
                    <a:pt x="768" y="0"/>
                  </a:moveTo>
                  <a:cubicBezTo>
                    <a:pt x="313" y="0"/>
                    <a:pt x="0" y="1911"/>
                    <a:pt x="591" y="2370"/>
                  </a:cubicBezTo>
                  <a:cubicBezTo>
                    <a:pt x="1124" y="2871"/>
                    <a:pt x="1691" y="3338"/>
                    <a:pt x="2292" y="3738"/>
                  </a:cubicBezTo>
                  <a:cubicBezTo>
                    <a:pt x="2353" y="3762"/>
                    <a:pt x="2427" y="3778"/>
                    <a:pt x="2504" y="3778"/>
                  </a:cubicBezTo>
                  <a:cubicBezTo>
                    <a:pt x="2843" y="3778"/>
                    <a:pt x="3234" y="3474"/>
                    <a:pt x="2826" y="2304"/>
                  </a:cubicBezTo>
                  <a:cubicBezTo>
                    <a:pt x="2359" y="903"/>
                    <a:pt x="1258" y="69"/>
                    <a:pt x="791" y="2"/>
                  </a:cubicBezTo>
                  <a:cubicBezTo>
                    <a:pt x="783" y="1"/>
                    <a:pt x="775" y="0"/>
                    <a:pt x="768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3346;p71">
              <a:extLst>
                <a:ext uri="{FF2B5EF4-FFF2-40B4-BE49-F238E27FC236}">
                  <a16:creationId xmlns:a16="http://schemas.microsoft.com/office/drawing/2014/main" id="{4AE1B381-7B0A-0FDB-9310-8E7417DA9071}"/>
                </a:ext>
              </a:extLst>
            </p:cNvPr>
            <p:cNvSpPr/>
            <p:nvPr/>
          </p:nvSpPr>
          <p:spPr>
            <a:xfrm>
              <a:off x="4639075" y="2211025"/>
              <a:ext cx="146000" cy="101475"/>
            </a:xfrm>
            <a:custGeom>
              <a:avLst/>
              <a:gdLst/>
              <a:ahLst/>
              <a:cxnLst/>
              <a:rect l="l" t="t" r="r" b="b"/>
              <a:pathLst>
                <a:path w="5840" h="4059" extrusionOk="0">
                  <a:moveTo>
                    <a:pt x="4906" y="1"/>
                  </a:moveTo>
                  <a:cubicBezTo>
                    <a:pt x="4804" y="1"/>
                    <a:pt x="4692" y="10"/>
                    <a:pt x="4568" y="30"/>
                  </a:cubicBezTo>
                  <a:cubicBezTo>
                    <a:pt x="4568" y="30"/>
                    <a:pt x="232" y="2632"/>
                    <a:pt x="65" y="3499"/>
                  </a:cubicBezTo>
                  <a:cubicBezTo>
                    <a:pt x="0" y="3921"/>
                    <a:pt x="234" y="4059"/>
                    <a:pt x="603" y="4059"/>
                  </a:cubicBezTo>
                  <a:cubicBezTo>
                    <a:pt x="994" y="4059"/>
                    <a:pt x="1536" y="3904"/>
                    <a:pt x="2033" y="3766"/>
                  </a:cubicBezTo>
                  <a:cubicBezTo>
                    <a:pt x="3267" y="3433"/>
                    <a:pt x="5302" y="2932"/>
                    <a:pt x="5569" y="1798"/>
                  </a:cubicBezTo>
                  <a:cubicBezTo>
                    <a:pt x="5839" y="778"/>
                    <a:pt x="5812" y="1"/>
                    <a:pt x="4906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3347;p71">
              <a:extLst>
                <a:ext uri="{FF2B5EF4-FFF2-40B4-BE49-F238E27FC236}">
                  <a16:creationId xmlns:a16="http://schemas.microsoft.com/office/drawing/2014/main" id="{13A94B03-BB80-3670-6322-279942C7993E}"/>
                </a:ext>
              </a:extLst>
            </p:cNvPr>
            <p:cNvSpPr/>
            <p:nvPr/>
          </p:nvSpPr>
          <p:spPr>
            <a:xfrm>
              <a:off x="4761025" y="2262600"/>
              <a:ext cx="70400" cy="82825"/>
            </a:xfrm>
            <a:custGeom>
              <a:avLst/>
              <a:gdLst/>
              <a:ahLst/>
              <a:cxnLst/>
              <a:rect l="l" t="t" r="r" b="b"/>
              <a:pathLst>
                <a:path w="2816" h="3313" extrusionOk="0">
                  <a:moveTo>
                    <a:pt x="667" y="0"/>
                  </a:moveTo>
                  <a:cubicBezTo>
                    <a:pt x="248" y="0"/>
                    <a:pt x="1" y="1678"/>
                    <a:pt x="524" y="2070"/>
                  </a:cubicBezTo>
                  <a:cubicBezTo>
                    <a:pt x="991" y="2504"/>
                    <a:pt x="1492" y="2904"/>
                    <a:pt x="1992" y="3271"/>
                  </a:cubicBezTo>
                  <a:cubicBezTo>
                    <a:pt x="2050" y="3297"/>
                    <a:pt x="2119" y="3313"/>
                    <a:pt x="2189" y="3313"/>
                  </a:cubicBezTo>
                  <a:cubicBezTo>
                    <a:pt x="2486" y="3313"/>
                    <a:pt x="2816" y="3034"/>
                    <a:pt x="2492" y="2037"/>
                  </a:cubicBezTo>
                  <a:cubicBezTo>
                    <a:pt x="2059" y="769"/>
                    <a:pt x="1091" y="69"/>
                    <a:pt x="691" y="2"/>
                  </a:cubicBezTo>
                  <a:cubicBezTo>
                    <a:pt x="683" y="1"/>
                    <a:pt x="675" y="0"/>
                    <a:pt x="667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3348;p71">
              <a:extLst>
                <a:ext uri="{FF2B5EF4-FFF2-40B4-BE49-F238E27FC236}">
                  <a16:creationId xmlns:a16="http://schemas.microsoft.com/office/drawing/2014/main" id="{EAAB7732-DDEB-EE54-2256-7308B63C2245}"/>
                </a:ext>
              </a:extLst>
            </p:cNvPr>
            <p:cNvSpPr/>
            <p:nvPr/>
          </p:nvSpPr>
          <p:spPr>
            <a:xfrm>
              <a:off x="4664925" y="2254300"/>
              <a:ext cx="127750" cy="89050"/>
            </a:xfrm>
            <a:custGeom>
              <a:avLst/>
              <a:gdLst/>
              <a:ahLst/>
              <a:cxnLst/>
              <a:rect l="l" t="t" r="r" b="b"/>
              <a:pathLst>
                <a:path w="5110" h="3562" extrusionOk="0">
                  <a:moveTo>
                    <a:pt x="4322" y="1"/>
                  </a:moveTo>
                  <a:cubicBezTo>
                    <a:pt x="4227" y="1"/>
                    <a:pt x="4121" y="12"/>
                    <a:pt x="4001" y="34"/>
                  </a:cubicBezTo>
                  <a:cubicBezTo>
                    <a:pt x="4001" y="34"/>
                    <a:pt x="165" y="2302"/>
                    <a:pt x="65" y="3069"/>
                  </a:cubicBezTo>
                  <a:cubicBezTo>
                    <a:pt x="1" y="3440"/>
                    <a:pt x="201" y="3562"/>
                    <a:pt x="524" y="3562"/>
                  </a:cubicBezTo>
                  <a:cubicBezTo>
                    <a:pt x="869" y="3562"/>
                    <a:pt x="1352" y="3423"/>
                    <a:pt x="1800" y="3303"/>
                  </a:cubicBezTo>
                  <a:cubicBezTo>
                    <a:pt x="2867" y="3003"/>
                    <a:pt x="4669" y="2602"/>
                    <a:pt x="4902" y="1568"/>
                  </a:cubicBezTo>
                  <a:cubicBezTo>
                    <a:pt x="5109" y="679"/>
                    <a:pt x="5080" y="1"/>
                    <a:pt x="4322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3349;p71">
              <a:extLst>
                <a:ext uri="{FF2B5EF4-FFF2-40B4-BE49-F238E27FC236}">
                  <a16:creationId xmlns:a16="http://schemas.microsoft.com/office/drawing/2014/main" id="{C93CA612-77E4-146F-EEA2-4D75C26AEDFB}"/>
                </a:ext>
              </a:extLst>
            </p:cNvPr>
            <p:cNvSpPr/>
            <p:nvPr/>
          </p:nvSpPr>
          <p:spPr>
            <a:xfrm>
              <a:off x="4875850" y="1956600"/>
              <a:ext cx="565450" cy="452825"/>
            </a:xfrm>
            <a:custGeom>
              <a:avLst/>
              <a:gdLst/>
              <a:ahLst/>
              <a:cxnLst/>
              <a:rect l="l" t="t" r="r" b="b"/>
              <a:pathLst>
                <a:path w="22618" h="18113" extrusionOk="0">
                  <a:moveTo>
                    <a:pt x="18114" y="0"/>
                  </a:moveTo>
                  <a:lnTo>
                    <a:pt x="11309" y="1801"/>
                  </a:ln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3350;p71">
              <a:extLst>
                <a:ext uri="{FF2B5EF4-FFF2-40B4-BE49-F238E27FC236}">
                  <a16:creationId xmlns:a16="http://schemas.microsoft.com/office/drawing/2014/main" id="{BB4B4CFB-8A75-6A0F-0E8A-D43BC425D7A0}"/>
                </a:ext>
              </a:extLst>
            </p:cNvPr>
            <p:cNvSpPr/>
            <p:nvPr/>
          </p:nvSpPr>
          <p:spPr>
            <a:xfrm>
              <a:off x="4875850" y="1956600"/>
              <a:ext cx="565450" cy="452825"/>
            </a:xfrm>
            <a:custGeom>
              <a:avLst/>
              <a:gdLst/>
              <a:ahLst/>
              <a:cxnLst/>
              <a:rect l="l" t="t" r="r" b="b"/>
              <a:pathLst>
                <a:path w="22618" h="18113" fill="none" extrusionOk="0">
                  <a:moveTo>
                    <a:pt x="11309" y="1801"/>
                  </a:move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3351;p71">
              <a:extLst>
                <a:ext uri="{FF2B5EF4-FFF2-40B4-BE49-F238E27FC236}">
                  <a16:creationId xmlns:a16="http://schemas.microsoft.com/office/drawing/2014/main" id="{D6F0F4AB-E09F-DC2C-98C5-97D0B25DECFF}"/>
                </a:ext>
              </a:extLst>
            </p:cNvPr>
            <p:cNvSpPr/>
            <p:nvPr/>
          </p:nvSpPr>
          <p:spPr>
            <a:xfrm>
              <a:off x="5106850" y="1960750"/>
              <a:ext cx="80100" cy="95925"/>
            </a:xfrm>
            <a:custGeom>
              <a:avLst/>
              <a:gdLst/>
              <a:ahLst/>
              <a:cxnLst/>
              <a:rect l="l" t="t" r="r" b="b"/>
              <a:pathLst>
                <a:path w="3204" h="3837" fill="none" extrusionOk="0">
                  <a:moveTo>
                    <a:pt x="1" y="3837"/>
                  </a:moveTo>
                  <a:lnTo>
                    <a:pt x="3203" y="1"/>
                  </a:lnTo>
                </a:path>
              </a:pathLst>
            </a:custGeom>
            <a:noFill/>
            <a:ln w="10850" cap="rnd" cmpd="sng">
              <a:solidFill>
                <a:srgbClr val="6969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3352;p71">
              <a:extLst>
                <a:ext uri="{FF2B5EF4-FFF2-40B4-BE49-F238E27FC236}">
                  <a16:creationId xmlns:a16="http://schemas.microsoft.com/office/drawing/2014/main" id="{19E7AB79-FEB2-9926-A53F-7188D6F3AA9B}"/>
                </a:ext>
              </a:extLst>
            </p:cNvPr>
            <p:cNvSpPr/>
            <p:nvPr/>
          </p:nvSpPr>
          <p:spPr>
            <a:xfrm>
              <a:off x="4382175" y="1422050"/>
              <a:ext cx="165975" cy="307725"/>
            </a:xfrm>
            <a:custGeom>
              <a:avLst/>
              <a:gdLst/>
              <a:ahLst/>
              <a:cxnLst/>
              <a:rect l="l" t="t" r="r" b="b"/>
              <a:pathLst>
                <a:path w="6639" h="12309" extrusionOk="0">
                  <a:moveTo>
                    <a:pt x="134" y="0"/>
                  </a:moveTo>
                  <a:cubicBezTo>
                    <a:pt x="134" y="5170"/>
                    <a:pt x="0" y="12309"/>
                    <a:pt x="0" y="12309"/>
                  </a:cubicBezTo>
                  <a:cubicBezTo>
                    <a:pt x="0" y="12309"/>
                    <a:pt x="3670" y="6038"/>
                    <a:pt x="6639" y="1034"/>
                  </a:cubicBezTo>
                  <a:lnTo>
                    <a:pt x="6639" y="1034"/>
                  </a:lnTo>
                  <a:cubicBezTo>
                    <a:pt x="3870" y="1735"/>
                    <a:pt x="2035" y="4537"/>
                    <a:pt x="2035" y="4537"/>
                  </a:cubicBezTo>
                  <a:cubicBezTo>
                    <a:pt x="1502" y="2969"/>
                    <a:pt x="868" y="1434"/>
                    <a:pt x="134" y="0"/>
                  </a:cubicBezTo>
                  <a:close/>
                </a:path>
              </a:pathLst>
            </a:custGeom>
            <a:solidFill>
              <a:srgbClr val="707BE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7" name="Group 2836">
            <a:extLst>
              <a:ext uri="{FF2B5EF4-FFF2-40B4-BE49-F238E27FC236}">
                <a16:creationId xmlns:a16="http://schemas.microsoft.com/office/drawing/2014/main" id="{8719101C-C322-AC71-570D-ACCE5ADF1BFC}"/>
              </a:ext>
            </a:extLst>
          </p:cNvPr>
          <p:cNvGrpSpPr/>
          <p:nvPr/>
        </p:nvGrpSpPr>
        <p:grpSpPr>
          <a:xfrm>
            <a:off x="630239" y="3110764"/>
            <a:ext cx="3941761" cy="980957"/>
            <a:chOff x="793790" y="3274315"/>
            <a:chExt cx="7556421" cy="980957"/>
          </a:xfrm>
        </p:grpSpPr>
        <p:sp>
          <p:nvSpPr>
            <p:cNvPr id="2835" name="Text 2">
              <a:extLst>
                <a:ext uri="{FF2B5EF4-FFF2-40B4-BE49-F238E27FC236}">
                  <a16:creationId xmlns:a16="http://schemas.microsoft.com/office/drawing/2014/main" id="{956B8FC1-70D5-63D0-C7F9-EB66A54E31CE}"/>
                </a:ext>
              </a:extLst>
            </p:cNvPr>
            <p:cNvSpPr/>
            <p:nvPr/>
          </p:nvSpPr>
          <p:spPr>
            <a:xfrm>
              <a:off x="793790" y="3274315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dirty="0">
                  <a:solidFill>
                    <a:srgbClr val="4A4A45"/>
                  </a:solidFill>
                  <a:latin typeface="Karu Italic" panose="00000500000000000000" pitchFamily="2" charset="0"/>
                  <a:ea typeface="Lato" pitchFamily="34" charset="-122"/>
                  <a:cs typeface="Lato" pitchFamily="34" charset="-120"/>
                </a:rPr>
                <a:t>We appreciate your time and attention.</a:t>
              </a:r>
              <a:endParaRPr lang="en-US" dirty="0">
                <a:latin typeface="Karu Italic" panose="00000500000000000000" pitchFamily="2" charset="0"/>
              </a:endParaRPr>
            </a:p>
          </p:txBody>
        </p:sp>
        <p:sp>
          <p:nvSpPr>
            <p:cNvPr id="2836" name="Text 3">
              <a:extLst>
                <a:ext uri="{FF2B5EF4-FFF2-40B4-BE49-F238E27FC236}">
                  <a16:creationId xmlns:a16="http://schemas.microsoft.com/office/drawing/2014/main" id="{89DB55B8-7B6A-227A-FA1B-B16520F312DA}"/>
                </a:ext>
              </a:extLst>
            </p:cNvPr>
            <p:cNvSpPr/>
            <p:nvPr/>
          </p:nvSpPr>
          <p:spPr>
            <a:xfrm>
              <a:off x="793790" y="3892369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dirty="0">
                  <a:solidFill>
                    <a:srgbClr val="4A4A45"/>
                  </a:solidFill>
                  <a:latin typeface="Karu Italic" panose="00000500000000000000" pitchFamily="2" charset="0"/>
                  <a:ea typeface="Lato" pitchFamily="34" charset="-122"/>
                  <a:cs typeface="Lato" pitchFamily="34" charset="-120"/>
                </a:rPr>
                <a:t>Questions? We'd be happy to discuss further.</a:t>
              </a:r>
              <a:endParaRPr lang="en-US" dirty="0">
                <a:latin typeface="Karu Italic" panose="00000500000000000000" pitchFamily="2" charset="0"/>
              </a:endParaRPr>
            </a:p>
          </p:txBody>
        </p:sp>
      </p:grpSp>
      <p:pic>
        <p:nvPicPr>
          <p:cNvPr id="2838" name="Picture 2837">
            <a:extLst>
              <a:ext uri="{FF2B5EF4-FFF2-40B4-BE49-F238E27FC236}">
                <a16:creationId xmlns:a16="http://schemas.microsoft.com/office/drawing/2014/main" id="{0F6FF030-F945-036C-2012-3386F031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3" y="254230"/>
            <a:ext cx="595197" cy="5769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1529</Words>
  <Application>Microsoft Office PowerPoint</Application>
  <PresentationFormat>On-screen Show (16:9)</PresentationFormat>
  <Paragraphs>161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Lato Bold</vt:lpstr>
      <vt:lpstr>Karu Italic</vt:lpstr>
      <vt:lpstr>Maven Pro</vt:lpstr>
      <vt:lpstr>Anaheim</vt:lpstr>
      <vt:lpstr>Arial</vt:lpstr>
      <vt:lpstr>Wingdings</vt:lpstr>
      <vt:lpstr>Karu Light</vt:lpstr>
      <vt:lpstr>Lato</vt:lpstr>
      <vt:lpstr>Nunito Light</vt:lpstr>
      <vt:lpstr>Redhawk</vt:lpstr>
      <vt:lpstr>Karu Medium Italic</vt:lpstr>
      <vt:lpstr>MuseoModerno Medium</vt:lpstr>
      <vt:lpstr>Bahnschrift SemiBold SemiConden</vt:lpstr>
      <vt:lpstr>Constantia</vt:lpstr>
      <vt:lpstr>DM Sans</vt:lpstr>
      <vt:lpstr>Consolas</vt:lpstr>
      <vt:lpstr>All About Artificial Intelligence by Slidesgo</vt:lpstr>
      <vt:lpstr>Face Recognition  with  Attendance System</vt:lpstr>
      <vt:lpstr>INTRODUCTION</vt:lpstr>
      <vt:lpstr>PROBLEM</vt:lpstr>
      <vt:lpstr>PowerPoint Presentation</vt:lpstr>
      <vt:lpstr>PowerPoint Presentation</vt:lpstr>
      <vt:lpstr>PowerPoint Presentation</vt:lpstr>
      <vt:lpstr>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Pradyumna Kumar</cp:lastModifiedBy>
  <cp:revision>15</cp:revision>
  <dcterms:modified xsi:type="dcterms:W3CDTF">2025-09-16T17:52:19Z</dcterms:modified>
</cp:coreProperties>
</file>